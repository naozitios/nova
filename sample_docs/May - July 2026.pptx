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6" r:id="rId4"/>
    <p:sldMasterId id="2147483737" r:id="rId5"/>
    <p:sldMasterId id="2147483738" r:id="rId6"/>
    <p:sldMasterId id="214748373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Lst>
  <p:sldSz cy="5143500" cx="9144000"/>
  <p:notesSz cx="6858000" cy="9144000"/>
  <p:embeddedFontLst>
    <p:embeddedFont>
      <p:font typeface="Roboto Medium"/>
      <p:regular r:id="rId46"/>
      <p:bold r:id="rId47"/>
      <p:italic r:id="rId48"/>
      <p:boldItalic r:id="rId49"/>
    </p:embeddedFont>
    <p:embeddedFont>
      <p:font typeface="Inter"/>
      <p:regular r:id="rId50"/>
      <p:bold r:id="rId51"/>
      <p:italic r:id="rId52"/>
      <p:boldItalic r:id="rId53"/>
    </p:embeddedFont>
    <p:embeddedFont>
      <p:font typeface="Plus Jakarta Sans Medium"/>
      <p:regular r:id="rId54"/>
      <p:bold r:id="rId55"/>
      <p:italic r:id="rId56"/>
      <p:boldItalic r:id="rId57"/>
    </p:embeddedFont>
    <p:embeddedFont>
      <p:font typeface="Roboto SemiBold"/>
      <p:regular r:id="rId58"/>
      <p:bold r:id="rId59"/>
      <p:italic r:id="rId60"/>
      <p:boldItalic r:id="rId61"/>
    </p:embeddedFont>
    <p:embeddedFont>
      <p:font typeface="Roboto Light"/>
      <p:regular r:id="rId62"/>
      <p:bold r:id="rId63"/>
      <p:italic r:id="rId64"/>
      <p:boldItalic r:id="rId65"/>
    </p:embeddedFont>
    <p:embeddedFont>
      <p:font typeface="Archivo"/>
      <p:regular r:id="rId66"/>
      <p:bold r:id="rId67"/>
      <p:italic r:id="rId68"/>
      <p:boldItalic r:id="rId69"/>
    </p:embeddedFont>
    <p:embeddedFont>
      <p:font typeface="Roboto"/>
      <p:regular r:id="rId70"/>
      <p:bold r:id="rId71"/>
      <p:italic r:id="rId72"/>
      <p:boldItalic r:id="rId73"/>
    </p:embeddedFont>
    <p:embeddedFont>
      <p:font typeface="Inter Light"/>
      <p:regular r:id="rId74"/>
      <p:bold r:id="rId75"/>
      <p:italic r:id="rId76"/>
      <p:boldItalic r:id="rId77"/>
    </p:embeddedFont>
    <p:embeddedFont>
      <p:font typeface="Inter SemiBold"/>
      <p:regular r:id="rId78"/>
      <p:bold r:id="rId79"/>
      <p:italic r:id="rId80"/>
      <p:boldItalic r:id="rId81"/>
    </p:embeddedFont>
    <p:embeddedFont>
      <p:font typeface="Google Sans Medium"/>
      <p:regular r:id="rId82"/>
      <p:bold r:id="rId83"/>
      <p:italic r:id="rId84"/>
      <p:boldItalic r:id="rId85"/>
    </p:embeddedFont>
    <p:embeddedFont>
      <p:font typeface="Alexandria"/>
      <p:regular r:id="rId86"/>
      <p:bold r:id="rId87"/>
    </p:embeddedFont>
    <p:embeddedFont>
      <p:font typeface="Inter ExtraLight"/>
      <p:regular r:id="rId88"/>
      <p:bold r:id="rId89"/>
      <p:italic r:id="rId90"/>
      <p:boldItalic r:id="rId91"/>
    </p:embeddedFont>
    <p:embeddedFont>
      <p:font typeface="Inter Medium"/>
      <p:regular r:id="rId92"/>
      <p:bold r:id="rId93"/>
      <p:italic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4" Type="http://schemas.openxmlformats.org/officeDocument/2006/relationships/font" Target="fonts/GoogleSansMedium-italic.fntdata"/><Relationship Id="rId83" Type="http://schemas.openxmlformats.org/officeDocument/2006/relationships/font" Target="fonts/GoogleSansMedium-bold.fntdata"/><Relationship Id="rId42" Type="http://schemas.openxmlformats.org/officeDocument/2006/relationships/slide" Target="slides/slide34.xml"/><Relationship Id="rId86" Type="http://schemas.openxmlformats.org/officeDocument/2006/relationships/font" Target="fonts/Alexandria-regular.fntdata"/><Relationship Id="rId41" Type="http://schemas.openxmlformats.org/officeDocument/2006/relationships/slide" Target="slides/slide33.xml"/><Relationship Id="rId85" Type="http://schemas.openxmlformats.org/officeDocument/2006/relationships/font" Target="fonts/GoogleSansMedium-boldItalic.fntdata"/><Relationship Id="rId44" Type="http://schemas.openxmlformats.org/officeDocument/2006/relationships/slide" Target="slides/slide36.xml"/><Relationship Id="rId88" Type="http://schemas.openxmlformats.org/officeDocument/2006/relationships/font" Target="fonts/InterExtraLight-regular.fntdata"/><Relationship Id="rId43" Type="http://schemas.openxmlformats.org/officeDocument/2006/relationships/slide" Target="slides/slide35.xml"/><Relationship Id="rId87" Type="http://schemas.openxmlformats.org/officeDocument/2006/relationships/font" Target="fonts/Alexandria-bold.fntdata"/><Relationship Id="rId46" Type="http://schemas.openxmlformats.org/officeDocument/2006/relationships/font" Target="fonts/RobotoMedium-regular.fntdata"/><Relationship Id="rId45" Type="http://schemas.openxmlformats.org/officeDocument/2006/relationships/slide" Target="slides/slide37.xml"/><Relationship Id="rId89" Type="http://schemas.openxmlformats.org/officeDocument/2006/relationships/font" Target="fonts/InterExtraLight-bold.fntdata"/><Relationship Id="rId80" Type="http://schemas.openxmlformats.org/officeDocument/2006/relationships/font" Target="fonts/InterSemiBold-italic.fntdata"/><Relationship Id="rId82" Type="http://schemas.openxmlformats.org/officeDocument/2006/relationships/font" Target="fonts/GoogleSansMedium-regular.fntdata"/><Relationship Id="rId81" Type="http://schemas.openxmlformats.org/officeDocument/2006/relationships/font" Target="fonts/Inter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RobotoMedium-italic.fntdata"/><Relationship Id="rId47" Type="http://schemas.openxmlformats.org/officeDocument/2006/relationships/font" Target="fonts/RobotoMedium-bold.fntdata"/><Relationship Id="rId49" Type="http://schemas.openxmlformats.org/officeDocument/2006/relationships/font" Target="fonts/RobotoMedium-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Roboto-boldItalic.fntdata"/><Relationship Id="rId72" Type="http://schemas.openxmlformats.org/officeDocument/2006/relationships/font" Target="fonts/Roboto-italic.fntdata"/><Relationship Id="rId31" Type="http://schemas.openxmlformats.org/officeDocument/2006/relationships/slide" Target="slides/slide23.xml"/><Relationship Id="rId75" Type="http://schemas.openxmlformats.org/officeDocument/2006/relationships/font" Target="fonts/InterLight-bold.fntdata"/><Relationship Id="rId30" Type="http://schemas.openxmlformats.org/officeDocument/2006/relationships/slide" Target="slides/slide22.xml"/><Relationship Id="rId74" Type="http://schemas.openxmlformats.org/officeDocument/2006/relationships/font" Target="fonts/InterLight-regular.fntdata"/><Relationship Id="rId33" Type="http://schemas.openxmlformats.org/officeDocument/2006/relationships/slide" Target="slides/slide25.xml"/><Relationship Id="rId77" Type="http://schemas.openxmlformats.org/officeDocument/2006/relationships/font" Target="fonts/InterLight-boldItalic.fntdata"/><Relationship Id="rId32" Type="http://schemas.openxmlformats.org/officeDocument/2006/relationships/slide" Target="slides/slide24.xml"/><Relationship Id="rId76" Type="http://schemas.openxmlformats.org/officeDocument/2006/relationships/font" Target="fonts/InterLight-italic.fntdata"/><Relationship Id="rId35" Type="http://schemas.openxmlformats.org/officeDocument/2006/relationships/slide" Target="slides/slide27.xml"/><Relationship Id="rId79" Type="http://schemas.openxmlformats.org/officeDocument/2006/relationships/font" Target="fonts/InterSemiBold-bold.fntdata"/><Relationship Id="rId34" Type="http://schemas.openxmlformats.org/officeDocument/2006/relationships/slide" Target="slides/slide26.xml"/><Relationship Id="rId78" Type="http://schemas.openxmlformats.org/officeDocument/2006/relationships/font" Target="fonts/InterSemiBold-regular.fntdata"/><Relationship Id="rId71" Type="http://schemas.openxmlformats.org/officeDocument/2006/relationships/font" Target="fonts/Roboto-bold.fntdata"/><Relationship Id="rId70" Type="http://schemas.openxmlformats.org/officeDocument/2006/relationships/font" Target="fonts/Roboto-regular.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RobotoLight-regular.fntdata"/><Relationship Id="rId61" Type="http://schemas.openxmlformats.org/officeDocument/2006/relationships/font" Target="fonts/RobotoSemiBold-boldItalic.fntdata"/><Relationship Id="rId20" Type="http://schemas.openxmlformats.org/officeDocument/2006/relationships/slide" Target="slides/slide12.xml"/><Relationship Id="rId64" Type="http://schemas.openxmlformats.org/officeDocument/2006/relationships/font" Target="fonts/RobotoLight-italic.fntdata"/><Relationship Id="rId63" Type="http://schemas.openxmlformats.org/officeDocument/2006/relationships/font" Target="fonts/RobotoLight-bold.fntdata"/><Relationship Id="rId22" Type="http://schemas.openxmlformats.org/officeDocument/2006/relationships/slide" Target="slides/slide14.xml"/><Relationship Id="rId66" Type="http://schemas.openxmlformats.org/officeDocument/2006/relationships/font" Target="fonts/Archivo-regular.fntdata"/><Relationship Id="rId21" Type="http://schemas.openxmlformats.org/officeDocument/2006/relationships/slide" Target="slides/slide13.xml"/><Relationship Id="rId65" Type="http://schemas.openxmlformats.org/officeDocument/2006/relationships/font" Target="fonts/RobotoLight-boldItalic.fntdata"/><Relationship Id="rId24" Type="http://schemas.openxmlformats.org/officeDocument/2006/relationships/slide" Target="slides/slide16.xml"/><Relationship Id="rId68" Type="http://schemas.openxmlformats.org/officeDocument/2006/relationships/font" Target="fonts/Archivo-italic.fntdata"/><Relationship Id="rId23" Type="http://schemas.openxmlformats.org/officeDocument/2006/relationships/slide" Target="slides/slide15.xml"/><Relationship Id="rId67" Type="http://schemas.openxmlformats.org/officeDocument/2006/relationships/font" Target="fonts/Archivo-bold.fntdata"/><Relationship Id="rId60" Type="http://schemas.openxmlformats.org/officeDocument/2006/relationships/font" Target="fonts/RobotoSemiBold-italic.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Archivo-bold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Inter-bold.fntdata"/><Relationship Id="rId95" Type="http://schemas.openxmlformats.org/officeDocument/2006/relationships/font" Target="fonts/InterMedium-boldItalic.fntdata"/><Relationship Id="rId50" Type="http://schemas.openxmlformats.org/officeDocument/2006/relationships/font" Target="fonts/Inter-regular.fntdata"/><Relationship Id="rId94" Type="http://schemas.openxmlformats.org/officeDocument/2006/relationships/font" Target="fonts/InterMedium-italic.fntdata"/><Relationship Id="rId53" Type="http://schemas.openxmlformats.org/officeDocument/2006/relationships/font" Target="fonts/Inter-boldItalic.fntdata"/><Relationship Id="rId52" Type="http://schemas.openxmlformats.org/officeDocument/2006/relationships/font" Target="fonts/Inter-italic.fntdata"/><Relationship Id="rId11" Type="http://schemas.openxmlformats.org/officeDocument/2006/relationships/slide" Target="slides/slide3.xml"/><Relationship Id="rId55" Type="http://schemas.openxmlformats.org/officeDocument/2006/relationships/font" Target="fonts/PlusJakartaSansMedium-bold.fntdata"/><Relationship Id="rId10" Type="http://schemas.openxmlformats.org/officeDocument/2006/relationships/slide" Target="slides/slide2.xml"/><Relationship Id="rId54" Type="http://schemas.openxmlformats.org/officeDocument/2006/relationships/font" Target="fonts/PlusJakartaSansMedium-regular.fntdata"/><Relationship Id="rId13" Type="http://schemas.openxmlformats.org/officeDocument/2006/relationships/slide" Target="slides/slide5.xml"/><Relationship Id="rId57" Type="http://schemas.openxmlformats.org/officeDocument/2006/relationships/font" Target="fonts/PlusJakartaSansMedium-boldItalic.fntdata"/><Relationship Id="rId12" Type="http://schemas.openxmlformats.org/officeDocument/2006/relationships/slide" Target="slides/slide4.xml"/><Relationship Id="rId56" Type="http://schemas.openxmlformats.org/officeDocument/2006/relationships/font" Target="fonts/PlusJakartaSansMedium-italic.fntdata"/><Relationship Id="rId91" Type="http://schemas.openxmlformats.org/officeDocument/2006/relationships/font" Target="fonts/InterExtraLight-boldItalic.fntdata"/><Relationship Id="rId90" Type="http://schemas.openxmlformats.org/officeDocument/2006/relationships/font" Target="fonts/InterExtraLight-italic.fntdata"/><Relationship Id="rId93" Type="http://schemas.openxmlformats.org/officeDocument/2006/relationships/font" Target="fonts/InterMedium-bold.fntdata"/><Relationship Id="rId92" Type="http://schemas.openxmlformats.org/officeDocument/2006/relationships/font" Target="fonts/InterMedium-regular.fntdata"/><Relationship Id="rId15" Type="http://schemas.openxmlformats.org/officeDocument/2006/relationships/slide" Target="slides/slide7.xml"/><Relationship Id="rId59" Type="http://schemas.openxmlformats.org/officeDocument/2006/relationships/font" Target="fonts/RobotoSemiBold-bold.fntdata"/><Relationship Id="rId14" Type="http://schemas.openxmlformats.org/officeDocument/2006/relationships/slide" Target="slides/slide6.xml"/><Relationship Id="rId58" Type="http://schemas.openxmlformats.org/officeDocument/2006/relationships/font" Target="fonts/RobotoSemiBold-regular.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e79fb18dc5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e79fb18dc5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2fc0ae4b7_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e2fc0ae4b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e2fc0ae4b7_4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e2fc0ae4b7_4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2fc0ae4b7_4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e2fc0ae4b7_4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e2fc0ae4b7_2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e2fc0ae4b7_2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g3e2fc0ae4b7_2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2fc0ae4b7_2_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g3e2fc0ae4b7_2_6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g3e2fc0ae4b7_2_6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e2fc0ae4b7_2_3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 name="Google Shape;966;g3e2fc0ae4b7_2_3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 name="Google Shape;967;g3e2fc0ae4b7_2_3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e2fc0ae4b7_2_2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g3e2fc0ae4b7_2_26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9" name="Google Shape;999;g3e2fc0ae4b7_2_26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e2fc0ae4b7_2_28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g3e2fc0ae4b7_2_28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6" name="Google Shape;1026;g3e2fc0ae4b7_2_28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e2fc0ae4b7_2_3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g3e2fc0ae4b7_2_32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g3e2fc0ae4b7_2_32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e2fc0ae4b7_2_3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1" name="Google Shape;1101;g3e2fc0ae4b7_2_36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g3e2fc0ae4b7_2_36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3e2fc0ae4b7_2_4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7" name="Google Shape;1147;g3e2fc0ae4b7_2_40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g3e2fc0ae4b7_2_40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e2fc0ae4b7_2_4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6" name="Google Shape;1186;g3e2fc0ae4b7_2_44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7" name="Google Shape;1187;g3e2fc0ae4b7_2_44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e2fc0ae4b7_2_48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5" name="Google Shape;1225;g3e2fc0ae4b7_2_48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6" name="Google Shape;1226;g3e2fc0ae4b7_2_48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3e2fc0ae4b7_2_52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2" name="Google Shape;1262;g3e2fc0ae4b7_2_52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3" name="Google Shape;1263;g3e2fc0ae4b7_2_52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3e2fc0ae4b7_2_5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2" name="Google Shape;1302;g3e2fc0ae4b7_2_55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3" name="Google Shape;1303;g3e2fc0ae4b7_2_55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e2fc0ae4b7_0_2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7" name="Google Shape;1337;g3e2fc0ae4b7_0_2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8" name="Google Shape;1338;g3e2fc0ae4b7_0_2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e2fc0ae4b7_2_62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g3e2fc0ae4b7_2_62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3" name="Google Shape;1363;g3e2fc0ae4b7_2_62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3e2fc0ae4b7_4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3e2fc0ae4b7_4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g3e2fc0ae4b7_4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8" name="Google Shape;1408;g3e2fc0ae4b7_4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3e2fc0ae4b7_4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3e2fc0ae4b7_4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g3e2fc0ae4b7_4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0" name="Google Shape;1430;g3e2fc0ae4b7_4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e2fc0ae4b7_4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3e2fc0ae4b7_4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g3e2fc0ae4b7_0_6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g3e2fc0ae4b7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g3e2fc0ae4b7_4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1" name="Google Shape;1471;g3e2fc0ae4b7_4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e36254b85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3e36254b85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3e36254b8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1" name="Google Shape;1491;g3e36254b8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3e2fc0ae4b7_4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7" name="Google Shape;1507;g3e2fc0ae4b7_4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3e36254b85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3" name="Google Shape;1523;g3e36254b85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g3e36254b85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9" name="Google Shape;1539;g3e36254b85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3e2fc0ae4b7_2_6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5" name="Google Shape;1555;g3e2fc0ae4b7_2_65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6" name="Google Shape;1556;g3e2fc0ae4b7_2_65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g3e79fb18dc5_0_75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7" name="Google Shape;1577;g3e79fb18dc5_0_75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8" name="Google Shape;1578;g3e79fb18dc5_0_75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3efcc581b24_2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6" name="Google Shape;1586;g3efcc581b24_2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7" name="Google Shape;1587;g3efcc581b24_2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3efcc581b24_2_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3" name="Google Shape;1613;g3efcc581b24_2_2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4" name="Google Shape;1614;g3efcc581b24_2_2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3efcc581b24_2_7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3" name="Google Shape;1663;g3efcc581b24_2_7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4" name="Google Shape;1664;g3efcc581b24_2_7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3efcc581b24_2_1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7" name="Google Shape;1767;g3efcc581b24_2_18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8" name="Google Shape;1768;g3efcc581b24_2_18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4" name="Shape 1834"/>
        <p:cNvGrpSpPr/>
        <p:nvPr/>
      </p:nvGrpSpPr>
      <p:grpSpPr>
        <a:xfrm>
          <a:off x="0" y="0"/>
          <a:ext cx="0" cy="0"/>
          <a:chOff x="0" y="0"/>
          <a:chExt cx="0" cy="0"/>
        </a:xfrm>
      </p:grpSpPr>
      <p:sp>
        <p:nvSpPr>
          <p:cNvPr id="1835" name="Google Shape;1835;g3efcc581b24_2_2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6" name="Google Shape;1836;g3efcc581b24_2_24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7" name="Google Shape;1837;g3efcc581b24_2_24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g"/><Relationship Id="rId3" Type="http://schemas.openxmlformats.org/officeDocument/2006/relationships/image" Target="../media/image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 Id="rId3"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p:cSld name="Picture">
    <p:spTree>
      <p:nvGrpSpPr>
        <p:cNvPr id="50" name="Shape 50"/>
        <p:cNvGrpSpPr/>
        <p:nvPr/>
      </p:nvGrpSpPr>
      <p:grpSpPr>
        <a:xfrm>
          <a:off x="0" y="0"/>
          <a:ext cx="0" cy="0"/>
          <a:chOff x="0" y="0"/>
          <a:chExt cx="0" cy="0"/>
        </a:xfrm>
      </p:grpSpPr>
      <p:sp>
        <p:nvSpPr>
          <p:cNvPr id="51" name="Google Shape;51;p13"/>
          <p:cNvSpPr/>
          <p:nvPr>
            <p:ph idx="2" type="pic"/>
          </p:nvPr>
        </p:nvSpPr>
        <p:spPr>
          <a:xfrm>
            <a:off x="0" y="-1"/>
            <a:ext cx="9144000" cy="5143500"/>
          </a:xfrm>
          <a:prstGeom prst="rect">
            <a:avLst/>
          </a:prstGeom>
          <a:solidFill>
            <a:schemeClr val="accent5"/>
          </a:solidFill>
          <a:ln>
            <a:noFill/>
          </a:ln>
        </p:spPr>
      </p:sp>
      <p:sp>
        <p:nvSpPr>
          <p:cNvPr id="52" name="Google Shape;52;p13"/>
          <p:cNvSpPr txBox="1"/>
          <p:nvPr>
            <p:ph idx="12" type="sldNum"/>
          </p:nvPr>
        </p:nvSpPr>
        <p:spPr>
          <a:xfrm>
            <a:off x="328902" y="348788"/>
            <a:ext cx="416400" cy="117000"/>
          </a:xfrm>
          <a:prstGeom prst="rect">
            <a:avLst/>
          </a:prstGeom>
          <a:noFill/>
          <a:ln>
            <a:noFill/>
          </a:ln>
        </p:spPr>
        <p:txBody>
          <a:bodyPr anchorCtr="0" anchor="ctr" bIns="0" lIns="0" spcFirstLastPara="1" rIns="0" wrap="square" tIns="0">
            <a:normAutofit fontScale="92500" lnSpcReduction="20000"/>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rgbClr val="FFCC00"/>
        </a:solidFill>
      </p:bgPr>
    </p:bg>
    <p:spTree>
      <p:nvGrpSpPr>
        <p:cNvPr id="59" name="Shape 59"/>
        <p:cNvGrpSpPr/>
        <p:nvPr/>
      </p:nvGrpSpPr>
      <p:grpSpPr>
        <a:xfrm>
          <a:off x="0" y="0"/>
          <a:ext cx="0" cy="0"/>
          <a:chOff x="0" y="0"/>
          <a:chExt cx="0" cy="0"/>
        </a:xfrm>
      </p:grpSpPr>
      <p:sp>
        <p:nvSpPr>
          <p:cNvPr id="60" name="Google Shape;60;p17"/>
          <p:cNvSpPr txBox="1"/>
          <p:nvPr>
            <p:ph type="title"/>
          </p:nvPr>
        </p:nvSpPr>
        <p:spPr>
          <a:xfrm>
            <a:off x="420875" y="1402000"/>
            <a:ext cx="4324800" cy="2432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6000"/>
              <a:buFont typeface="Inter"/>
              <a:buNone/>
              <a:defRPr sz="6000">
                <a:solidFill>
                  <a:schemeClr val="lt1"/>
                </a:solidFill>
              </a:defRPr>
            </a:lvl1pPr>
            <a:lvl2pPr lvl="1">
              <a:lnSpc>
                <a:spcPct val="80000"/>
              </a:lnSpc>
              <a:spcBef>
                <a:spcPts val="0"/>
              </a:spcBef>
              <a:spcAft>
                <a:spcPts val="0"/>
              </a:spcAft>
              <a:buClr>
                <a:schemeClr val="lt1"/>
              </a:buClr>
              <a:buSzPts val="6000"/>
              <a:buFont typeface="Inter"/>
              <a:buNone/>
              <a:defRPr b="1" sz="6000">
                <a:solidFill>
                  <a:schemeClr val="lt1"/>
                </a:solidFill>
              </a:defRPr>
            </a:lvl2pPr>
            <a:lvl3pPr lvl="2">
              <a:lnSpc>
                <a:spcPct val="80000"/>
              </a:lnSpc>
              <a:spcBef>
                <a:spcPts val="0"/>
              </a:spcBef>
              <a:spcAft>
                <a:spcPts val="0"/>
              </a:spcAft>
              <a:buClr>
                <a:schemeClr val="lt1"/>
              </a:buClr>
              <a:buSzPts val="6000"/>
              <a:buFont typeface="Inter"/>
              <a:buNone/>
              <a:defRPr b="1" sz="6000">
                <a:solidFill>
                  <a:schemeClr val="lt1"/>
                </a:solidFill>
              </a:defRPr>
            </a:lvl3pPr>
            <a:lvl4pPr lvl="3">
              <a:lnSpc>
                <a:spcPct val="80000"/>
              </a:lnSpc>
              <a:spcBef>
                <a:spcPts val="0"/>
              </a:spcBef>
              <a:spcAft>
                <a:spcPts val="0"/>
              </a:spcAft>
              <a:buClr>
                <a:schemeClr val="lt1"/>
              </a:buClr>
              <a:buSzPts val="6000"/>
              <a:buFont typeface="Inter"/>
              <a:buNone/>
              <a:defRPr b="1" sz="6000">
                <a:solidFill>
                  <a:schemeClr val="lt1"/>
                </a:solidFill>
              </a:defRPr>
            </a:lvl4pPr>
            <a:lvl5pPr lvl="4">
              <a:lnSpc>
                <a:spcPct val="80000"/>
              </a:lnSpc>
              <a:spcBef>
                <a:spcPts val="0"/>
              </a:spcBef>
              <a:spcAft>
                <a:spcPts val="0"/>
              </a:spcAft>
              <a:buClr>
                <a:schemeClr val="lt1"/>
              </a:buClr>
              <a:buSzPts val="6000"/>
              <a:buFont typeface="Inter"/>
              <a:buNone/>
              <a:defRPr b="1" sz="6000">
                <a:solidFill>
                  <a:schemeClr val="lt1"/>
                </a:solidFill>
              </a:defRPr>
            </a:lvl5pPr>
            <a:lvl6pPr lvl="5">
              <a:lnSpc>
                <a:spcPct val="80000"/>
              </a:lnSpc>
              <a:spcBef>
                <a:spcPts val="0"/>
              </a:spcBef>
              <a:spcAft>
                <a:spcPts val="0"/>
              </a:spcAft>
              <a:buClr>
                <a:schemeClr val="lt1"/>
              </a:buClr>
              <a:buSzPts val="6000"/>
              <a:buFont typeface="Inter"/>
              <a:buNone/>
              <a:defRPr b="1" sz="6000">
                <a:solidFill>
                  <a:schemeClr val="lt1"/>
                </a:solidFill>
              </a:defRPr>
            </a:lvl6pPr>
            <a:lvl7pPr lvl="6">
              <a:lnSpc>
                <a:spcPct val="80000"/>
              </a:lnSpc>
              <a:spcBef>
                <a:spcPts val="0"/>
              </a:spcBef>
              <a:spcAft>
                <a:spcPts val="0"/>
              </a:spcAft>
              <a:buClr>
                <a:schemeClr val="lt1"/>
              </a:buClr>
              <a:buSzPts val="6000"/>
              <a:buFont typeface="Inter"/>
              <a:buNone/>
              <a:defRPr b="1" sz="6000">
                <a:solidFill>
                  <a:schemeClr val="lt1"/>
                </a:solidFill>
              </a:defRPr>
            </a:lvl7pPr>
            <a:lvl8pPr lvl="7">
              <a:lnSpc>
                <a:spcPct val="80000"/>
              </a:lnSpc>
              <a:spcBef>
                <a:spcPts val="0"/>
              </a:spcBef>
              <a:spcAft>
                <a:spcPts val="0"/>
              </a:spcAft>
              <a:buClr>
                <a:schemeClr val="lt1"/>
              </a:buClr>
              <a:buSzPts val="6000"/>
              <a:buFont typeface="Inter"/>
              <a:buNone/>
              <a:defRPr b="1" sz="6000">
                <a:solidFill>
                  <a:schemeClr val="lt1"/>
                </a:solidFill>
              </a:defRPr>
            </a:lvl8pPr>
            <a:lvl9pPr lvl="8">
              <a:lnSpc>
                <a:spcPct val="80000"/>
              </a:lnSpc>
              <a:spcBef>
                <a:spcPts val="0"/>
              </a:spcBef>
              <a:spcAft>
                <a:spcPts val="0"/>
              </a:spcAft>
              <a:buClr>
                <a:schemeClr val="lt1"/>
              </a:buClr>
              <a:buSzPts val="6000"/>
              <a:buFont typeface="Inter"/>
              <a:buNone/>
              <a:defRPr b="1" sz="6000">
                <a:solidFill>
                  <a:schemeClr val="lt1"/>
                </a:solidFill>
              </a:defRPr>
            </a:lvl9pPr>
          </a:lstStyle>
          <a:p/>
        </p:txBody>
      </p:sp>
      <p:sp>
        <p:nvSpPr>
          <p:cNvPr id="61" name="Google Shape;61;p17"/>
          <p:cNvSpPr txBox="1"/>
          <p:nvPr>
            <p:ph idx="2" type="title"/>
          </p:nvPr>
        </p:nvSpPr>
        <p:spPr>
          <a:xfrm>
            <a:off x="474350" y="3793500"/>
            <a:ext cx="4036500" cy="1153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800"/>
              <a:buFont typeface="Inter SemiBold"/>
              <a:buNone/>
              <a:defRPr b="0" sz="18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800"/>
              <a:buFont typeface="Inter"/>
              <a:buNone/>
              <a:defRPr sz="1800">
                <a:solidFill>
                  <a:schemeClr val="lt2"/>
                </a:solidFill>
              </a:defRPr>
            </a:lvl2pPr>
            <a:lvl3pPr lvl="2">
              <a:spcBef>
                <a:spcPts val="0"/>
              </a:spcBef>
              <a:spcAft>
                <a:spcPts val="0"/>
              </a:spcAft>
              <a:buClr>
                <a:schemeClr val="lt2"/>
              </a:buClr>
              <a:buSzPts val="1800"/>
              <a:buFont typeface="Inter"/>
              <a:buNone/>
              <a:defRPr sz="1800">
                <a:solidFill>
                  <a:schemeClr val="lt2"/>
                </a:solidFill>
              </a:defRPr>
            </a:lvl3pPr>
            <a:lvl4pPr lvl="3">
              <a:spcBef>
                <a:spcPts val="0"/>
              </a:spcBef>
              <a:spcAft>
                <a:spcPts val="0"/>
              </a:spcAft>
              <a:buClr>
                <a:schemeClr val="lt2"/>
              </a:buClr>
              <a:buSzPts val="1800"/>
              <a:buFont typeface="Inter"/>
              <a:buNone/>
              <a:defRPr sz="1800">
                <a:solidFill>
                  <a:schemeClr val="lt2"/>
                </a:solidFill>
              </a:defRPr>
            </a:lvl4pPr>
            <a:lvl5pPr lvl="4">
              <a:spcBef>
                <a:spcPts val="0"/>
              </a:spcBef>
              <a:spcAft>
                <a:spcPts val="0"/>
              </a:spcAft>
              <a:buClr>
                <a:schemeClr val="lt2"/>
              </a:buClr>
              <a:buSzPts val="1800"/>
              <a:buFont typeface="Inter"/>
              <a:buNone/>
              <a:defRPr sz="1800">
                <a:solidFill>
                  <a:schemeClr val="lt2"/>
                </a:solidFill>
              </a:defRPr>
            </a:lvl5pPr>
            <a:lvl6pPr lvl="5">
              <a:spcBef>
                <a:spcPts val="0"/>
              </a:spcBef>
              <a:spcAft>
                <a:spcPts val="0"/>
              </a:spcAft>
              <a:buClr>
                <a:schemeClr val="lt2"/>
              </a:buClr>
              <a:buSzPts val="1800"/>
              <a:buFont typeface="Inter"/>
              <a:buNone/>
              <a:defRPr sz="1800">
                <a:solidFill>
                  <a:schemeClr val="lt2"/>
                </a:solidFill>
              </a:defRPr>
            </a:lvl6pPr>
            <a:lvl7pPr lvl="6">
              <a:spcBef>
                <a:spcPts val="0"/>
              </a:spcBef>
              <a:spcAft>
                <a:spcPts val="0"/>
              </a:spcAft>
              <a:buClr>
                <a:schemeClr val="lt2"/>
              </a:buClr>
              <a:buSzPts val="1800"/>
              <a:buFont typeface="Inter"/>
              <a:buNone/>
              <a:defRPr sz="1800">
                <a:solidFill>
                  <a:schemeClr val="lt2"/>
                </a:solidFill>
              </a:defRPr>
            </a:lvl7pPr>
            <a:lvl8pPr lvl="7">
              <a:spcBef>
                <a:spcPts val="0"/>
              </a:spcBef>
              <a:spcAft>
                <a:spcPts val="0"/>
              </a:spcAft>
              <a:buClr>
                <a:schemeClr val="lt2"/>
              </a:buClr>
              <a:buSzPts val="1800"/>
              <a:buFont typeface="Inter"/>
              <a:buNone/>
              <a:defRPr sz="1800">
                <a:solidFill>
                  <a:schemeClr val="lt2"/>
                </a:solidFill>
              </a:defRPr>
            </a:lvl8pPr>
            <a:lvl9pPr lvl="8">
              <a:spcBef>
                <a:spcPts val="0"/>
              </a:spcBef>
              <a:spcAft>
                <a:spcPts val="0"/>
              </a:spcAft>
              <a:buClr>
                <a:schemeClr val="lt2"/>
              </a:buClr>
              <a:buSzPts val="1800"/>
              <a:buFont typeface="Inter"/>
              <a:buNone/>
              <a:defRPr sz="1800">
                <a:solidFill>
                  <a:schemeClr val="lt2"/>
                </a:solidFill>
              </a:defRPr>
            </a:lvl9pPr>
          </a:lstStyle>
          <a:p/>
        </p:txBody>
      </p:sp>
      <p:sp>
        <p:nvSpPr>
          <p:cNvPr id="62" name="Google Shape;62;p17"/>
          <p:cNvSpPr/>
          <p:nvPr>
            <p:ph idx="3" type="pic"/>
          </p:nvPr>
        </p:nvSpPr>
        <p:spPr>
          <a:xfrm>
            <a:off x="5039775" y="196800"/>
            <a:ext cx="3905400" cy="4749900"/>
          </a:xfrm>
          <a:prstGeom prst="roundRect">
            <a:avLst>
              <a:gd fmla="val 2053" name="adj"/>
            </a:avLst>
          </a:prstGeom>
          <a:noFill/>
          <a:ln>
            <a:noFill/>
          </a:ln>
        </p:spPr>
      </p:sp>
    </p:spTree>
  </p:cSld>
  <p:clrMapOvr>
    <a:masterClrMapping/>
  </p:clrMapOvr>
  <p:extLst>
    <p:ext uri="{DCECCB84-F9BA-43D5-87BE-67443E8EF086}">
      <p15:sldGuideLst>
        <p15:guide id="1" pos="353">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Divider Slide">
  <p:cSld name="CUSTOM_3">
    <p:bg>
      <p:bgPr>
        <a:solidFill>
          <a:schemeClr val="dk1"/>
        </a:solidFill>
      </p:bgPr>
    </p:bg>
    <p:spTree>
      <p:nvGrpSpPr>
        <p:cNvPr id="63" name="Shape 63"/>
        <p:cNvGrpSpPr/>
        <p:nvPr/>
      </p:nvGrpSpPr>
      <p:grpSpPr>
        <a:xfrm>
          <a:off x="0" y="0"/>
          <a:ext cx="0" cy="0"/>
          <a:chOff x="0" y="0"/>
          <a:chExt cx="0" cy="0"/>
        </a:xfrm>
      </p:grpSpPr>
      <p:sp>
        <p:nvSpPr>
          <p:cNvPr id="64" name="Google Shape;6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8"/>
          <p:cNvSpPr txBox="1"/>
          <p:nvPr>
            <p:ph type="title"/>
          </p:nvPr>
        </p:nvSpPr>
        <p:spPr>
          <a:xfrm>
            <a:off x="420875" y="1402000"/>
            <a:ext cx="4324800" cy="2432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6000"/>
              <a:buFont typeface="Inter"/>
              <a:buNone/>
              <a:defRPr sz="6000">
                <a:solidFill>
                  <a:schemeClr val="lt1"/>
                </a:solidFill>
              </a:defRPr>
            </a:lvl1pPr>
            <a:lvl2pPr lvl="1">
              <a:lnSpc>
                <a:spcPct val="80000"/>
              </a:lnSpc>
              <a:spcBef>
                <a:spcPts val="0"/>
              </a:spcBef>
              <a:spcAft>
                <a:spcPts val="0"/>
              </a:spcAft>
              <a:buClr>
                <a:schemeClr val="lt1"/>
              </a:buClr>
              <a:buSzPts val="6000"/>
              <a:buFont typeface="Inter"/>
              <a:buNone/>
              <a:defRPr b="1" sz="6000">
                <a:solidFill>
                  <a:schemeClr val="lt1"/>
                </a:solidFill>
              </a:defRPr>
            </a:lvl2pPr>
            <a:lvl3pPr lvl="2">
              <a:lnSpc>
                <a:spcPct val="80000"/>
              </a:lnSpc>
              <a:spcBef>
                <a:spcPts val="0"/>
              </a:spcBef>
              <a:spcAft>
                <a:spcPts val="0"/>
              </a:spcAft>
              <a:buClr>
                <a:schemeClr val="lt1"/>
              </a:buClr>
              <a:buSzPts val="6000"/>
              <a:buFont typeface="Inter"/>
              <a:buNone/>
              <a:defRPr b="1" sz="6000">
                <a:solidFill>
                  <a:schemeClr val="lt1"/>
                </a:solidFill>
              </a:defRPr>
            </a:lvl3pPr>
            <a:lvl4pPr lvl="3">
              <a:lnSpc>
                <a:spcPct val="80000"/>
              </a:lnSpc>
              <a:spcBef>
                <a:spcPts val="0"/>
              </a:spcBef>
              <a:spcAft>
                <a:spcPts val="0"/>
              </a:spcAft>
              <a:buClr>
                <a:schemeClr val="lt1"/>
              </a:buClr>
              <a:buSzPts val="6000"/>
              <a:buFont typeface="Inter"/>
              <a:buNone/>
              <a:defRPr b="1" sz="6000">
                <a:solidFill>
                  <a:schemeClr val="lt1"/>
                </a:solidFill>
              </a:defRPr>
            </a:lvl4pPr>
            <a:lvl5pPr lvl="4">
              <a:lnSpc>
                <a:spcPct val="80000"/>
              </a:lnSpc>
              <a:spcBef>
                <a:spcPts val="0"/>
              </a:spcBef>
              <a:spcAft>
                <a:spcPts val="0"/>
              </a:spcAft>
              <a:buClr>
                <a:schemeClr val="lt1"/>
              </a:buClr>
              <a:buSzPts val="6000"/>
              <a:buFont typeface="Inter"/>
              <a:buNone/>
              <a:defRPr b="1" sz="6000">
                <a:solidFill>
                  <a:schemeClr val="lt1"/>
                </a:solidFill>
              </a:defRPr>
            </a:lvl5pPr>
            <a:lvl6pPr lvl="5">
              <a:lnSpc>
                <a:spcPct val="80000"/>
              </a:lnSpc>
              <a:spcBef>
                <a:spcPts val="0"/>
              </a:spcBef>
              <a:spcAft>
                <a:spcPts val="0"/>
              </a:spcAft>
              <a:buClr>
                <a:schemeClr val="lt1"/>
              </a:buClr>
              <a:buSzPts val="6000"/>
              <a:buFont typeface="Inter"/>
              <a:buNone/>
              <a:defRPr b="1" sz="6000">
                <a:solidFill>
                  <a:schemeClr val="lt1"/>
                </a:solidFill>
              </a:defRPr>
            </a:lvl6pPr>
            <a:lvl7pPr lvl="6">
              <a:lnSpc>
                <a:spcPct val="80000"/>
              </a:lnSpc>
              <a:spcBef>
                <a:spcPts val="0"/>
              </a:spcBef>
              <a:spcAft>
                <a:spcPts val="0"/>
              </a:spcAft>
              <a:buClr>
                <a:schemeClr val="lt1"/>
              </a:buClr>
              <a:buSzPts val="6000"/>
              <a:buFont typeface="Inter"/>
              <a:buNone/>
              <a:defRPr b="1" sz="6000">
                <a:solidFill>
                  <a:schemeClr val="lt1"/>
                </a:solidFill>
              </a:defRPr>
            </a:lvl7pPr>
            <a:lvl8pPr lvl="7">
              <a:lnSpc>
                <a:spcPct val="80000"/>
              </a:lnSpc>
              <a:spcBef>
                <a:spcPts val="0"/>
              </a:spcBef>
              <a:spcAft>
                <a:spcPts val="0"/>
              </a:spcAft>
              <a:buClr>
                <a:schemeClr val="lt1"/>
              </a:buClr>
              <a:buSzPts val="6000"/>
              <a:buFont typeface="Inter"/>
              <a:buNone/>
              <a:defRPr b="1" sz="6000">
                <a:solidFill>
                  <a:schemeClr val="lt1"/>
                </a:solidFill>
              </a:defRPr>
            </a:lvl8pPr>
            <a:lvl9pPr lvl="8">
              <a:lnSpc>
                <a:spcPct val="80000"/>
              </a:lnSpc>
              <a:spcBef>
                <a:spcPts val="0"/>
              </a:spcBef>
              <a:spcAft>
                <a:spcPts val="0"/>
              </a:spcAft>
              <a:buClr>
                <a:schemeClr val="lt1"/>
              </a:buClr>
              <a:buSzPts val="6000"/>
              <a:buFont typeface="Inter"/>
              <a:buNone/>
              <a:defRPr b="1" sz="6000">
                <a:solidFill>
                  <a:schemeClr val="lt1"/>
                </a:solidFill>
              </a:defRPr>
            </a:lvl9pPr>
          </a:lstStyle>
          <a:p/>
        </p:txBody>
      </p:sp>
      <p:sp>
        <p:nvSpPr>
          <p:cNvPr id="66" name="Google Shape;66;p18"/>
          <p:cNvSpPr txBox="1"/>
          <p:nvPr>
            <p:ph idx="2" type="title"/>
          </p:nvPr>
        </p:nvSpPr>
        <p:spPr>
          <a:xfrm>
            <a:off x="474350" y="3793500"/>
            <a:ext cx="4036500" cy="1153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800"/>
              <a:buFont typeface="Inter SemiBold"/>
              <a:buNone/>
              <a:defRPr b="0" sz="18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9pPr>
          </a:lstStyle>
          <a:p/>
        </p:txBody>
      </p:sp>
      <p:cxnSp>
        <p:nvCxnSpPr>
          <p:cNvPr id="67" name="Google Shape;67;p18"/>
          <p:cNvCxnSpPr/>
          <p:nvPr/>
        </p:nvCxnSpPr>
        <p:spPr>
          <a:xfrm rot="10800000">
            <a:off x="560525" y="279400"/>
            <a:ext cx="149400" cy="0"/>
          </a:xfrm>
          <a:prstGeom prst="straightConnector1">
            <a:avLst/>
          </a:prstGeom>
          <a:noFill/>
          <a:ln cap="flat" cmpd="sng" w="9525">
            <a:solidFill>
              <a:schemeClr val="lt2"/>
            </a:solidFill>
            <a:prstDash val="solid"/>
            <a:round/>
            <a:headEnd len="med" w="med" type="none"/>
            <a:tailEnd len="med" w="med" type="none"/>
          </a:ln>
        </p:spPr>
      </p:cxnSp>
      <p:sp>
        <p:nvSpPr>
          <p:cNvPr id="68" name="Google Shape;68;p18"/>
          <p:cNvSpPr/>
          <p:nvPr>
            <p:ph idx="3" type="pic"/>
          </p:nvPr>
        </p:nvSpPr>
        <p:spPr>
          <a:xfrm>
            <a:off x="5039775" y="196800"/>
            <a:ext cx="3905400" cy="4749900"/>
          </a:xfrm>
          <a:prstGeom prst="roundRect">
            <a:avLst>
              <a:gd fmla="val 2053" name="adj"/>
            </a:avLst>
          </a:prstGeom>
          <a:noFill/>
          <a:ln>
            <a:noFill/>
          </a:ln>
        </p:spPr>
      </p:sp>
      <p:sp>
        <p:nvSpPr>
          <p:cNvPr id="69" name="Google Shape;69;p18"/>
          <p:cNvSpPr/>
          <p:nvPr/>
        </p:nvSpPr>
        <p:spPr>
          <a:xfrm>
            <a:off x="603475"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70" name="Google Shape;70;p18"/>
          <p:cNvSpPr txBox="1"/>
          <p:nvPr/>
        </p:nvSpPr>
        <p:spPr>
          <a:xfrm>
            <a:off x="420872" y="203200"/>
            <a:ext cx="428700" cy="3936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sp>
        <p:nvSpPr>
          <p:cNvPr id="71" name="Google Shape;71;p18"/>
          <p:cNvSpPr/>
          <p:nvPr/>
        </p:nvSpPr>
        <p:spPr>
          <a:xfrm>
            <a:off x="1644650"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sion / Mission" type="secHead">
  <p:cSld name="SECTION_HEADER">
    <p:bg>
      <p:bgPr>
        <a:solidFill>
          <a:schemeClr val="lt1"/>
        </a:solidFill>
      </p:bgPr>
    </p:bg>
    <p:spTree>
      <p:nvGrpSpPr>
        <p:cNvPr id="72" name="Shape 72"/>
        <p:cNvGrpSpPr/>
        <p:nvPr/>
      </p:nvGrpSpPr>
      <p:grpSpPr>
        <a:xfrm>
          <a:off x="0" y="0"/>
          <a:ext cx="0" cy="0"/>
          <a:chOff x="0" y="0"/>
          <a:chExt cx="0" cy="0"/>
        </a:xfrm>
      </p:grpSpPr>
      <p:sp>
        <p:nvSpPr>
          <p:cNvPr id="73" name="Google Shape;73;p19"/>
          <p:cNvSpPr/>
          <p:nvPr>
            <p:ph idx="2" type="pic"/>
          </p:nvPr>
        </p:nvSpPr>
        <p:spPr>
          <a:xfrm>
            <a:off x="5039775" y="203250"/>
            <a:ext cx="3905400" cy="2298600"/>
          </a:xfrm>
          <a:prstGeom prst="roundRect">
            <a:avLst>
              <a:gd fmla="val 2053" name="adj"/>
            </a:avLst>
          </a:prstGeom>
          <a:noFill/>
          <a:ln>
            <a:noFill/>
          </a:ln>
        </p:spPr>
      </p:sp>
      <p:cxnSp>
        <p:nvCxnSpPr>
          <p:cNvPr id="74" name="Google Shape;74;p19"/>
          <p:cNvCxnSpPr/>
          <p:nvPr/>
        </p:nvCxnSpPr>
        <p:spPr>
          <a:xfrm rot="10800000">
            <a:off x="560525" y="279400"/>
            <a:ext cx="149400" cy="0"/>
          </a:xfrm>
          <a:prstGeom prst="straightConnector1">
            <a:avLst/>
          </a:prstGeom>
          <a:noFill/>
          <a:ln cap="flat" cmpd="sng" w="9525">
            <a:solidFill>
              <a:schemeClr val="dk1"/>
            </a:solidFill>
            <a:prstDash val="solid"/>
            <a:round/>
            <a:headEnd len="med" w="med" type="none"/>
            <a:tailEnd len="med" w="med" type="none"/>
          </a:ln>
        </p:spPr>
      </p:cxnSp>
      <p:sp>
        <p:nvSpPr>
          <p:cNvPr id="75" name="Google Shape;75;p19"/>
          <p:cNvSpPr txBox="1"/>
          <p:nvPr>
            <p:ph idx="1" type="body"/>
          </p:nvPr>
        </p:nvSpPr>
        <p:spPr>
          <a:xfrm>
            <a:off x="452575" y="1853525"/>
            <a:ext cx="2965500" cy="2440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2"/>
              </a:buClr>
              <a:buSzPts val="1200"/>
              <a:buChar char="●"/>
              <a:defRPr/>
            </a:lvl1pPr>
            <a:lvl2pPr indent="-304800" lvl="1" marL="914400">
              <a:spcBef>
                <a:spcPts val="0"/>
              </a:spcBef>
              <a:spcAft>
                <a:spcPts val="0"/>
              </a:spcAft>
              <a:buClr>
                <a:schemeClr val="dk2"/>
              </a:buClr>
              <a:buSzPts val="1200"/>
              <a:buChar char="○"/>
              <a:defRPr/>
            </a:lvl2pPr>
            <a:lvl3pPr indent="-304800" lvl="2" marL="1371600">
              <a:spcBef>
                <a:spcPts val="0"/>
              </a:spcBef>
              <a:spcAft>
                <a:spcPts val="0"/>
              </a:spcAft>
              <a:buClr>
                <a:schemeClr val="dk2"/>
              </a:buClr>
              <a:buSzPts val="1200"/>
              <a:buChar char="■"/>
              <a:defRPr/>
            </a:lvl3pPr>
            <a:lvl4pPr indent="-304800" lvl="3" marL="1828800">
              <a:spcBef>
                <a:spcPts val="0"/>
              </a:spcBef>
              <a:spcAft>
                <a:spcPts val="0"/>
              </a:spcAft>
              <a:buClr>
                <a:schemeClr val="dk2"/>
              </a:buClr>
              <a:buSzPts val="1200"/>
              <a:buChar char="●"/>
              <a:defRPr/>
            </a:lvl4pPr>
            <a:lvl5pPr indent="-304800" lvl="4" marL="2286000">
              <a:spcBef>
                <a:spcPts val="0"/>
              </a:spcBef>
              <a:spcAft>
                <a:spcPts val="0"/>
              </a:spcAft>
              <a:buClr>
                <a:schemeClr val="dk2"/>
              </a:buClr>
              <a:buSzPts val="1200"/>
              <a:buChar char="○"/>
              <a:defRPr/>
            </a:lvl5pPr>
            <a:lvl6pPr indent="-304800" lvl="5" marL="2743200">
              <a:spcBef>
                <a:spcPts val="0"/>
              </a:spcBef>
              <a:spcAft>
                <a:spcPts val="0"/>
              </a:spcAft>
              <a:buClr>
                <a:schemeClr val="dk2"/>
              </a:buClr>
              <a:buSzPts val="1200"/>
              <a:buChar char="■"/>
              <a:defRPr/>
            </a:lvl6pPr>
            <a:lvl7pPr indent="-304800" lvl="6" marL="3200400">
              <a:spcBef>
                <a:spcPts val="0"/>
              </a:spcBef>
              <a:spcAft>
                <a:spcPts val="0"/>
              </a:spcAft>
              <a:buClr>
                <a:schemeClr val="dk2"/>
              </a:buClr>
              <a:buSzPts val="1200"/>
              <a:buChar char="●"/>
              <a:defRPr/>
            </a:lvl7pPr>
            <a:lvl8pPr indent="-304800" lvl="7" marL="3657600">
              <a:spcBef>
                <a:spcPts val="0"/>
              </a:spcBef>
              <a:spcAft>
                <a:spcPts val="0"/>
              </a:spcAft>
              <a:buClr>
                <a:schemeClr val="dk2"/>
              </a:buClr>
              <a:buSzPts val="1200"/>
              <a:buChar char="○"/>
              <a:defRPr/>
            </a:lvl8pPr>
            <a:lvl9pPr indent="-304800" lvl="8" marL="4114800">
              <a:spcBef>
                <a:spcPts val="0"/>
              </a:spcBef>
              <a:spcAft>
                <a:spcPts val="0"/>
              </a:spcAft>
              <a:buClr>
                <a:schemeClr val="dk2"/>
              </a:buClr>
              <a:buSzPts val="1200"/>
              <a:buChar char="■"/>
              <a:defRPr/>
            </a:lvl9pPr>
          </a:lstStyle>
          <a:p/>
        </p:txBody>
      </p:sp>
      <p:sp>
        <p:nvSpPr>
          <p:cNvPr id="76" name="Google Shape;76;p19"/>
          <p:cNvSpPr/>
          <p:nvPr>
            <p:ph idx="3" type="pic"/>
          </p:nvPr>
        </p:nvSpPr>
        <p:spPr>
          <a:xfrm>
            <a:off x="5039775" y="2624675"/>
            <a:ext cx="3905400" cy="2298600"/>
          </a:xfrm>
          <a:prstGeom prst="roundRect">
            <a:avLst>
              <a:gd fmla="val 2053" name="adj"/>
            </a:avLst>
          </a:prstGeom>
          <a:noFill/>
          <a:ln>
            <a:noFill/>
          </a:ln>
        </p:spPr>
      </p:sp>
      <p:sp>
        <p:nvSpPr>
          <p:cNvPr id="77" name="Google Shape;77;p19"/>
          <p:cNvSpPr txBox="1"/>
          <p:nvPr>
            <p:ph type="title"/>
          </p:nvPr>
        </p:nvSpPr>
        <p:spPr>
          <a:xfrm>
            <a:off x="452575" y="596800"/>
            <a:ext cx="4263600" cy="13392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4200"/>
              <a:buFont typeface="Inter"/>
              <a:buNone/>
              <a:defRPr/>
            </a:lvl1pPr>
            <a:lvl2pPr lvl="1">
              <a:lnSpc>
                <a:spcPct val="80000"/>
              </a:lnSpc>
              <a:spcBef>
                <a:spcPts val="0"/>
              </a:spcBef>
              <a:spcAft>
                <a:spcPts val="0"/>
              </a:spcAft>
              <a:buClr>
                <a:schemeClr val="dk2"/>
              </a:buClr>
              <a:buSzPts val="4800"/>
              <a:buFont typeface="Inter"/>
              <a:buNone/>
              <a:defRPr b="1" sz="4800"/>
            </a:lvl2pPr>
            <a:lvl3pPr lvl="2">
              <a:lnSpc>
                <a:spcPct val="80000"/>
              </a:lnSpc>
              <a:spcBef>
                <a:spcPts val="0"/>
              </a:spcBef>
              <a:spcAft>
                <a:spcPts val="0"/>
              </a:spcAft>
              <a:buClr>
                <a:schemeClr val="dk2"/>
              </a:buClr>
              <a:buSzPts val="4800"/>
              <a:buFont typeface="Inter"/>
              <a:buNone/>
              <a:defRPr b="1" sz="4800"/>
            </a:lvl3pPr>
            <a:lvl4pPr lvl="3">
              <a:lnSpc>
                <a:spcPct val="80000"/>
              </a:lnSpc>
              <a:spcBef>
                <a:spcPts val="0"/>
              </a:spcBef>
              <a:spcAft>
                <a:spcPts val="0"/>
              </a:spcAft>
              <a:buClr>
                <a:schemeClr val="dk2"/>
              </a:buClr>
              <a:buSzPts val="4800"/>
              <a:buFont typeface="Inter"/>
              <a:buNone/>
              <a:defRPr b="1" sz="4800"/>
            </a:lvl4pPr>
            <a:lvl5pPr lvl="4">
              <a:lnSpc>
                <a:spcPct val="80000"/>
              </a:lnSpc>
              <a:spcBef>
                <a:spcPts val="0"/>
              </a:spcBef>
              <a:spcAft>
                <a:spcPts val="0"/>
              </a:spcAft>
              <a:buClr>
                <a:schemeClr val="dk2"/>
              </a:buClr>
              <a:buSzPts val="4800"/>
              <a:buFont typeface="Inter"/>
              <a:buNone/>
              <a:defRPr b="1" sz="4800"/>
            </a:lvl5pPr>
            <a:lvl6pPr lvl="5">
              <a:lnSpc>
                <a:spcPct val="80000"/>
              </a:lnSpc>
              <a:spcBef>
                <a:spcPts val="0"/>
              </a:spcBef>
              <a:spcAft>
                <a:spcPts val="0"/>
              </a:spcAft>
              <a:buClr>
                <a:schemeClr val="dk2"/>
              </a:buClr>
              <a:buSzPts val="4800"/>
              <a:buFont typeface="Inter"/>
              <a:buNone/>
              <a:defRPr b="1" sz="4800"/>
            </a:lvl6pPr>
            <a:lvl7pPr lvl="6">
              <a:lnSpc>
                <a:spcPct val="80000"/>
              </a:lnSpc>
              <a:spcBef>
                <a:spcPts val="0"/>
              </a:spcBef>
              <a:spcAft>
                <a:spcPts val="0"/>
              </a:spcAft>
              <a:buClr>
                <a:schemeClr val="dk2"/>
              </a:buClr>
              <a:buSzPts val="4800"/>
              <a:buFont typeface="Inter"/>
              <a:buNone/>
              <a:defRPr b="1" sz="4800"/>
            </a:lvl7pPr>
            <a:lvl8pPr lvl="7">
              <a:lnSpc>
                <a:spcPct val="80000"/>
              </a:lnSpc>
              <a:spcBef>
                <a:spcPts val="0"/>
              </a:spcBef>
              <a:spcAft>
                <a:spcPts val="0"/>
              </a:spcAft>
              <a:buClr>
                <a:schemeClr val="dk2"/>
              </a:buClr>
              <a:buSzPts val="4800"/>
              <a:buFont typeface="Inter"/>
              <a:buNone/>
              <a:defRPr b="1" sz="4800"/>
            </a:lvl8pPr>
            <a:lvl9pPr lvl="8">
              <a:lnSpc>
                <a:spcPct val="80000"/>
              </a:lnSpc>
              <a:spcBef>
                <a:spcPts val="0"/>
              </a:spcBef>
              <a:spcAft>
                <a:spcPts val="0"/>
              </a:spcAft>
              <a:buClr>
                <a:schemeClr val="dk2"/>
              </a:buClr>
              <a:buSzPts val="4800"/>
              <a:buFont typeface="Inter"/>
              <a:buNone/>
              <a:defRPr b="1" sz="4800"/>
            </a:lvl9pPr>
          </a:lstStyle>
          <a:p/>
        </p:txBody>
      </p:sp>
      <p:sp>
        <p:nvSpPr>
          <p:cNvPr id="78" name="Google Shape;78;p19"/>
          <p:cNvSpPr/>
          <p:nvPr/>
        </p:nvSpPr>
        <p:spPr>
          <a:xfrm>
            <a:off x="603475"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79" name="Google Shape;79;p19"/>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dk1"/>
                </a:solidFill>
                <a:latin typeface="Inter Light"/>
                <a:ea typeface="Inter Light"/>
                <a:cs typeface="Inter Light"/>
                <a:sym typeface="Inter Light"/>
              </a:defRPr>
            </a:lvl1pPr>
            <a:lvl2pPr lvl="1" algn="ctr">
              <a:buNone/>
              <a:defRPr sz="800">
                <a:solidFill>
                  <a:schemeClr val="dk1"/>
                </a:solidFill>
                <a:latin typeface="Inter Light"/>
                <a:ea typeface="Inter Light"/>
                <a:cs typeface="Inter Light"/>
                <a:sym typeface="Inter Light"/>
              </a:defRPr>
            </a:lvl2pPr>
            <a:lvl3pPr lvl="2" algn="ctr">
              <a:buNone/>
              <a:defRPr sz="800">
                <a:solidFill>
                  <a:schemeClr val="dk1"/>
                </a:solidFill>
                <a:latin typeface="Inter Light"/>
                <a:ea typeface="Inter Light"/>
                <a:cs typeface="Inter Light"/>
                <a:sym typeface="Inter Light"/>
              </a:defRPr>
            </a:lvl3pPr>
            <a:lvl4pPr lvl="3" algn="ctr">
              <a:buNone/>
              <a:defRPr sz="800">
                <a:solidFill>
                  <a:schemeClr val="dk1"/>
                </a:solidFill>
                <a:latin typeface="Inter Light"/>
                <a:ea typeface="Inter Light"/>
                <a:cs typeface="Inter Light"/>
                <a:sym typeface="Inter Light"/>
              </a:defRPr>
            </a:lvl4pPr>
            <a:lvl5pPr lvl="4" algn="ctr">
              <a:buNone/>
              <a:defRPr sz="800">
                <a:solidFill>
                  <a:schemeClr val="dk1"/>
                </a:solidFill>
                <a:latin typeface="Inter Light"/>
                <a:ea typeface="Inter Light"/>
                <a:cs typeface="Inter Light"/>
                <a:sym typeface="Inter Light"/>
              </a:defRPr>
            </a:lvl5pPr>
            <a:lvl6pPr lvl="5" algn="ctr">
              <a:buNone/>
              <a:defRPr sz="800">
                <a:solidFill>
                  <a:schemeClr val="dk1"/>
                </a:solidFill>
                <a:latin typeface="Inter Light"/>
                <a:ea typeface="Inter Light"/>
                <a:cs typeface="Inter Light"/>
                <a:sym typeface="Inter Light"/>
              </a:defRPr>
            </a:lvl6pPr>
            <a:lvl7pPr lvl="6" algn="ctr">
              <a:buNone/>
              <a:defRPr sz="800">
                <a:solidFill>
                  <a:schemeClr val="dk1"/>
                </a:solidFill>
                <a:latin typeface="Inter Light"/>
                <a:ea typeface="Inter Light"/>
                <a:cs typeface="Inter Light"/>
                <a:sym typeface="Inter Light"/>
              </a:defRPr>
            </a:lvl7pPr>
            <a:lvl8pPr lvl="7" algn="ctr">
              <a:buNone/>
              <a:defRPr sz="800">
                <a:solidFill>
                  <a:schemeClr val="dk1"/>
                </a:solidFill>
                <a:latin typeface="Inter Light"/>
                <a:ea typeface="Inter Light"/>
                <a:cs typeface="Inter Light"/>
                <a:sym typeface="Inter Light"/>
              </a:defRPr>
            </a:lvl8pPr>
            <a:lvl9pPr lvl="8" algn="ctr">
              <a:buNone/>
              <a:defRPr sz="800">
                <a:solidFill>
                  <a:schemeClr val="dk1"/>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80" name="Google Shape;80;p19"/>
          <p:cNvSpPr/>
          <p:nvPr/>
        </p:nvSpPr>
        <p:spPr>
          <a:xfrm>
            <a:off x="1644650"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extLst>
    <p:ext uri="{DCECCB84-F9BA-43D5-87BE-67443E8EF086}">
      <p15:sldGuideLst>
        <p15:guide id="1" orient="horz" pos="432">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type="tx">
  <p:cSld name="TITLE_AND_BODY">
    <p:bg>
      <p:bgPr>
        <a:solidFill>
          <a:schemeClr val="dk2"/>
        </a:solidFill>
      </p:bgPr>
    </p:bg>
    <p:spTree>
      <p:nvGrpSpPr>
        <p:cNvPr id="81" name="Shape 81"/>
        <p:cNvGrpSpPr/>
        <p:nvPr/>
      </p:nvGrpSpPr>
      <p:grpSpPr>
        <a:xfrm>
          <a:off x="0" y="0"/>
          <a:ext cx="0" cy="0"/>
          <a:chOff x="0" y="0"/>
          <a:chExt cx="0" cy="0"/>
        </a:xfrm>
      </p:grpSpPr>
      <p:cxnSp>
        <p:nvCxnSpPr>
          <p:cNvPr id="82" name="Google Shape;82;p20"/>
          <p:cNvCxnSpPr/>
          <p:nvPr/>
        </p:nvCxnSpPr>
        <p:spPr>
          <a:xfrm rot="10800000">
            <a:off x="560525" y="279400"/>
            <a:ext cx="149400" cy="0"/>
          </a:xfrm>
          <a:prstGeom prst="straightConnector1">
            <a:avLst/>
          </a:prstGeom>
          <a:noFill/>
          <a:ln cap="flat" cmpd="sng" w="9525">
            <a:solidFill>
              <a:schemeClr val="lt2"/>
            </a:solidFill>
            <a:prstDash val="solid"/>
            <a:round/>
            <a:headEnd len="med" w="med" type="none"/>
            <a:tailEnd len="med" w="med" type="none"/>
          </a:ln>
        </p:spPr>
      </p:cxnSp>
      <p:sp>
        <p:nvSpPr>
          <p:cNvPr id="83" name="Google Shape;83;p20"/>
          <p:cNvSpPr txBox="1"/>
          <p:nvPr>
            <p:ph type="title"/>
          </p:nvPr>
        </p:nvSpPr>
        <p:spPr>
          <a:xfrm>
            <a:off x="420875" y="1552350"/>
            <a:ext cx="6231300" cy="1688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6000"/>
              <a:buFont typeface="Inter"/>
              <a:buNone/>
              <a:defRPr sz="6000">
                <a:solidFill>
                  <a:schemeClr val="lt1"/>
                </a:solidFill>
              </a:defRPr>
            </a:lvl1pPr>
            <a:lvl2pPr lvl="1">
              <a:lnSpc>
                <a:spcPct val="80000"/>
              </a:lnSpc>
              <a:spcBef>
                <a:spcPts val="0"/>
              </a:spcBef>
              <a:spcAft>
                <a:spcPts val="0"/>
              </a:spcAft>
              <a:buClr>
                <a:schemeClr val="lt1"/>
              </a:buClr>
              <a:buSzPts val="6000"/>
              <a:buFont typeface="Inter"/>
              <a:buNone/>
              <a:defRPr b="1" sz="6000">
                <a:solidFill>
                  <a:schemeClr val="lt1"/>
                </a:solidFill>
              </a:defRPr>
            </a:lvl2pPr>
            <a:lvl3pPr lvl="2">
              <a:lnSpc>
                <a:spcPct val="80000"/>
              </a:lnSpc>
              <a:spcBef>
                <a:spcPts val="0"/>
              </a:spcBef>
              <a:spcAft>
                <a:spcPts val="0"/>
              </a:spcAft>
              <a:buClr>
                <a:schemeClr val="lt1"/>
              </a:buClr>
              <a:buSzPts val="6000"/>
              <a:buFont typeface="Inter"/>
              <a:buNone/>
              <a:defRPr b="1" sz="6000">
                <a:solidFill>
                  <a:schemeClr val="lt1"/>
                </a:solidFill>
              </a:defRPr>
            </a:lvl3pPr>
            <a:lvl4pPr lvl="3">
              <a:lnSpc>
                <a:spcPct val="80000"/>
              </a:lnSpc>
              <a:spcBef>
                <a:spcPts val="0"/>
              </a:spcBef>
              <a:spcAft>
                <a:spcPts val="0"/>
              </a:spcAft>
              <a:buClr>
                <a:schemeClr val="lt1"/>
              </a:buClr>
              <a:buSzPts val="6000"/>
              <a:buFont typeface="Inter"/>
              <a:buNone/>
              <a:defRPr b="1" sz="6000">
                <a:solidFill>
                  <a:schemeClr val="lt1"/>
                </a:solidFill>
              </a:defRPr>
            </a:lvl4pPr>
            <a:lvl5pPr lvl="4">
              <a:lnSpc>
                <a:spcPct val="80000"/>
              </a:lnSpc>
              <a:spcBef>
                <a:spcPts val="0"/>
              </a:spcBef>
              <a:spcAft>
                <a:spcPts val="0"/>
              </a:spcAft>
              <a:buClr>
                <a:schemeClr val="lt1"/>
              </a:buClr>
              <a:buSzPts val="6000"/>
              <a:buFont typeface="Inter"/>
              <a:buNone/>
              <a:defRPr b="1" sz="6000">
                <a:solidFill>
                  <a:schemeClr val="lt1"/>
                </a:solidFill>
              </a:defRPr>
            </a:lvl5pPr>
            <a:lvl6pPr lvl="5">
              <a:lnSpc>
                <a:spcPct val="80000"/>
              </a:lnSpc>
              <a:spcBef>
                <a:spcPts val="0"/>
              </a:spcBef>
              <a:spcAft>
                <a:spcPts val="0"/>
              </a:spcAft>
              <a:buClr>
                <a:schemeClr val="lt1"/>
              </a:buClr>
              <a:buSzPts val="6000"/>
              <a:buFont typeface="Inter"/>
              <a:buNone/>
              <a:defRPr b="1" sz="6000">
                <a:solidFill>
                  <a:schemeClr val="lt1"/>
                </a:solidFill>
              </a:defRPr>
            </a:lvl6pPr>
            <a:lvl7pPr lvl="6">
              <a:lnSpc>
                <a:spcPct val="80000"/>
              </a:lnSpc>
              <a:spcBef>
                <a:spcPts val="0"/>
              </a:spcBef>
              <a:spcAft>
                <a:spcPts val="0"/>
              </a:spcAft>
              <a:buClr>
                <a:schemeClr val="lt1"/>
              </a:buClr>
              <a:buSzPts val="6000"/>
              <a:buFont typeface="Inter"/>
              <a:buNone/>
              <a:defRPr b="1" sz="6000">
                <a:solidFill>
                  <a:schemeClr val="lt1"/>
                </a:solidFill>
              </a:defRPr>
            </a:lvl7pPr>
            <a:lvl8pPr lvl="7">
              <a:lnSpc>
                <a:spcPct val="80000"/>
              </a:lnSpc>
              <a:spcBef>
                <a:spcPts val="0"/>
              </a:spcBef>
              <a:spcAft>
                <a:spcPts val="0"/>
              </a:spcAft>
              <a:buClr>
                <a:schemeClr val="lt1"/>
              </a:buClr>
              <a:buSzPts val="6000"/>
              <a:buFont typeface="Inter"/>
              <a:buNone/>
              <a:defRPr b="1" sz="6000">
                <a:solidFill>
                  <a:schemeClr val="lt1"/>
                </a:solidFill>
              </a:defRPr>
            </a:lvl8pPr>
            <a:lvl9pPr lvl="8">
              <a:lnSpc>
                <a:spcPct val="80000"/>
              </a:lnSpc>
              <a:spcBef>
                <a:spcPts val="0"/>
              </a:spcBef>
              <a:spcAft>
                <a:spcPts val="0"/>
              </a:spcAft>
              <a:buClr>
                <a:schemeClr val="lt1"/>
              </a:buClr>
              <a:buSzPts val="6000"/>
              <a:buFont typeface="Inter"/>
              <a:buNone/>
              <a:defRPr b="1" sz="6000">
                <a:solidFill>
                  <a:schemeClr val="lt1"/>
                </a:solidFill>
              </a:defRPr>
            </a:lvl9pPr>
          </a:lstStyle>
          <a:p/>
        </p:txBody>
      </p:sp>
      <p:sp>
        <p:nvSpPr>
          <p:cNvPr id="84" name="Google Shape;84;p20"/>
          <p:cNvSpPr txBox="1"/>
          <p:nvPr>
            <p:ph idx="2" type="title"/>
          </p:nvPr>
        </p:nvSpPr>
        <p:spPr>
          <a:xfrm>
            <a:off x="472350" y="3144800"/>
            <a:ext cx="2965500" cy="164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800"/>
              <a:buFont typeface="Inter SemiBold"/>
              <a:buNone/>
              <a:defRPr b="0" sz="18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9pPr>
          </a:lstStyle>
          <a:p/>
        </p:txBody>
      </p:sp>
      <p:sp>
        <p:nvSpPr>
          <p:cNvPr id="85" name="Google Shape;85;p20"/>
          <p:cNvSpPr/>
          <p:nvPr/>
        </p:nvSpPr>
        <p:spPr>
          <a:xfrm>
            <a:off x="603475"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86" name="Google Shape;86;p20"/>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lt2"/>
                </a:solidFill>
                <a:latin typeface="Inter Light"/>
                <a:ea typeface="Inter Light"/>
                <a:cs typeface="Inter Light"/>
                <a:sym typeface="Inter Light"/>
              </a:defRPr>
            </a:lvl1pPr>
            <a:lvl2pPr lvl="1" algn="ctr">
              <a:buNone/>
              <a:defRPr sz="800">
                <a:solidFill>
                  <a:schemeClr val="lt2"/>
                </a:solidFill>
                <a:latin typeface="Inter Light"/>
                <a:ea typeface="Inter Light"/>
                <a:cs typeface="Inter Light"/>
                <a:sym typeface="Inter Light"/>
              </a:defRPr>
            </a:lvl2pPr>
            <a:lvl3pPr lvl="2" algn="ctr">
              <a:buNone/>
              <a:defRPr sz="800">
                <a:solidFill>
                  <a:schemeClr val="lt2"/>
                </a:solidFill>
                <a:latin typeface="Inter Light"/>
                <a:ea typeface="Inter Light"/>
                <a:cs typeface="Inter Light"/>
                <a:sym typeface="Inter Light"/>
              </a:defRPr>
            </a:lvl3pPr>
            <a:lvl4pPr lvl="3" algn="ctr">
              <a:buNone/>
              <a:defRPr sz="800">
                <a:solidFill>
                  <a:schemeClr val="lt2"/>
                </a:solidFill>
                <a:latin typeface="Inter Light"/>
                <a:ea typeface="Inter Light"/>
                <a:cs typeface="Inter Light"/>
                <a:sym typeface="Inter Light"/>
              </a:defRPr>
            </a:lvl4pPr>
            <a:lvl5pPr lvl="4" algn="ctr">
              <a:buNone/>
              <a:defRPr sz="800">
                <a:solidFill>
                  <a:schemeClr val="lt2"/>
                </a:solidFill>
                <a:latin typeface="Inter Light"/>
                <a:ea typeface="Inter Light"/>
                <a:cs typeface="Inter Light"/>
                <a:sym typeface="Inter Light"/>
              </a:defRPr>
            </a:lvl5pPr>
            <a:lvl6pPr lvl="5" algn="ctr">
              <a:buNone/>
              <a:defRPr sz="800">
                <a:solidFill>
                  <a:schemeClr val="lt2"/>
                </a:solidFill>
                <a:latin typeface="Inter Light"/>
                <a:ea typeface="Inter Light"/>
                <a:cs typeface="Inter Light"/>
                <a:sym typeface="Inter Light"/>
              </a:defRPr>
            </a:lvl6pPr>
            <a:lvl7pPr lvl="6" algn="ctr">
              <a:buNone/>
              <a:defRPr sz="800">
                <a:solidFill>
                  <a:schemeClr val="lt2"/>
                </a:solidFill>
                <a:latin typeface="Inter Light"/>
                <a:ea typeface="Inter Light"/>
                <a:cs typeface="Inter Light"/>
                <a:sym typeface="Inter Light"/>
              </a:defRPr>
            </a:lvl7pPr>
            <a:lvl8pPr lvl="7" algn="ctr">
              <a:buNone/>
              <a:defRPr sz="800">
                <a:solidFill>
                  <a:schemeClr val="lt2"/>
                </a:solidFill>
                <a:latin typeface="Inter Light"/>
                <a:ea typeface="Inter Light"/>
                <a:cs typeface="Inter Light"/>
                <a:sym typeface="Inter Light"/>
              </a:defRPr>
            </a:lvl8pPr>
            <a:lvl9pPr lvl="8" algn="ctr">
              <a:buNone/>
              <a:defRPr sz="800">
                <a:solidFill>
                  <a:schemeClr val="lt2"/>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87" name="Google Shape;87;p20"/>
          <p:cNvSpPr/>
          <p:nvPr/>
        </p:nvSpPr>
        <p:spPr>
          <a:xfrm>
            <a:off x="1644650"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extLst>
    <p:ext uri="{DCECCB84-F9BA-43D5-87BE-67443E8EF086}">
      <p15:sldGuideLst>
        <p15:guide id="1" pos="353">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Model" type="twoColTx">
  <p:cSld name="TITLE_AND_TWO_COLUMNS">
    <p:bg>
      <p:bgPr>
        <a:solidFill>
          <a:schemeClr val="dk1"/>
        </a:solidFill>
      </p:bgPr>
    </p:bg>
    <p:spTree>
      <p:nvGrpSpPr>
        <p:cNvPr id="88" name="Shape 88"/>
        <p:cNvGrpSpPr/>
        <p:nvPr/>
      </p:nvGrpSpPr>
      <p:grpSpPr>
        <a:xfrm>
          <a:off x="0" y="0"/>
          <a:ext cx="0" cy="0"/>
          <a:chOff x="0" y="0"/>
          <a:chExt cx="0" cy="0"/>
        </a:xfrm>
      </p:grpSpPr>
      <p:sp>
        <p:nvSpPr>
          <p:cNvPr id="89" name="Google Shape;8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90" name="Google Shape;90;p21"/>
          <p:cNvCxnSpPr/>
          <p:nvPr/>
        </p:nvCxnSpPr>
        <p:spPr>
          <a:xfrm rot="10800000">
            <a:off x="560525" y="279400"/>
            <a:ext cx="149400" cy="0"/>
          </a:xfrm>
          <a:prstGeom prst="straightConnector1">
            <a:avLst/>
          </a:prstGeom>
          <a:noFill/>
          <a:ln cap="flat" cmpd="sng" w="9525">
            <a:solidFill>
              <a:schemeClr val="lt2"/>
            </a:solidFill>
            <a:prstDash val="solid"/>
            <a:round/>
            <a:headEnd len="med" w="med" type="none"/>
            <a:tailEnd len="med" w="med" type="none"/>
          </a:ln>
        </p:spPr>
      </p:cxnSp>
      <p:sp>
        <p:nvSpPr>
          <p:cNvPr id="91" name="Google Shape;91;p21"/>
          <p:cNvSpPr txBox="1"/>
          <p:nvPr>
            <p:ph type="title"/>
          </p:nvPr>
        </p:nvSpPr>
        <p:spPr>
          <a:xfrm>
            <a:off x="450850" y="596800"/>
            <a:ext cx="6767700" cy="1431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p:txBody>
      </p:sp>
      <p:sp>
        <p:nvSpPr>
          <p:cNvPr id="92" name="Google Shape;92;p21"/>
          <p:cNvSpPr txBox="1"/>
          <p:nvPr>
            <p:ph idx="1" type="body"/>
          </p:nvPr>
        </p:nvSpPr>
        <p:spPr>
          <a:xfrm>
            <a:off x="560525" y="3718900"/>
            <a:ext cx="3552600" cy="8736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93" name="Google Shape;93;p21"/>
          <p:cNvSpPr txBox="1"/>
          <p:nvPr>
            <p:ph idx="2" type="body"/>
          </p:nvPr>
        </p:nvSpPr>
        <p:spPr>
          <a:xfrm>
            <a:off x="4113125" y="3718900"/>
            <a:ext cx="3552600" cy="8736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94" name="Google Shape;94;p21"/>
          <p:cNvSpPr/>
          <p:nvPr/>
        </p:nvSpPr>
        <p:spPr>
          <a:xfrm>
            <a:off x="603475"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95" name="Google Shape;95;p21"/>
          <p:cNvSpPr txBox="1"/>
          <p:nvPr>
            <p:ph idx="3"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lt2"/>
                </a:solidFill>
                <a:latin typeface="Inter Light"/>
                <a:ea typeface="Inter Light"/>
                <a:cs typeface="Inter Light"/>
                <a:sym typeface="Inter Light"/>
              </a:defRPr>
            </a:lvl1pPr>
            <a:lvl2pPr lvl="1" algn="ctr">
              <a:buNone/>
              <a:defRPr sz="800">
                <a:solidFill>
                  <a:schemeClr val="lt2"/>
                </a:solidFill>
                <a:latin typeface="Inter Light"/>
                <a:ea typeface="Inter Light"/>
                <a:cs typeface="Inter Light"/>
                <a:sym typeface="Inter Light"/>
              </a:defRPr>
            </a:lvl2pPr>
            <a:lvl3pPr lvl="2" algn="ctr">
              <a:buNone/>
              <a:defRPr sz="800">
                <a:solidFill>
                  <a:schemeClr val="lt2"/>
                </a:solidFill>
                <a:latin typeface="Inter Light"/>
                <a:ea typeface="Inter Light"/>
                <a:cs typeface="Inter Light"/>
                <a:sym typeface="Inter Light"/>
              </a:defRPr>
            </a:lvl3pPr>
            <a:lvl4pPr lvl="3" algn="ctr">
              <a:buNone/>
              <a:defRPr sz="800">
                <a:solidFill>
                  <a:schemeClr val="lt2"/>
                </a:solidFill>
                <a:latin typeface="Inter Light"/>
                <a:ea typeface="Inter Light"/>
                <a:cs typeface="Inter Light"/>
                <a:sym typeface="Inter Light"/>
              </a:defRPr>
            </a:lvl4pPr>
            <a:lvl5pPr lvl="4" algn="ctr">
              <a:buNone/>
              <a:defRPr sz="800">
                <a:solidFill>
                  <a:schemeClr val="lt2"/>
                </a:solidFill>
                <a:latin typeface="Inter Light"/>
                <a:ea typeface="Inter Light"/>
                <a:cs typeface="Inter Light"/>
                <a:sym typeface="Inter Light"/>
              </a:defRPr>
            </a:lvl5pPr>
            <a:lvl6pPr lvl="5" algn="ctr">
              <a:buNone/>
              <a:defRPr sz="800">
                <a:solidFill>
                  <a:schemeClr val="lt2"/>
                </a:solidFill>
                <a:latin typeface="Inter Light"/>
                <a:ea typeface="Inter Light"/>
                <a:cs typeface="Inter Light"/>
                <a:sym typeface="Inter Light"/>
              </a:defRPr>
            </a:lvl6pPr>
            <a:lvl7pPr lvl="6" algn="ctr">
              <a:buNone/>
              <a:defRPr sz="800">
                <a:solidFill>
                  <a:schemeClr val="lt2"/>
                </a:solidFill>
                <a:latin typeface="Inter Light"/>
                <a:ea typeface="Inter Light"/>
                <a:cs typeface="Inter Light"/>
                <a:sym typeface="Inter Light"/>
              </a:defRPr>
            </a:lvl7pPr>
            <a:lvl8pPr lvl="7" algn="ctr">
              <a:buNone/>
              <a:defRPr sz="800">
                <a:solidFill>
                  <a:schemeClr val="lt2"/>
                </a:solidFill>
                <a:latin typeface="Inter Light"/>
                <a:ea typeface="Inter Light"/>
                <a:cs typeface="Inter Light"/>
                <a:sym typeface="Inter Light"/>
              </a:defRPr>
            </a:lvl8pPr>
            <a:lvl9pPr lvl="8" algn="ctr">
              <a:buNone/>
              <a:defRPr sz="800">
                <a:solidFill>
                  <a:schemeClr val="lt2"/>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96" name="Google Shape;96;p21"/>
          <p:cNvSpPr/>
          <p:nvPr/>
        </p:nvSpPr>
        <p:spPr>
          <a:xfrm>
            <a:off x="1644650"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Timeline" type="titleOnly">
  <p:cSld name="TITLE_ONLY">
    <p:bg>
      <p:bgPr>
        <a:solidFill>
          <a:schemeClr val="lt1"/>
        </a:solidFill>
      </p:bgPr>
    </p:bg>
    <p:spTree>
      <p:nvGrpSpPr>
        <p:cNvPr id="97" name="Shape 97"/>
        <p:cNvGrpSpPr/>
        <p:nvPr/>
      </p:nvGrpSpPr>
      <p:grpSpPr>
        <a:xfrm>
          <a:off x="0" y="0"/>
          <a:ext cx="0" cy="0"/>
          <a:chOff x="0" y="0"/>
          <a:chExt cx="0" cy="0"/>
        </a:xfrm>
      </p:grpSpPr>
      <p:sp>
        <p:nvSpPr>
          <p:cNvPr id="98" name="Google Shape;9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99" name="Google Shape;99;p22"/>
          <p:cNvCxnSpPr/>
          <p:nvPr/>
        </p:nvCxnSpPr>
        <p:spPr>
          <a:xfrm rot="10800000">
            <a:off x="560525" y="279400"/>
            <a:ext cx="149400" cy="0"/>
          </a:xfrm>
          <a:prstGeom prst="straightConnector1">
            <a:avLst/>
          </a:prstGeom>
          <a:noFill/>
          <a:ln cap="flat" cmpd="sng" w="9525">
            <a:solidFill>
              <a:schemeClr val="dk1"/>
            </a:solidFill>
            <a:prstDash val="solid"/>
            <a:round/>
            <a:headEnd len="med" w="med" type="none"/>
            <a:tailEnd len="med" w="med" type="none"/>
          </a:ln>
        </p:spPr>
      </p:cxnSp>
      <p:sp>
        <p:nvSpPr>
          <p:cNvPr id="100" name="Google Shape;100;p22"/>
          <p:cNvSpPr txBox="1"/>
          <p:nvPr>
            <p:ph type="title"/>
          </p:nvPr>
        </p:nvSpPr>
        <p:spPr>
          <a:xfrm>
            <a:off x="452575" y="596800"/>
            <a:ext cx="6868800" cy="13392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4200"/>
              <a:buFont typeface="Inter"/>
              <a:buNone/>
              <a:defRPr/>
            </a:lvl1pPr>
            <a:lvl2pPr lvl="1">
              <a:lnSpc>
                <a:spcPct val="80000"/>
              </a:lnSpc>
              <a:spcBef>
                <a:spcPts val="0"/>
              </a:spcBef>
              <a:spcAft>
                <a:spcPts val="0"/>
              </a:spcAft>
              <a:buClr>
                <a:schemeClr val="dk2"/>
              </a:buClr>
              <a:buSzPts val="4800"/>
              <a:buFont typeface="Inter"/>
              <a:buNone/>
              <a:defRPr b="1" sz="4800"/>
            </a:lvl2pPr>
            <a:lvl3pPr lvl="2">
              <a:lnSpc>
                <a:spcPct val="80000"/>
              </a:lnSpc>
              <a:spcBef>
                <a:spcPts val="0"/>
              </a:spcBef>
              <a:spcAft>
                <a:spcPts val="0"/>
              </a:spcAft>
              <a:buClr>
                <a:schemeClr val="dk2"/>
              </a:buClr>
              <a:buSzPts val="4800"/>
              <a:buFont typeface="Inter"/>
              <a:buNone/>
              <a:defRPr b="1" sz="4800"/>
            </a:lvl3pPr>
            <a:lvl4pPr lvl="3">
              <a:lnSpc>
                <a:spcPct val="80000"/>
              </a:lnSpc>
              <a:spcBef>
                <a:spcPts val="0"/>
              </a:spcBef>
              <a:spcAft>
                <a:spcPts val="0"/>
              </a:spcAft>
              <a:buClr>
                <a:schemeClr val="dk2"/>
              </a:buClr>
              <a:buSzPts val="4800"/>
              <a:buFont typeface="Inter"/>
              <a:buNone/>
              <a:defRPr b="1" sz="4800"/>
            </a:lvl4pPr>
            <a:lvl5pPr lvl="4">
              <a:lnSpc>
                <a:spcPct val="80000"/>
              </a:lnSpc>
              <a:spcBef>
                <a:spcPts val="0"/>
              </a:spcBef>
              <a:spcAft>
                <a:spcPts val="0"/>
              </a:spcAft>
              <a:buClr>
                <a:schemeClr val="dk2"/>
              </a:buClr>
              <a:buSzPts val="4800"/>
              <a:buFont typeface="Inter"/>
              <a:buNone/>
              <a:defRPr b="1" sz="4800"/>
            </a:lvl5pPr>
            <a:lvl6pPr lvl="5">
              <a:lnSpc>
                <a:spcPct val="80000"/>
              </a:lnSpc>
              <a:spcBef>
                <a:spcPts val="0"/>
              </a:spcBef>
              <a:spcAft>
                <a:spcPts val="0"/>
              </a:spcAft>
              <a:buClr>
                <a:schemeClr val="dk2"/>
              </a:buClr>
              <a:buSzPts val="4800"/>
              <a:buFont typeface="Inter"/>
              <a:buNone/>
              <a:defRPr b="1" sz="4800"/>
            </a:lvl6pPr>
            <a:lvl7pPr lvl="6">
              <a:lnSpc>
                <a:spcPct val="80000"/>
              </a:lnSpc>
              <a:spcBef>
                <a:spcPts val="0"/>
              </a:spcBef>
              <a:spcAft>
                <a:spcPts val="0"/>
              </a:spcAft>
              <a:buClr>
                <a:schemeClr val="dk2"/>
              </a:buClr>
              <a:buSzPts val="4800"/>
              <a:buFont typeface="Inter"/>
              <a:buNone/>
              <a:defRPr b="1" sz="4800"/>
            </a:lvl7pPr>
            <a:lvl8pPr lvl="7">
              <a:lnSpc>
                <a:spcPct val="80000"/>
              </a:lnSpc>
              <a:spcBef>
                <a:spcPts val="0"/>
              </a:spcBef>
              <a:spcAft>
                <a:spcPts val="0"/>
              </a:spcAft>
              <a:buClr>
                <a:schemeClr val="dk2"/>
              </a:buClr>
              <a:buSzPts val="4800"/>
              <a:buFont typeface="Inter"/>
              <a:buNone/>
              <a:defRPr b="1" sz="4800"/>
            </a:lvl8pPr>
            <a:lvl9pPr lvl="8">
              <a:lnSpc>
                <a:spcPct val="80000"/>
              </a:lnSpc>
              <a:spcBef>
                <a:spcPts val="0"/>
              </a:spcBef>
              <a:spcAft>
                <a:spcPts val="0"/>
              </a:spcAft>
              <a:buClr>
                <a:schemeClr val="dk2"/>
              </a:buClr>
              <a:buSzPts val="4800"/>
              <a:buFont typeface="Inter"/>
              <a:buNone/>
              <a:defRPr b="1" sz="4800"/>
            </a:lvl9pPr>
          </a:lstStyle>
          <a:p/>
        </p:txBody>
      </p:sp>
      <p:sp>
        <p:nvSpPr>
          <p:cNvPr id="101" name="Google Shape;101;p22"/>
          <p:cNvSpPr txBox="1"/>
          <p:nvPr>
            <p:ph idx="1" type="body"/>
          </p:nvPr>
        </p:nvSpPr>
        <p:spPr>
          <a:xfrm>
            <a:off x="589475" y="2780825"/>
            <a:ext cx="1641300" cy="1719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Inter"/>
              <a:buChar char="●"/>
              <a:defRPr sz="1000"/>
            </a:lvl1pPr>
            <a:lvl2pPr indent="-292100" lvl="1" marL="914400">
              <a:spcBef>
                <a:spcPts val="0"/>
              </a:spcBef>
              <a:spcAft>
                <a:spcPts val="0"/>
              </a:spcAft>
              <a:buClr>
                <a:schemeClr val="dk2"/>
              </a:buClr>
              <a:buSzPts val="1000"/>
              <a:buFont typeface="Inter"/>
              <a:buChar char="○"/>
              <a:defRPr sz="1000"/>
            </a:lvl2pPr>
            <a:lvl3pPr indent="-292100" lvl="2" marL="1371600">
              <a:spcBef>
                <a:spcPts val="0"/>
              </a:spcBef>
              <a:spcAft>
                <a:spcPts val="0"/>
              </a:spcAft>
              <a:buClr>
                <a:schemeClr val="dk2"/>
              </a:buClr>
              <a:buSzPts val="1000"/>
              <a:buFont typeface="Inter"/>
              <a:buChar char="■"/>
              <a:defRPr sz="1000"/>
            </a:lvl3pPr>
            <a:lvl4pPr indent="-292100" lvl="3" marL="1828800">
              <a:spcBef>
                <a:spcPts val="0"/>
              </a:spcBef>
              <a:spcAft>
                <a:spcPts val="0"/>
              </a:spcAft>
              <a:buClr>
                <a:schemeClr val="dk2"/>
              </a:buClr>
              <a:buSzPts val="1000"/>
              <a:buFont typeface="Inter"/>
              <a:buChar char="●"/>
              <a:defRPr sz="1000"/>
            </a:lvl4pPr>
            <a:lvl5pPr indent="-292100" lvl="4" marL="2286000">
              <a:spcBef>
                <a:spcPts val="0"/>
              </a:spcBef>
              <a:spcAft>
                <a:spcPts val="0"/>
              </a:spcAft>
              <a:buClr>
                <a:schemeClr val="dk2"/>
              </a:buClr>
              <a:buSzPts val="1000"/>
              <a:buFont typeface="Inter"/>
              <a:buChar char="○"/>
              <a:defRPr sz="1000"/>
            </a:lvl5pPr>
            <a:lvl6pPr indent="-292100" lvl="5" marL="2743200">
              <a:spcBef>
                <a:spcPts val="0"/>
              </a:spcBef>
              <a:spcAft>
                <a:spcPts val="0"/>
              </a:spcAft>
              <a:buClr>
                <a:schemeClr val="dk2"/>
              </a:buClr>
              <a:buSzPts val="1000"/>
              <a:buFont typeface="Inter"/>
              <a:buChar char="■"/>
              <a:defRPr sz="1000"/>
            </a:lvl6pPr>
            <a:lvl7pPr indent="-292100" lvl="6" marL="3200400">
              <a:spcBef>
                <a:spcPts val="0"/>
              </a:spcBef>
              <a:spcAft>
                <a:spcPts val="0"/>
              </a:spcAft>
              <a:buClr>
                <a:schemeClr val="dk2"/>
              </a:buClr>
              <a:buSzPts val="1000"/>
              <a:buFont typeface="Inter"/>
              <a:buChar char="●"/>
              <a:defRPr sz="1000"/>
            </a:lvl7pPr>
            <a:lvl8pPr indent="-292100" lvl="7" marL="3657600">
              <a:spcBef>
                <a:spcPts val="0"/>
              </a:spcBef>
              <a:spcAft>
                <a:spcPts val="0"/>
              </a:spcAft>
              <a:buClr>
                <a:schemeClr val="dk2"/>
              </a:buClr>
              <a:buSzPts val="1000"/>
              <a:buFont typeface="Inter"/>
              <a:buChar char="○"/>
              <a:defRPr sz="1000"/>
            </a:lvl8pPr>
            <a:lvl9pPr indent="-292100" lvl="8" marL="4114800">
              <a:spcBef>
                <a:spcPts val="0"/>
              </a:spcBef>
              <a:spcAft>
                <a:spcPts val="0"/>
              </a:spcAft>
              <a:buClr>
                <a:schemeClr val="dk2"/>
              </a:buClr>
              <a:buSzPts val="1000"/>
              <a:buFont typeface="Inter"/>
              <a:buChar char="■"/>
              <a:defRPr sz="1000"/>
            </a:lvl9pPr>
          </a:lstStyle>
          <a:p/>
        </p:txBody>
      </p:sp>
      <p:sp>
        <p:nvSpPr>
          <p:cNvPr id="102" name="Google Shape;102;p22"/>
          <p:cNvSpPr txBox="1"/>
          <p:nvPr>
            <p:ph idx="2" type="body"/>
          </p:nvPr>
        </p:nvSpPr>
        <p:spPr>
          <a:xfrm>
            <a:off x="2601850" y="2780825"/>
            <a:ext cx="1641300" cy="1719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Inter"/>
              <a:buChar char="●"/>
              <a:defRPr sz="1000"/>
            </a:lvl1pPr>
            <a:lvl2pPr indent="-292100" lvl="1" marL="914400">
              <a:spcBef>
                <a:spcPts val="0"/>
              </a:spcBef>
              <a:spcAft>
                <a:spcPts val="0"/>
              </a:spcAft>
              <a:buClr>
                <a:schemeClr val="dk2"/>
              </a:buClr>
              <a:buSzPts val="1000"/>
              <a:buFont typeface="Inter"/>
              <a:buChar char="○"/>
              <a:defRPr sz="1000"/>
            </a:lvl2pPr>
            <a:lvl3pPr indent="-292100" lvl="2" marL="1371600">
              <a:spcBef>
                <a:spcPts val="0"/>
              </a:spcBef>
              <a:spcAft>
                <a:spcPts val="0"/>
              </a:spcAft>
              <a:buClr>
                <a:schemeClr val="dk2"/>
              </a:buClr>
              <a:buSzPts val="1000"/>
              <a:buFont typeface="Inter"/>
              <a:buChar char="■"/>
              <a:defRPr sz="1000"/>
            </a:lvl3pPr>
            <a:lvl4pPr indent="-292100" lvl="3" marL="1828800">
              <a:spcBef>
                <a:spcPts val="0"/>
              </a:spcBef>
              <a:spcAft>
                <a:spcPts val="0"/>
              </a:spcAft>
              <a:buClr>
                <a:schemeClr val="dk2"/>
              </a:buClr>
              <a:buSzPts val="1000"/>
              <a:buFont typeface="Inter"/>
              <a:buChar char="●"/>
              <a:defRPr sz="1000"/>
            </a:lvl4pPr>
            <a:lvl5pPr indent="-292100" lvl="4" marL="2286000">
              <a:spcBef>
                <a:spcPts val="0"/>
              </a:spcBef>
              <a:spcAft>
                <a:spcPts val="0"/>
              </a:spcAft>
              <a:buClr>
                <a:schemeClr val="dk2"/>
              </a:buClr>
              <a:buSzPts val="1000"/>
              <a:buFont typeface="Inter"/>
              <a:buChar char="○"/>
              <a:defRPr sz="1000"/>
            </a:lvl5pPr>
            <a:lvl6pPr indent="-292100" lvl="5" marL="2743200">
              <a:spcBef>
                <a:spcPts val="0"/>
              </a:spcBef>
              <a:spcAft>
                <a:spcPts val="0"/>
              </a:spcAft>
              <a:buClr>
                <a:schemeClr val="dk2"/>
              </a:buClr>
              <a:buSzPts val="1000"/>
              <a:buFont typeface="Inter"/>
              <a:buChar char="■"/>
              <a:defRPr sz="1000"/>
            </a:lvl6pPr>
            <a:lvl7pPr indent="-292100" lvl="6" marL="3200400">
              <a:spcBef>
                <a:spcPts val="0"/>
              </a:spcBef>
              <a:spcAft>
                <a:spcPts val="0"/>
              </a:spcAft>
              <a:buClr>
                <a:schemeClr val="dk2"/>
              </a:buClr>
              <a:buSzPts val="1000"/>
              <a:buFont typeface="Inter"/>
              <a:buChar char="●"/>
              <a:defRPr sz="1000"/>
            </a:lvl7pPr>
            <a:lvl8pPr indent="-292100" lvl="7" marL="3657600">
              <a:spcBef>
                <a:spcPts val="0"/>
              </a:spcBef>
              <a:spcAft>
                <a:spcPts val="0"/>
              </a:spcAft>
              <a:buClr>
                <a:schemeClr val="dk2"/>
              </a:buClr>
              <a:buSzPts val="1000"/>
              <a:buFont typeface="Inter"/>
              <a:buChar char="○"/>
              <a:defRPr sz="1000"/>
            </a:lvl8pPr>
            <a:lvl9pPr indent="-292100" lvl="8" marL="4114800">
              <a:spcBef>
                <a:spcPts val="0"/>
              </a:spcBef>
              <a:spcAft>
                <a:spcPts val="0"/>
              </a:spcAft>
              <a:buClr>
                <a:schemeClr val="dk2"/>
              </a:buClr>
              <a:buSzPts val="1000"/>
              <a:buFont typeface="Inter"/>
              <a:buChar char="■"/>
              <a:defRPr sz="1000"/>
            </a:lvl9pPr>
          </a:lstStyle>
          <a:p/>
        </p:txBody>
      </p:sp>
      <p:sp>
        <p:nvSpPr>
          <p:cNvPr id="103" name="Google Shape;103;p22"/>
          <p:cNvSpPr txBox="1"/>
          <p:nvPr>
            <p:ph idx="3" type="body"/>
          </p:nvPr>
        </p:nvSpPr>
        <p:spPr>
          <a:xfrm>
            <a:off x="4601450" y="2780825"/>
            <a:ext cx="1641300" cy="1719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Inter"/>
              <a:buChar char="●"/>
              <a:defRPr sz="1000"/>
            </a:lvl1pPr>
            <a:lvl2pPr indent="-292100" lvl="1" marL="914400">
              <a:spcBef>
                <a:spcPts val="0"/>
              </a:spcBef>
              <a:spcAft>
                <a:spcPts val="0"/>
              </a:spcAft>
              <a:buClr>
                <a:schemeClr val="dk2"/>
              </a:buClr>
              <a:buSzPts val="1000"/>
              <a:buFont typeface="Inter"/>
              <a:buChar char="○"/>
              <a:defRPr sz="1000"/>
            </a:lvl2pPr>
            <a:lvl3pPr indent="-292100" lvl="2" marL="1371600">
              <a:spcBef>
                <a:spcPts val="0"/>
              </a:spcBef>
              <a:spcAft>
                <a:spcPts val="0"/>
              </a:spcAft>
              <a:buClr>
                <a:schemeClr val="dk2"/>
              </a:buClr>
              <a:buSzPts val="1000"/>
              <a:buFont typeface="Inter"/>
              <a:buChar char="■"/>
              <a:defRPr sz="1000"/>
            </a:lvl3pPr>
            <a:lvl4pPr indent="-292100" lvl="3" marL="1828800">
              <a:spcBef>
                <a:spcPts val="0"/>
              </a:spcBef>
              <a:spcAft>
                <a:spcPts val="0"/>
              </a:spcAft>
              <a:buClr>
                <a:schemeClr val="dk2"/>
              </a:buClr>
              <a:buSzPts val="1000"/>
              <a:buFont typeface="Inter"/>
              <a:buChar char="●"/>
              <a:defRPr sz="1000"/>
            </a:lvl4pPr>
            <a:lvl5pPr indent="-292100" lvl="4" marL="2286000">
              <a:spcBef>
                <a:spcPts val="0"/>
              </a:spcBef>
              <a:spcAft>
                <a:spcPts val="0"/>
              </a:spcAft>
              <a:buClr>
                <a:schemeClr val="dk2"/>
              </a:buClr>
              <a:buSzPts val="1000"/>
              <a:buFont typeface="Inter"/>
              <a:buChar char="○"/>
              <a:defRPr sz="1000"/>
            </a:lvl5pPr>
            <a:lvl6pPr indent="-292100" lvl="5" marL="2743200">
              <a:spcBef>
                <a:spcPts val="0"/>
              </a:spcBef>
              <a:spcAft>
                <a:spcPts val="0"/>
              </a:spcAft>
              <a:buClr>
                <a:schemeClr val="dk2"/>
              </a:buClr>
              <a:buSzPts val="1000"/>
              <a:buFont typeface="Inter"/>
              <a:buChar char="■"/>
              <a:defRPr sz="1000"/>
            </a:lvl6pPr>
            <a:lvl7pPr indent="-292100" lvl="6" marL="3200400">
              <a:spcBef>
                <a:spcPts val="0"/>
              </a:spcBef>
              <a:spcAft>
                <a:spcPts val="0"/>
              </a:spcAft>
              <a:buClr>
                <a:schemeClr val="dk2"/>
              </a:buClr>
              <a:buSzPts val="1000"/>
              <a:buFont typeface="Inter"/>
              <a:buChar char="●"/>
              <a:defRPr sz="1000"/>
            </a:lvl7pPr>
            <a:lvl8pPr indent="-292100" lvl="7" marL="3657600">
              <a:spcBef>
                <a:spcPts val="0"/>
              </a:spcBef>
              <a:spcAft>
                <a:spcPts val="0"/>
              </a:spcAft>
              <a:buClr>
                <a:schemeClr val="dk2"/>
              </a:buClr>
              <a:buSzPts val="1000"/>
              <a:buFont typeface="Inter"/>
              <a:buChar char="○"/>
              <a:defRPr sz="1000"/>
            </a:lvl8pPr>
            <a:lvl9pPr indent="-292100" lvl="8" marL="4114800">
              <a:spcBef>
                <a:spcPts val="0"/>
              </a:spcBef>
              <a:spcAft>
                <a:spcPts val="0"/>
              </a:spcAft>
              <a:buClr>
                <a:schemeClr val="dk2"/>
              </a:buClr>
              <a:buSzPts val="1000"/>
              <a:buFont typeface="Inter"/>
              <a:buChar char="■"/>
              <a:defRPr sz="1000"/>
            </a:lvl9pPr>
          </a:lstStyle>
          <a:p/>
        </p:txBody>
      </p:sp>
      <p:sp>
        <p:nvSpPr>
          <p:cNvPr id="104" name="Google Shape;104;p22"/>
          <p:cNvSpPr txBox="1"/>
          <p:nvPr>
            <p:ph idx="4" type="body"/>
          </p:nvPr>
        </p:nvSpPr>
        <p:spPr>
          <a:xfrm>
            <a:off x="6602800" y="2780825"/>
            <a:ext cx="1641300" cy="1719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Inter"/>
              <a:buChar char="●"/>
              <a:defRPr sz="1000"/>
            </a:lvl1pPr>
            <a:lvl2pPr indent="-292100" lvl="1" marL="914400">
              <a:spcBef>
                <a:spcPts val="0"/>
              </a:spcBef>
              <a:spcAft>
                <a:spcPts val="0"/>
              </a:spcAft>
              <a:buClr>
                <a:schemeClr val="dk2"/>
              </a:buClr>
              <a:buSzPts val="1000"/>
              <a:buFont typeface="Inter"/>
              <a:buChar char="○"/>
              <a:defRPr sz="1000"/>
            </a:lvl2pPr>
            <a:lvl3pPr indent="-292100" lvl="2" marL="1371600">
              <a:spcBef>
                <a:spcPts val="0"/>
              </a:spcBef>
              <a:spcAft>
                <a:spcPts val="0"/>
              </a:spcAft>
              <a:buClr>
                <a:schemeClr val="dk2"/>
              </a:buClr>
              <a:buSzPts val="1000"/>
              <a:buFont typeface="Inter"/>
              <a:buChar char="■"/>
              <a:defRPr sz="1000"/>
            </a:lvl3pPr>
            <a:lvl4pPr indent="-292100" lvl="3" marL="1828800">
              <a:spcBef>
                <a:spcPts val="0"/>
              </a:spcBef>
              <a:spcAft>
                <a:spcPts val="0"/>
              </a:spcAft>
              <a:buClr>
                <a:schemeClr val="dk2"/>
              </a:buClr>
              <a:buSzPts val="1000"/>
              <a:buFont typeface="Inter"/>
              <a:buChar char="●"/>
              <a:defRPr sz="1000"/>
            </a:lvl4pPr>
            <a:lvl5pPr indent="-292100" lvl="4" marL="2286000">
              <a:spcBef>
                <a:spcPts val="0"/>
              </a:spcBef>
              <a:spcAft>
                <a:spcPts val="0"/>
              </a:spcAft>
              <a:buClr>
                <a:schemeClr val="dk2"/>
              </a:buClr>
              <a:buSzPts val="1000"/>
              <a:buFont typeface="Inter"/>
              <a:buChar char="○"/>
              <a:defRPr sz="1000"/>
            </a:lvl5pPr>
            <a:lvl6pPr indent="-292100" lvl="5" marL="2743200">
              <a:spcBef>
                <a:spcPts val="0"/>
              </a:spcBef>
              <a:spcAft>
                <a:spcPts val="0"/>
              </a:spcAft>
              <a:buClr>
                <a:schemeClr val="dk2"/>
              </a:buClr>
              <a:buSzPts val="1000"/>
              <a:buFont typeface="Inter"/>
              <a:buChar char="■"/>
              <a:defRPr sz="1000"/>
            </a:lvl6pPr>
            <a:lvl7pPr indent="-292100" lvl="6" marL="3200400">
              <a:spcBef>
                <a:spcPts val="0"/>
              </a:spcBef>
              <a:spcAft>
                <a:spcPts val="0"/>
              </a:spcAft>
              <a:buClr>
                <a:schemeClr val="dk2"/>
              </a:buClr>
              <a:buSzPts val="1000"/>
              <a:buFont typeface="Inter"/>
              <a:buChar char="●"/>
              <a:defRPr sz="1000"/>
            </a:lvl7pPr>
            <a:lvl8pPr indent="-292100" lvl="7" marL="3657600">
              <a:spcBef>
                <a:spcPts val="0"/>
              </a:spcBef>
              <a:spcAft>
                <a:spcPts val="0"/>
              </a:spcAft>
              <a:buClr>
                <a:schemeClr val="dk2"/>
              </a:buClr>
              <a:buSzPts val="1000"/>
              <a:buFont typeface="Inter"/>
              <a:buChar char="○"/>
              <a:defRPr sz="1000"/>
            </a:lvl8pPr>
            <a:lvl9pPr indent="-292100" lvl="8" marL="4114800">
              <a:spcBef>
                <a:spcPts val="0"/>
              </a:spcBef>
              <a:spcAft>
                <a:spcPts val="0"/>
              </a:spcAft>
              <a:buClr>
                <a:schemeClr val="dk2"/>
              </a:buClr>
              <a:buSzPts val="1000"/>
              <a:buFont typeface="Inter"/>
              <a:buChar char="■"/>
              <a:defRPr sz="1000"/>
            </a:lvl9pPr>
          </a:lstStyle>
          <a:p/>
        </p:txBody>
      </p:sp>
      <p:sp>
        <p:nvSpPr>
          <p:cNvPr id="105" name="Google Shape;105;p22"/>
          <p:cNvSpPr/>
          <p:nvPr/>
        </p:nvSpPr>
        <p:spPr>
          <a:xfrm>
            <a:off x="603475"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106" name="Google Shape;106;p22"/>
          <p:cNvSpPr txBox="1"/>
          <p:nvPr>
            <p:ph idx="5"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dk1"/>
                </a:solidFill>
                <a:latin typeface="Inter Light"/>
                <a:ea typeface="Inter Light"/>
                <a:cs typeface="Inter Light"/>
                <a:sym typeface="Inter Light"/>
              </a:defRPr>
            </a:lvl1pPr>
            <a:lvl2pPr lvl="1" algn="ctr">
              <a:buNone/>
              <a:defRPr sz="800">
                <a:solidFill>
                  <a:schemeClr val="dk1"/>
                </a:solidFill>
                <a:latin typeface="Inter Light"/>
                <a:ea typeface="Inter Light"/>
                <a:cs typeface="Inter Light"/>
                <a:sym typeface="Inter Light"/>
              </a:defRPr>
            </a:lvl2pPr>
            <a:lvl3pPr lvl="2" algn="ctr">
              <a:buNone/>
              <a:defRPr sz="800">
                <a:solidFill>
                  <a:schemeClr val="dk1"/>
                </a:solidFill>
                <a:latin typeface="Inter Light"/>
                <a:ea typeface="Inter Light"/>
                <a:cs typeface="Inter Light"/>
                <a:sym typeface="Inter Light"/>
              </a:defRPr>
            </a:lvl3pPr>
            <a:lvl4pPr lvl="3" algn="ctr">
              <a:buNone/>
              <a:defRPr sz="800">
                <a:solidFill>
                  <a:schemeClr val="dk1"/>
                </a:solidFill>
                <a:latin typeface="Inter Light"/>
                <a:ea typeface="Inter Light"/>
                <a:cs typeface="Inter Light"/>
                <a:sym typeface="Inter Light"/>
              </a:defRPr>
            </a:lvl4pPr>
            <a:lvl5pPr lvl="4" algn="ctr">
              <a:buNone/>
              <a:defRPr sz="800">
                <a:solidFill>
                  <a:schemeClr val="dk1"/>
                </a:solidFill>
                <a:latin typeface="Inter Light"/>
                <a:ea typeface="Inter Light"/>
                <a:cs typeface="Inter Light"/>
                <a:sym typeface="Inter Light"/>
              </a:defRPr>
            </a:lvl5pPr>
            <a:lvl6pPr lvl="5" algn="ctr">
              <a:buNone/>
              <a:defRPr sz="800">
                <a:solidFill>
                  <a:schemeClr val="dk1"/>
                </a:solidFill>
                <a:latin typeface="Inter Light"/>
                <a:ea typeface="Inter Light"/>
                <a:cs typeface="Inter Light"/>
                <a:sym typeface="Inter Light"/>
              </a:defRPr>
            </a:lvl6pPr>
            <a:lvl7pPr lvl="6" algn="ctr">
              <a:buNone/>
              <a:defRPr sz="800">
                <a:solidFill>
                  <a:schemeClr val="dk1"/>
                </a:solidFill>
                <a:latin typeface="Inter Light"/>
                <a:ea typeface="Inter Light"/>
                <a:cs typeface="Inter Light"/>
                <a:sym typeface="Inter Light"/>
              </a:defRPr>
            </a:lvl7pPr>
            <a:lvl8pPr lvl="7" algn="ctr">
              <a:buNone/>
              <a:defRPr sz="800">
                <a:solidFill>
                  <a:schemeClr val="dk1"/>
                </a:solidFill>
                <a:latin typeface="Inter Light"/>
                <a:ea typeface="Inter Light"/>
                <a:cs typeface="Inter Light"/>
                <a:sym typeface="Inter Light"/>
              </a:defRPr>
            </a:lvl8pPr>
            <a:lvl9pPr lvl="8" algn="ctr">
              <a:buNone/>
              <a:defRPr sz="800">
                <a:solidFill>
                  <a:schemeClr val="dk1"/>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107" name="Google Shape;107;p22"/>
          <p:cNvSpPr/>
          <p:nvPr/>
        </p:nvSpPr>
        <p:spPr>
          <a:xfrm>
            <a:off x="1644650"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Advantage">
  <p:cSld name="ONE_COLUMN_TEXT">
    <p:bg>
      <p:bgPr>
        <a:solidFill>
          <a:schemeClr val="lt1"/>
        </a:solidFill>
      </p:bgPr>
    </p:bg>
    <p:spTree>
      <p:nvGrpSpPr>
        <p:cNvPr id="108" name="Shape 108"/>
        <p:cNvGrpSpPr/>
        <p:nvPr/>
      </p:nvGrpSpPr>
      <p:grpSpPr>
        <a:xfrm>
          <a:off x="0" y="0"/>
          <a:ext cx="0" cy="0"/>
          <a:chOff x="0" y="0"/>
          <a:chExt cx="0" cy="0"/>
        </a:xfrm>
      </p:grpSpPr>
      <p:sp>
        <p:nvSpPr>
          <p:cNvPr id="109" name="Google Shape;109;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10" name="Google Shape;110;p23"/>
          <p:cNvCxnSpPr/>
          <p:nvPr/>
        </p:nvCxnSpPr>
        <p:spPr>
          <a:xfrm rot="10800000">
            <a:off x="560525" y="279400"/>
            <a:ext cx="149400" cy="0"/>
          </a:xfrm>
          <a:prstGeom prst="straightConnector1">
            <a:avLst/>
          </a:prstGeom>
          <a:noFill/>
          <a:ln cap="flat" cmpd="sng" w="9525">
            <a:solidFill>
              <a:schemeClr val="dk1"/>
            </a:solidFill>
            <a:prstDash val="solid"/>
            <a:round/>
            <a:headEnd len="med" w="med" type="none"/>
            <a:tailEnd len="med" w="med" type="none"/>
          </a:ln>
        </p:spPr>
      </p:cxnSp>
      <p:sp>
        <p:nvSpPr>
          <p:cNvPr id="111" name="Google Shape;111;p23"/>
          <p:cNvSpPr txBox="1"/>
          <p:nvPr>
            <p:ph type="title"/>
          </p:nvPr>
        </p:nvSpPr>
        <p:spPr>
          <a:xfrm>
            <a:off x="452575" y="596800"/>
            <a:ext cx="4418100" cy="29655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800"/>
              <a:buFont typeface="Inter"/>
              <a:buNone/>
              <a:defRPr b="1" sz="4800"/>
            </a:lvl2pPr>
            <a:lvl3pPr lvl="2">
              <a:lnSpc>
                <a:spcPct val="80000"/>
              </a:lnSpc>
              <a:spcBef>
                <a:spcPts val="0"/>
              </a:spcBef>
              <a:spcAft>
                <a:spcPts val="0"/>
              </a:spcAft>
              <a:buSzPts val="4800"/>
              <a:buFont typeface="Inter"/>
              <a:buNone/>
              <a:defRPr b="1" sz="4800"/>
            </a:lvl3pPr>
            <a:lvl4pPr lvl="3">
              <a:lnSpc>
                <a:spcPct val="80000"/>
              </a:lnSpc>
              <a:spcBef>
                <a:spcPts val="0"/>
              </a:spcBef>
              <a:spcAft>
                <a:spcPts val="0"/>
              </a:spcAft>
              <a:buSzPts val="4800"/>
              <a:buFont typeface="Inter"/>
              <a:buNone/>
              <a:defRPr b="1" sz="4800"/>
            </a:lvl4pPr>
            <a:lvl5pPr lvl="4">
              <a:lnSpc>
                <a:spcPct val="80000"/>
              </a:lnSpc>
              <a:spcBef>
                <a:spcPts val="0"/>
              </a:spcBef>
              <a:spcAft>
                <a:spcPts val="0"/>
              </a:spcAft>
              <a:buSzPts val="4800"/>
              <a:buFont typeface="Inter"/>
              <a:buNone/>
              <a:defRPr b="1" sz="4800"/>
            </a:lvl5pPr>
            <a:lvl6pPr lvl="5">
              <a:lnSpc>
                <a:spcPct val="80000"/>
              </a:lnSpc>
              <a:spcBef>
                <a:spcPts val="0"/>
              </a:spcBef>
              <a:spcAft>
                <a:spcPts val="0"/>
              </a:spcAft>
              <a:buSzPts val="4800"/>
              <a:buFont typeface="Inter"/>
              <a:buNone/>
              <a:defRPr b="1" sz="4800"/>
            </a:lvl6pPr>
            <a:lvl7pPr lvl="6">
              <a:lnSpc>
                <a:spcPct val="80000"/>
              </a:lnSpc>
              <a:spcBef>
                <a:spcPts val="0"/>
              </a:spcBef>
              <a:spcAft>
                <a:spcPts val="0"/>
              </a:spcAft>
              <a:buSzPts val="4800"/>
              <a:buFont typeface="Inter"/>
              <a:buNone/>
              <a:defRPr b="1" sz="4800"/>
            </a:lvl7pPr>
            <a:lvl8pPr lvl="7">
              <a:lnSpc>
                <a:spcPct val="80000"/>
              </a:lnSpc>
              <a:spcBef>
                <a:spcPts val="0"/>
              </a:spcBef>
              <a:spcAft>
                <a:spcPts val="0"/>
              </a:spcAft>
              <a:buSzPts val="4800"/>
              <a:buFont typeface="Inter"/>
              <a:buNone/>
              <a:defRPr b="1" sz="4800"/>
            </a:lvl8pPr>
            <a:lvl9pPr lvl="8">
              <a:lnSpc>
                <a:spcPct val="80000"/>
              </a:lnSpc>
              <a:spcBef>
                <a:spcPts val="0"/>
              </a:spcBef>
              <a:spcAft>
                <a:spcPts val="0"/>
              </a:spcAft>
              <a:buSzPts val="4800"/>
              <a:buFont typeface="Inter"/>
              <a:buNone/>
              <a:defRPr b="1" sz="4800"/>
            </a:lvl9pPr>
          </a:lstStyle>
          <a:p/>
        </p:txBody>
      </p:sp>
      <p:sp>
        <p:nvSpPr>
          <p:cNvPr id="112" name="Google Shape;112;p23"/>
          <p:cNvSpPr/>
          <p:nvPr>
            <p:ph idx="2" type="pic"/>
          </p:nvPr>
        </p:nvSpPr>
        <p:spPr>
          <a:xfrm>
            <a:off x="5039775" y="196800"/>
            <a:ext cx="3905400" cy="4749900"/>
          </a:xfrm>
          <a:prstGeom prst="roundRect">
            <a:avLst>
              <a:gd fmla="val 2053" name="adj"/>
            </a:avLst>
          </a:prstGeom>
          <a:noFill/>
          <a:ln>
            <a:noFill/>
          </a:ln>
        </p:spPr>
      </p:sp>
      <p:sp>
        <p:nvSpPr>
          <p:cNvPr id="113" name="Google Shape;113;p23"/>
          <p:cNvSpPr txBox="1"/>
          <p:nvPr>
            <p:ph idx="1" type="body"/>
          </p:nvPr>
        </p:nvSpPr>
        <p:spPr>
          <a:xfrm>
            <a:off x="452575" y="1966775"/>
            <a:ext cx="3212700" cy="2080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Inter"/>
              <a:buChar char="●"/>
              <a:defRPr/>
            </a:lvl1pPr>
            <a:lvl2pPr indent="-304800" lvl="1" marL="914400">
              <a:spcBef>
                <a:spcPts val="0"/>
              </a:spcBef>
              <a:spcAft>
                <a:spcPts val="0"/>
              </a:spcAft>
              <a:buSzPts val="1200"/>
              <a:buFont typeface="Inter"/>
              <a:buChar char="○"/>
              <a:defRPr/>
            </a:lvl2pPr>
            <a:lvl3pPr indent="-304800" lvl="2" marL="1371600">
              <a:spcBef>
                <a:spcPts val="0"/>
              </a:spcBef>
              <a:spcAft>
                <a:spcPts val="0"/>
              </a:spcAft>
              <a:buSzPts val="1200"/>
              <a:buFont typeface="Inter"/>
              <a:buChar char="■"/>
              <a:defRPr/>
            </a:lvl3pPr>
            <a:lvl4pPr indent="-304800" lvl="3" marL="1828800">
              <a:spcBef>
                <a:spcPts val="0"/>
              </a:spcBef>
              <a:spcAft>
                <a:spcPts val="0"/>
              </a:spcAft>
              <a:buSzPts val="1200"/>
              <a:buFont typeface="Inter"/>
              <a:buChar char="●"/>
              <a:defRPr/>
            </a:lvl4pPr>
            <a:lvl5pPr indent="-304800" lvl="4" marL="2286000">
              <a:spcBef>
                <a:spcPts val="0"/>
              </a:spcBef>
              <a:spcAft>
                <a:spcPts val="0"/>
              </a:spcAft>
              <a:buSzPts val="1200"/>
              <a:buFont typeface="Inter"/>
              <a:buChar char="○"/>
              <a:defRPr/>
            </a:lvl5pPr>
            <a:lvl6pPr indent="-304800" lvl="5" marL="2743200">
              <a:spcBef>
                <a:spcPts val="0"/>
              </a:spcBef>
              <a:spcAft>
                <a:spcPts val="0"/>
              </a:spcAft>
              <a:buSzPts val="1200"/>
              <a:buFont typeface="Inter"/>
              <a:buChar char="■"/>
              <a:defRPr/>
            </a:lvl6pPr>
            <a:lvl7pPr indent="-304800" lvl="6" marL="3200400">
              <a:spcBef>
                <a:spcPts val="0"/>
              </a:spcBef>
              <a:spcAft>
                <a:spcPts val="0"/>
              </a:spcAft>
              <a:buSzPts val="1200"/>
              <a:buFont typeface="Inter"/>
              <a:buChar char="●"/>
              <a:defRPr/>
            </a:lvl7pPr>
            <a:lvl8pPr indent="-304800" lvl="7" marL="3657600">
              <a:spcBef>
                <a:spcPts val="0"/>
              </a:spcBef>
              <a:spcAft>
                <a:spcPts val="0"/>
              </a:spcAft>
              <a:buSzPts val="1200"/>
              <a:buFont typeface="Inter"/>
              <a:buChar char="○"/>
              <a:defRPr/>
            </a:lvl8pPr>
            <a:lvl9pPr indent="-304800" lvl="8" marL="4114800">
              <a:spcBef>
                <a:spcPts val="0"/>
              </a:spcBef>
              <a:spcAft>
                <a:spcPts val="0"/>
              </a:spcAft>
              <a:buSzPts val="1200"/>
              <a:buFont typeface="Inter"/>
              <a:buChar char="■"/>
              <a:defRPr/>
            </a:lvl9pPr>
          </a:lstStyle>
          <a:p/>
        </p:txBody>
      </p:sp>
      <p:sp>
        <p:nvSpPr>
          <p:cNvPr id="114" name="Google Shape;114;p23"/>
          <p:cNvSpPr/>
          <p:nvPr/>
        </p:nvSpPr>
        <p:spPr>
          <a:xfrm>
            <a:off x="603475"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115" name="Google Shape;115;p23"/>
          <p:cNvSpPr txBox="1"/>
          <p:nvPr>
            <p:ph idx="3"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dk1"/>
                </a:solidFill>
                <a:latin typeface="Inter Light"/>
                <a:ea typeface="Inter Light"/>
                <a:cs typeface="Inter Light"/>
                <a:sym typeface="Inter Light"/>
              </a:defRPr>
            </a:lvl1pPr>
            <a:lvl2pPr lvl="1" algn="ctr">
              <a:buNone/>
              <a:defRPr sz="800">
                <a:solidFill>
                  <a:schemeClr val="dk1"/>
                </a:solidFill>
                <a:latin typeface="Inter Light"/>
                <a:ea typeface="Inter Light"/>
                <a:cs typeface="Inter Light"/>
                <a:sym typeface="Inter Light"/>
              </a:defRPr>
            </a:lvl2pPr>
            <a:lvl3pPr lvl="2" algn="ctr">
              <a:buNone/>
              <a:defRPr sz="800">
                <a:solidFill>
                  <a:schemeClr val="dk1"/>
                </a:solidFill>
                <a:latin typeface="Inter Light"/>
                <a:ea typeface="Inter Light"/>
                <a:cs typeface="Inter Light"/>
                <a:sym typeface="Inter Light"/>
              </a:defRPr>
            </a:lvl3pPr>
            <a:lvl4pPr lvl="3" algn="ctr">
              <a:buNone/>
              <a:defRPr sz="800">
                <a:solidFill>
                  <a:schemeClr val="dk1"/>
                </a:solidFill>
                <a:latin typeface="Inter Light"/>
                <a:ea typeface="Inter Light"/>
                <a:cs typeface="Inter Light"/>
                <a:sym typeface="Inter Light"/>
              </a:defRPr>
            </a:lvl4pPr>
            <a:lvl5pPr lvl="4" algn="ctr">
              <a:buNone/>
              <a:defRPr sz="800">
                <a:solidFill>
                  <a:schemeClr val="dk1"/>
                </a:solidFill>
                <a:latin typeface="Inter Light"/>
                <a:ea typeface="Inter Light"/>
                <a:cs typeface="Inter Light"/>
                <a:sym typeface="Inter Light"/>
              </a:defRPr>
            </a:lvl5pPr>
            <a:lvl6pPr lvl="5" algn="ctr">
              <a:buNone/>
              <a:defRPr sz="800">
                <a:solidFill>
                  <a:schemeClr val="dk1"/>
                </a:solidFill>
                <a:latin typeface="Inter Light"/>
                <a:ea typeface="Inter Light"/>
                <a:cs typeface="Inter Light"/>
                <a:sym typeface="Inter Light"/>
              </a:defRPr>
            </a:lvl6pPr>
            <a:lvl7pPr lvl="6" algn="ctr">
              <a:buNone/>
              <a:defRPr sz="800">
                <a:solidFill>
                  <a:schemeClr val="dk1"/>
                </a:solidFill>
                <a:latin typeface="Inter Light"/>
                <a:ea typeface="Inter Light"/>
                <a:cs typeface="Inter Light"/>
                <a:sym typeface="Inter Light"/>
              </a:defRPr>
            </a:lvl7pPr>
            <a:lvl8pPr lvl="7" algn="ctr">
              <a:buNone/>
              <a:defRPr sz="800">
                <a:solidFill>
                  <a:schemeClr val="dk1"/>
                </a:solidFill>
                <a:latin typeface="Inter Light"/>
                <a:ea typeface="Inter Light"/>
                <a:cs typeface="Inter Light"/>
                <a:sym typeface="Inter Light"/>
              </a:defRPr>
            </a:lvl8pPr>
            <a:lvl9pPr lvl="8" algn="ctr">
              <a:buNone/>
              <a:defRPr sz="800">
                <a:solidFill>
                  <a:schemeClr val="dk1"/>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116" name="Google Shape;116;p23"/>
          <p:cNvSpPr/>
          <p:nvPr/>
        </p:nvSpPr>
        <p:spPr>
          <a:xfrm>
            <a:off x="1644650"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MAIN_POINT">
    <p:bg>
      <p:bgPr>
        <a:solidFill>
          <a:schemeClr val="dk1"/>
        </a:solidFill>
      </p:bgPr>
    </p:bg>
    <p:spTree>
      <p:nvGrpSpPr>
        <p:cNvPr id="117" name="Shape 117"/>
        <p:cNvGrpSpPr/>
        <p:nvPr/>
      </p:nvGrpSpPr>
      <p:grpSpPr>
        <a:xfrm>
          <a:off x="0" y="0"/>
          <a:ext cx="0" cy="0"/>
          <a:chOff x="0" y="0"/>
          <a:chExt cx="0" cy="0"/>
        </a:xfrm>
      </p:grpSpPr>
      <p:sp>
        <p:nvSpPr>
          <p:cNvPr id="118" name="Google Shape;118;p24"/>
          <p:cNvSpPr/>
          <p:nvPr>
            <p:ph idx="2" type="pic"/>
          </p:nvPr>
        </p:nvSpPr>
        <p:spPr>
          <a:xfrm>
            <a:off x="566350" y="1569300"/>
            <a:ext cx="1466400" cy="1570200"/>
          </a:xfrm>
          <a:prstGeom prst="roundRect">
            <a:avLst>
              <a:gd fmla="val 6320" name="adj"/>
            </a:avLst>
          </a:prstGeom>
          <a:noFill/>
          <a:ln>
            <a:noFill/>
          </a:ln>
        </p:spPr>
      </p:sp>
      <p:sp>
        <p:nvSpPr>
          <p:cNvPr id="119" name="Google Shape;119;p24"/>
          <p:cNvSpPr/>
          <p:nvPr>
            <p:ph idx="3" type="pic"/>
          </p:nvPr>
        </p:nvSpPr>
        <p:spPr>
          <a:xfrm>
            <a:off x="2588275" y="1569300"/>
            <a:ext cx="1466400" cy="1570200"/>
          </a:xfrm>
          <a:prstGeom prst="roundRect">
            <a:avLst>
              <a:gd fmla="val 6320" name="adj"/>
            </a:avLst>
          </a:prstGeom>
          <a:noFill/>
          <a:ln>
            <a:noFill/>
          </a:ln>
        </p:spPr>
      </p:sp>
      <p:sp>
        <p:nvSpPr>
          <p:cNvPr id="120" name="Google Shape;120;p24"/>
          <p:cNvSpPr/>
          <p:nvPr>
            <p:ph idx="4" type="pic"/>
          </p:nvPr>
        </p:nvSpPr>
        <p:spPr>
          <a:xfrm>
            <a:off x="4613113" y="1569300"/>
            <a:ext cx="1466400" cy="1570200"/>
          </a:xfrm>
          <a:prstGeom prst="roundRect">
            <a:avLst>
              <a:gd fmla="val 6320" name="adj"/>
            </a:avLst>
          </a:prstGeom>
          <a:noFill/>
          <a:ln>
            <a:noFill/>
          </a:ln>
        </p:spPr>
      </p:sp>
      <p:sp>
        <p:nvSpPr>
          <p:cNvPr id="121" name="Google Shape;121;p24"/>
          <p:cNvSpPr/>
          <p:nvPr>
            <p:ph idx="5" type="pic"/>
          </p:nvPr>
        </p:nvSpPr>
        <p:spPr>
          <a:xfrm>
            <a:off x="6637950" y="1569300"/>
            <a:ext cx="1466400" cy="1570200"/>
          </a:xfrm>
          <a:prstGeom prst="roundRect">
            <a:avLst>
              <a:gd fmla="val 6320" name="adj"/>
            </a:avLst>
          </a:prstGeom>
          <a:noFill/>
          <a:ln>
            <a:noFill/>
          </a:ln>
        </p:spPr>
      </p:sp>
      <p:cxnSp>
        <p:nvCxnSpPr>
          <p:cNvPr id="122" name="Google Shape;122;p24"/>
          <p:cNvCxnSpPr/>
          <p:nvPr/>
        </p:nvCxnSpPr>
        <p:spPr>
          <a:xfrm rot="10800000">
            <a:off x="560525" y="279400"/>
            <a:ext cx="149400" cy="0"/>
          </a:xfrm>
          <a:prstGeom prst="straightConnector1">
            <a:avLst/>
          </a:prstGeom>
          <a:noFill/>
          <a:ln cap="flat" cmpd="sng" w="9525">
            <a:solidFill>
              <a:schemeClr val="dk2"/>
            </a:solidFill>
            <a:prstDash val="solid"/>
            <a:round/>
            <a:headEnd len="med" w="med" type="none"/>
            <a:tailEnd len="med" w="med" type="none"/>
          </a:ln>
        </p:spPr>
      </p:cxnSp>
      <p:sp>
        <p:nvSpPr>
          <p:cNvPr id="123" name="Google Shape;123;p24"/>
          <p:cNvSpPr txBox="1"/>
          <p:nvPr>
            <p:ph type="title"/>
          </p:nvPr>
        </p:nvSpPr>
        <p:spPr>
          <a:xfrm>
            <a:off x="450850" y="596800"/>
            <a:ext cx="6767700" cy="1828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p:txBody>
      </p:sp>
      <p:sp>
        <p:nvSpPr>
          <p:cNvPr id="124" name="Google Shape;124;p24"/>
          <p:cNvSpPr txBox="1"/>
          <p:nvPr>
            <p:ph idx="1" type="subTitle"/>
          </p:nvPr>
        </p:nvSpPr>
        <p:spPr>
          <a:xfrm>
            <a:off x="566350" y="3190975"/>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p:txBody>
      </p:sp>
      <p:sp>
        <p:nvSpPr>
          <p:cNvPr id="125" name="Google Shape;125;p24"/>
          <p:cNvSpPr txBox="1"/>
          <p:nvPr>
            <p:ph idx="6" type="subTitle"/>
          </p:nvPr>
        </p:nvSpPr>
        <p:spPr>
          <a:xfrm>
            <a:off x="2588275" y="3190975"/>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p:txBody>
      </p:sp>
      <p:sp>
        <p:nvSpPr>
          <p:cNvPr id="126" name="Google Shape;126;p24"/>
          <p:cNvSpPr txBox="1"/>
          <p:nvPr>
            <p:ph idx="7" type="subTitle"/>
          </p:nvPr>
        </p:nvSpPr>
        <p:spPr>
          <a:xfrm>
            <a:off x="4613113" y="3190975"/>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p:txBody>
      </p:sp>
      <p:sp>
        <p:nvSpPr>
          <p:cNvPr id="127" name="Google Shape;127;p24"/>
          <p:cNvSpPr txBox="1"/>
          <p:nvPr>
            <p:ph idx="8" type="subTitle"/>
          </p:nvPr>
        </p:nvSpPr>
        <p:spPr>
          <a:xfrm>
            <a:off x="6637950" y="3190975"/>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p:txBody>
      </p:sp>
      <p:sp>
        <p:nvSpPr>
          <p:cNvPr id="128" name="Google Shape;128;p24"/>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latin typeface="Inter Light"/>
                <a:ea typeface="Inter Light"/>
                <a:cs typeface="Inter Light"/>
                <a:sym typeface="Inter Light"/>
              </a:defRPr>
            </a:lvl1pPr>
            <a:lvl2pPr lvl="1" algn="ctr">
              <a:buNone/>
              <a:defRPr sz="800">
                <a:latin typeface="Inter Light"/>
                <a:ea typeface="Inter Light"/>
                <a:cs typeface="Inter Light"/>
                <a:sym typeface="Inter Light"/>
              </a:defRPr>
            </a:lvl2pPr>
            <a:lvl3pPr lvl="2" algn="ctr">
              <a:buNone/>
              <a:defRPr sz="800">
                <a:latin typeface="Inter Light"/>
                <a:ea typeface="Inter Light"/>
                <a:cs typeface="Inter Light"/>
                <a:sym typeface="Inter Light"/>
              </a:defRPr>
            </a:lvl3pPr>
            <a:lvl4pPr lvl="3" algn="ctr">
              <a:buNone/>
              <a:defRPr sz="800">
                <a:latin typeface="Inter Light"/>
                <a:ea typeface="Inter Light"/>
                <a:cs typeface="Inter Light"/>
                <a:sym typeface="Inter Light"/>
              </a:defRPr>
            </a:lvl4pPr>
            <a:lvl5pPr lvl="4" algn="ctr">
              <a:buNone/>
              <a:defRPr sz="800">
                <a:latin typeface="Inter Light"/>
                <a:ea typeface="Inter Light"/>
                <a:cs typeface="Inter Light"/>
                <a:sym typeface="Inter Light"/>
              </a:defRPr>
            </a:lvl5pPr>
            <a:lvl6pPr lvl="5" algn="ctr">
              <a:buNone/>
              <a:defRPr sz="800">
                <a:latin typeface="Inter Light"/>
                <a:ea typeface="Inter Light"/>
                <a:cs typeface="Inter Light"/>
                <a:sym typeface="Inter Light"/>
              </a:defRPr>
            </a:lvl6pPr>
            <a:lvl7pPr lvl="6" algn="ctr">
              <a:buNone/>
              <a:defRPr sz="800">
                <a:latin typeface="Inter Light"/>
                <a:ea typeface="Inter Light"/>
                <a:cs typeface="Inter Light"/>
                <a:sym typeface="Inter Light"/>
              </a:defRPr>
            </a:lvl7pPr>
            <a:lvl8pPr lvl="7" algn="ctr">
              <a:buNone/>
              <a:defRPr sz="800">
                <a:latin typeface="Inter Light"/>
                <a:ea typeface="Inter Light"/>
                <a:cs typeface="Inter Light"/>
                <a:sym typeface="Inter Light"/>
              </a:defRPr>
            </a:lvl8pPr>
            <a:lvl9pPr lvl="8" algn="ctr">
              <a:buNone/>
              <a:defRPr sz="800">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rrent Market / Market Size">
  <p:cSld name="SECTION_TITLE_AND_DESCRIPTION">
    <p:bg>
      <p:bgPr>
        <a:solidFill>
          <a:schemeClr val="dk2"/>
        </a:solidFill>
      </p:bgPr>
    </p:bg>
    <p:spTree>
      <p:nvGrpSpPr>
        <p:cNvPr id="129" name="Shape 129"/>
        <p:cNvGrpSpPr/>
        <p:nvPr/>
      </p:nvGrpSpPr>
      <p:grpSpPr>
        <a:xfrm>
          <a:off x="0" y="0"/>
          <a:ext cx="0" cy="0"/>
          <a:chOff x="0" y="0"/>
          <a:chExt cx="0" cy="0"/>
        </a:xfrm>
      </p:grpSpPr>
      <p:sp>
        <p:nvSpPr>
          <p:cNvPr id="130" name="Google Shape;130;p25"/>
          <p:cNvSpPr txBox="1"/>
          <p:nvPr/>
        </p:nvSpPr>
        <p:spPr>
          <a:xfrm>
            <a:off x="420872" y="203200"/>
            <a:ext cx="428700" cy="3936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cxnSp>
        <p:nvCxnSpPr>
          <p:cNvPr id="131" name="Google Shape;131;p25"/>
          <p:cNvCxnSpPr/>
          <p:nvPr/>
        </p:nvCxnSpPr>
        <p:spPr>
          <a:xfrm rot="10800000">
            <a:off x="560525" y="279400"/>
            <a:ext cx="149400" cy="0"/>
          </a:xfrm>
          <a:prstGeom prst="straightConnector1">
            <a:avLst/>
          </a:prstGeom>
          <a:noFill/>
          <a:ln cap="flat" cmpd="sng" w="9525">
            <a:solidFill>
              <a:schemeClr val="lt2"/>
            </a:solidFill>
            <a:prstDash val="solid"/>
            <a:round/>
            <a:headEnd len="med" w="med" type="none"/>
            <a:tailEnd len="med" w="med" type="none"/>
          </a:ln>
        </p:spPr>
      </p:cxnSp>
      <p:sp>
        <p:nvSpPr>
          <p:cNvPr id="132" name="Google Shape;132;p25"/>
          <p:cNvSpPr txBox="1"/>
          <p:nvPr>
            <p:ph idx="1" type="subTitle"/>
          </p:nvPr>
        </p:nvSpPr>
        <p:spPr>
          <a:xfrm>
            <a:off x="675475" y="3055900"/>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nter SemiBold"/>
              <a:buNone/>
              <a:defRPr>
                <a:solidFill>
                  <a:schemeClr val="lt1"/>
                </a:solidFill>
              </a:defRPr>
            </a:lvl1pPr>
            <a:lvl2pPr lvl="1" algn="ctr">
              <a:spcBef>
                <a:spcPts val="0"/>
              </a:spcBef>
              <a:spcAft>
                <a:spcPts val="0"/>
              </a:spcAft>
              <a:buClr>
                <a:schemeClr val="lt1"/>
              </a:buClr>
              <a:buSzPts val="1800"/>
              <a:buFont typeface="Inter SemiBold"/>
              <a:buNone/>
              <a:defRPr>
                <a:solidFill>
                  <a:schemeClr val="lt1"/>
                </a:solidFill>
              </a:defRPr>
            </a:lvl2pPr>
            <a:lvl3pPr lvl="2" algn="ctr">
              <a:spcBef>
                <a:spcPts val="0"/>
              </a:spcBef>
              <a:spcAft>
                <a:spcPts val="0"/>
              </a:spcAft>
              <a:buClr>
                <a:schemeClr val="lt1"/>
              </a:buClr>
              <a:buSzPts val="1800"/>
              <a:buFont typeface="Inter SemiBold"/>
              <a:buNone/>
              <a:defRPr>
                <a:solidFill>
                  <a:schemeClr val="lt1"/>
                </a:solidFill>
              </a:defRPr>
            </a:lvl3pPr>
            <a:lvl4pPr lvl="3" algn="ctr">
              <a:spcBef>
                <a:spcPts val="0"/>
              </a:spcBef>
              <a:spcAft>
                <a:spcPts val="0"/>
              </a:spcAft>
              <a:buClr>
                <a:schemeClr val="lt1"/>
              </a:buClr>
              <a:buSzPts val="1800"/>
              <a:buFont typeface="Inter SemiBold"/>
              <a:buNone/>
              <a:defRPr>
                <a:solidFill>
                  <a:schemeClr val="lt1"/>
                </a:solidFill>
              </a:defRPr>
            </a:lvl4pPr>
            <a:lvl5pPr lvl="4" algn="ctr">
              <a:spcBef>
                <a:spcPts val="0"/>
              </a:spcBef>
              <a:spcAft>
                <a:spcPts val="0"/>
              </a:spcAft>
              <a:buClr>
                <a:schemeClr val="lt1"/>
              </a:buClr>
              <a:buSzPts val="1800"/>
              <a:buFont typeface="Inter SemiBold"/>
              <a:buNone/>
              <a:defRPr>
                <a:solidFill>
                  <a:schemeClr val="lt1"/>
                </a:solidFill>
              </a:defRPr>
            </a:lvl5pPr>
            <a:lvl6pPr lvl="5" algn="ctr">
              <a:spcBef>
                <a:spcPts val="0"/>
              </a:spcBef>
              <a:spcAft>
                <a:spcPts val="0"/>
              </a:spcAft>
              <a:buClr>
                <a:schemeClr val="lt1"/>
              </a:buClr>
              <a:buSzPts val="1800"/>
              <a:buFont typeface="Inter SemiBold"/>
              <a:buNone/>
              <a:defRPr>
                <a:solidFill>
                  <a:schemeClr val="lt1"/>
                </a:solidFill>
              </a:defRPr>
            </a:lvl6pPr>
            <a:lvl7pPr lvl="6" algn="ctr">
              <a:spcBef>
                <a:spcPts val="0"/>
              </a:spcBef>
              <a:spcAft>
                <a:spcPts val="0"/>
              </a:spcAft>
              <a:buClr>
                <a:schemeClr val="lt1"/>
              </a:buClr>
              <a:buSzPts val="1800"/>
              <a:buFont typeface="Inter SemiBold"/>
              <a:buNone/>
              <a:defRPr>
                <a:solidFill>
                  <a:schemeClr val="lt1"/>
                </a:solidFill>
              </a:defRPr>
            </a:lvl7pPr>
            <a:lvl8pPr lvl="7" algn="ctr">
              <a:spcBef>
                <a:spcPts val="0"/>
              </a:spcBef>
              <a:spcAft>
                <a:spcPts val="0"/>
              </a:spcAft>
              <a:buClr>
                <a:schemeClr val="lt1"/>
              </a:buClr>
              <a:buSzPts val="1800"/>
              <a:buFont typeface="Inter SemiBold"/>
              <a:buNone/>
              <a:defRPr>
                <a:solidFill>
                  <a:schemeClr val="lt1"/>
                </a:solidFill>
              </a:defRPr>
            </a:lvl8pPr>
            <a:lvl9pPr lvl="8" algn="ctr">
              <a:spcBef>
                <a:spcPts val="0"/>
              </a:spcBef>
              <a:spcAft>
                <a:spcPts val="0"/>
              </a:spcAft>
              <a:buClr>
                <a:schemeClr val="lt1"/>
              </a:buClr>
              <a:buSzPts val="1800"/>
              <a:buFont typeface="Inter SemiBold"/>
              <a:buNone/>
              <a:defRPr>
                <a:solidFill>
                  <a:schemeClr val="lt1"/>
                </a:solidFill>
              </a:defRPr>
            </a:lvl9pPr>
          </a:lstStyle>
          <a:p/>
        </p:txBody>
      </p:sp>
      <p:sp>
        <p:nvSpPr>
          <p:cNvPr id="133" name="Google Shape;133;p25"/>
          <p:cNvSpPr txBox="1"/>
          <p:nvPr>
            <p:ph idx="2" type="body"/>
          </p:nvPr>
        </p:nvSpPr>
        <p:spPr>
          <a:xfrm>
            <a:off x="604925" y="3668125"/>
            <a:ext cx="1607400" cy="873600"/>
          </a:xfrm>
          <a:prstGeom prst="rect">
            <a:avLst/>
          </a:prstGeom>
        </p:spPr>
        <p:txBody>
          <a:bodyPr anchorCtr="0" anchor="t" bIns="91425" lIns="91425" spcFirstLastPara="1" rIns="91425" wrap="square" tIns="91425">
            <a:noAutofit/>
          </a:bodyPr>
          <a:lstStyle>
            <a:lvl1pPr indent="-304800" lvl="0" marL="457200" algn="ctr">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gn="ctr">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gn="ctr">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gn="ctr">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gn="ctr">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gn="ctr">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gn="ctr">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gn="ctr">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gn="ctr">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134" name="Google Shape;134;p25"/>
          <p:cNvSpPr txBox="1"/>
          <p:nvPr>
            <p:ph idx="3" type="subTitle"/>
          </p:nvPr>
        </p:nvSpPr>
        <p:spPr>
          <a:xfrm>
            <a:off x="3885400" y="3055900"/>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nter SemiBold"/>
              <a:buNone/>
              <a:defRPr>
                <a:solidFill>
                  <a:schemeClr val="lt1"/>
                </a:solidFill>
              </a:defRPr>
            </a:lvl1pPr>
            <a:lvl2pPr lvl="1" algn="ctr">
              <a:spcBef>
                <a:spcPts val="0"/>
              </a:spcBef>
              <a:spcAft>
                <a:spcPts val="0"/>
              </a:spcAft>
              <a:buClr>
                <a:schemeClr val="lt1"/>
              </a:buClr>
              <a:buSzPts val="1800"/>
              <a:buFont typeface="Inter SemiBold"/>
              <a:buNone/>
              <a:defRPr>
                <a:solidFill>
                  <a:schemeClr val="lt1"/>
                </a:solidFill>
              </a:defRPr>
            </a:lvl2pPr>
            <a:lvl3pPr lvl="2" algn="ctr">
              <a:spcBef>
                <a:spcPts val="0"/>
              </a:spcBef>
              <a:spcAft>
                <a:spcPts val="0"/>
              </a:spcAft>
              <a:buClr>
                <a:schemeClr val="lt1"/>
              </a:buClr>
              <a:buSzPts val="1800"/>
              <a:buFont typeface="Inter SemiBold"/>
              <a:buNone/>
              <a:defRPr>
                <a:solidFill>
                  <a:schemeClr val="lt1"/>
                </a:solidFill>
              </a:defRPr>
            </a:lvl3pPr>
            <a:lvl4pPr lvl="3" algn="ctr">
              <a:spcBef>
                <a:spcPts val="0"/>
              </a:spcBef>
              <a:spcAft>
                <a:spcPts val="0"/>
              </a:spcAft>
              <a:buClr>
                <a:schemeClr val="lt1"/>
              </a:buClr>
              <a:buSzPts val="1800"/>
              <a:buFont typeface="Inter SemiBold"/>
              <a:buNone/>
              <a:defRPr>
                <a:solidFill>
                  <a:schemeClr val="lt1"/>
                </a:solidFill>
              </a:defRPr>
            </a:lvl4pPr>
            <a:lvl5pPr lvl="4" algn="ctr">
              <a:spcBef>
                <a:spcPts val="0"/>
              </a:spcBef>
              <a:spcAft>
                <a:spcPts val="0"/>
              </a:spcAft>
              <a:buClr>
                <a:schemeClr val="lt1"/>
              </a:buClr>
              <a:buSzPts val="1800"/>
              <a:buFont typeface="Inter SemiBold"/>
              <a:buNone/>
              <a:defRPr>
                <a:solidFill>
                  <a:schemeClr val="lt1"/>
                </a:solidFill>
              </a:defRPr>
            </a:lvl5pPr>
            <a:lvl6pPr lvl="5" algn="ctr">
              <a:spcBef>
                <a:spcPts val="0"/>
              </a:spcBef>
              <a:spcAft>
                <a:spcPts val="0"/>
              </a:spcAft>
              <a:buClr>
                <a:schemeClr val="lt1"/>
              </a:buClr>
              <a:buSzPts val="1800"/>
              <a:buFont typeface="Inter SemiBold"/>
              <a:buNone/>
              <a:defRPr>
                <a:solidFill>
                  <a:schemeClr val="lt1"/>
                </a:solidFill>
              </a:defRPr>
            </a:lvl6pPr>
            <a:lvl7pPr lvl="6" algn="ctr">
              <a:spcBef>
                <a:spcPts val="0"/>
              </a:spcBef>
              <a:spcAft>
                <a:spcPts val="0"/>
              </a:spcAft>
              <a:buClr>
                <a:schemeClr val="lt1"/>
              </a:buClr>
              <a:buSzPts val="1800"/>
              <a:buFont typeface="Inter SemiBold"/>
              <a:buNone/>
              <a:defRPr>
                <a:solidFill>
                  <a:schemeClr val="lt1"/>
                </a:solidFill>
              </a:defRPr>
            </a:lvl7pPr>
            <a:lvl8pPr lvl="7" algn="ctr">
              <a:spcBef>
                <a:spcPts val="0"/>
              </a:spcBef>
              <a:spcAft>
                <a:spcPts val="0"/>
              </a:spcAft>
              <a:buClr>
                <a:schemeClr val="lt1"/>
              </a:buClr>
              <a:buSzPts val="1800"/>
              <a:buFont typeface="Inter SemiBold"/>
              <a:buNone/>
              <a:defRPr>
                <a:solidFill>
                  <a:schemeClr val="lt1"/>
                </a:solidFill>
              </a:defRPr>
            </a:lvl8pPr>
            <a:lvl9pPr lvl="8" algn="ctr">
              <a:spcBef>
                <a:spcPts val="0"/>
              </a:spcBef>
              <a:spcAft>
                <a:spcPts val="0"/>
              </a:spcAft>
              <a:buClr>
                <a:schemeClr val="lt1"/>
              </a:buClr>
              <a:buSzPts val="1800"/>
              <a:buFont typeface="Inter SemiBold"/>
              <a:buNone/>
              <a:defRPr>
                <a:solidFill>
                  <a:schemeClr val="lt1"/>
                </a:solidFill>
              </a:defRPr>
            </a:lvl9pPr>
          </a:lstStyle>
          <a:p/>
        </p:txBody>
      </p:sp>
      <p:sp>
        <p:nvSpPr>
          <p:cNvPr id="135" name="Google Shape;135;p25"/>
          <p:cNvSpPr txBox="1"/>
          <p:nvPr>
            <p:ph idx="4" type="body"/>
          </p:nvPr>
        </p:nvSpPr>
        <p:spPr>
          <a:xfrm>
            <a:off x="3814850" y="3668125"/>
            <a:ext cx="1607400" cy="873600"/>
          </a:xfrm>
          <a:prstGeom prst="rect">
            <a:avLst/>
          </a:prstGeom>
        </p:spPr>
        <p:txBody>
          <a:bodyPr anchorCtr="0" anchor="t" bIns="91425" lIns="91425" spcFirstLastPara="1" rIns="91425" wrap="square" tIns="91425">
            <a:noAutofit/>
          </a:bodyPr>
          <a:lstStyle>
            <a:lvl1pPr indent="-304800" lvl="0" marL="457200" algn="ctr">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gn="ctr">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gn="ctr">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gn="ctr">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gn="ctr">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gn="ctr">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gn="ctr">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gn="ctr">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gn="ctr">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136" name="Google Shape;136;p25"/>
          <p:cNvSpPr txBox="1"/>
          <p:nvPr>
            <p:ph idx="5" type="subTitle"/>
          </p:nvPr>
        </p:nvSpPr>
        <p:spPr>
          <a:xfrm>
            <a:off x="7024719" y="3055900"/>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nter SemiBold"/>
              <a:buNone/>
              <a:defRPr>
                <a:solidFill>
                  <a:schemeClr val="lt1"/>
                </a:solidFill>
              </a:defRPr>
            </a:lvl1pPr>
            <a:lvl2pPr lvl="1" algn="ctr">
              <a:spcBef>
                <a:spcPts val="0"/>
              </a:spcBef>
              <a:spcAft>
                <a:spcPts val="0"/>
              </a:spcAft>
              <a:buClr>
                <a:schemeClr val="lt1"/>
              </a:buClr>
              <a:buSzPts val="1800"/>
              <a:buFont typeface="Inter SemiBold"/>
              <a:buNone/>
              <a:defRPr>
                <a:solidFill>
                  <a:schemeClr val="lt1"/>
                </a:solidFill>
              </a:defRPr>
            </a:lvl2pPr>
            <a:lvl3pPr lvl="2" algn="ctr">
              <a:spcBef>
                <a:spcPts val="0"/>
              </a:spcBef>
              <a:spcAft>
                <a:spcPts val="0"/>
              </a:spcAft>
              <a:buClr>
                <a:schemeClr val="lt1"/>
              </a:buClr>
              <a:buSzPts val="1800"/>
              <a:buFont typeface="Inter SemiBold"/>
              <a:buNone/>
              <a:defRPr>
                <a:solidFill>
                  <a:schemeClr val="lt1"/>
                </a:solidFill>
              </a:defRPr>
            </a:lvl3pPr>
            <a:lvl4pPr lvl="3" algn="ctr">
              <a:spcBef>
                <a:spcPts val="0"/>
              </a:spcBef>
              <a:spcAft>
                <a:spcPts val="0"/>
              </a:spcAft>
              <a:buClr>
                <a:schemeClr val="lt1"/>
              </a:buClr>
              <a:buSzPts val="1800"/>
              <a:buFont typeface="Inter SemiBold"/>
              <a:buNone/>
              <a:defRPr>
                <a:solidFill>
                  <a:schemeClr val="lt1"/>
                </a:solidFill>
              </a:defRPr>
            </a:lvl4pPr>
            <a:lvl5pPr lvl="4" algn="ctr">
              <a:spcBef>
                <a:spcPts val="0"/>
              </a:spcBef>
              <a:spcAft>
                <a:spcPts val="0"/>
              </a:spcAft>
              <a:buClr>
                <a:schemeClr val="lt1"/>
              </a:buClr>
              <a:buSzPts val="1800"/>
              <a:buFont typeface="Inter SemiBold"/>
              <a:buNone/>
              <a:defRPr>
                <a:solidFill>
                  <a:schemeClr val="lt1"/>
                </a:solidFill>
              </a:defRPr>
            </a:lvl5pPr>
            <a:lvl6pPr lvl="5" algn="ctr">
              <a:spcBef>
                <a:spcPts val="0"/>
              </a:spcBef>
              <a:spcAft>
                <a:spcPts val="0"/>
              </a:spcAft>
              <a:buClr>
                <a:schemeClr val="lt1"/>
              </a:buClr>
              <a:buSzPts val="1800"/>
              <a:buFont typeface="Inter SemiBold"/>
              <a:buNone/>
              <a:defRPr>
                <a:solidFill>
                  <a:schemeClr val="lt1"/>
                </a:solidFill>
              </a:defRPr>
            </a:lvl6pPr>
            <a:lvl7pPr lvl="6" algn="ctr">
              <a:spcBef>
                <a:spcPts val="0"/>
              </a:spcBef>
              <a:spcAft>
                <a:spcPts val="0"/>
              </a:spcAft>
              <a:buClr>
                <a:schemeClr val="lt1"/>
              </a:buClr>
              <a:buSzPts val="1800"/>
              <a:buFont typeface="Inter SemiBold"/>
              <a:buNone/>
              <a:defRPr>
                <a:solidFill>
                  <a:schemeClr val="lt1"/>
                </a:solidFill>
              </a:defRPr>
            </a:lvl7pPr>
            <a:lvl8pPr lvl="7" algn="ctr">
              <a:spcBef>
                <a:spcPts val="0"/>
              </a:spcBef>
              <a:spcAft>
                <a:spcPts val="0"/>
              </a:spcAft>
              <a:buClr>
                <a:schemeClr val="lt1"/>
              </a:buClr>
              <a:buSzPts val="1800"/>
              <a:buFont typeface="Inter SemiBold"/>
              <a:buNone/>
              <a:defRPr>
                <a:solidFill>
                  <a:schemeClr val="lt1"/>
                </a:solidFill>
              </a:defRPr>
            </a:lvl8pPr>
            <a:lvl9pPr lvl="8" algn="ctr">
              <a:spcBef>
                <a:spcPts val="0"/>
              </a:spcBef>
              <a:spcAft>
                <a:spcPts val="0"/>
              </a:spcAft>
              <a:buClr>
                <a:schemeClr val="lt1"/>
              </a:buClr>
              <a:buSzPts val="1800"/>
              <a:buFont typeface="Inter SemiBold"/>
              <a:buNone/>
              <a:defRPr>
                <a:solidFill>
                  <a:schemeClr val="lt1"/>
                </a:solidFill>
              </a:defRPr>
            </a:lvl9pPr>
          </a:lstStyle>
          <a:p/>
        </p:txBody>
      </p:sp>
      <p:sp>
        <p:nvSpPr>
          <p:cNvPr id="137" name="Google Shape;137;p25"/>
          <p:cNvSpPr txBox="1"/>
          <p:nvPr>
            <p:ph idx="6" type="body"/>
          </p:nvPr>
        </p:nvSpPr>
        <p:spPr>
          <a:xfrm>
            <a:off x="6954219" y="3668125"/>
            <a:ext cx="1607400" cy="873600"/>
          </a:xfrm>
          <a:prstGeom prst="rect">
            <a:avLst/>
          </a:prstGeom>
        </p:spPr>
        <p:txBody>
          <a:bodyPr anchorCtr="0" anchor="t" bIns="91425" lIns="91425" spcFirstLastPara="1" rIns="91425" wrap="square" tIns="91425">
            <a:noAutofit/>
          </a:bodyPr>
          <a:lstStyle>
            <a:lvl1pPr indent="-304800" lvl="0" marL="457200" algn="ctr">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gn="ctr">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gn="ctr">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gn="ctr">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gn="ctr">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gn="ctr">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gn="ctr">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gn="ctr">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gn="ctr">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138" name="Google Shape;138;p25"/>
          <p:cNvSpPr txBox="1"/>
          <p:nvPr>
            <p:ph type="title"/>
          </p:nvPr>
        </p:nvSpPr>
        <p:spPr>
          <a:xfrm>
            <a:off x="450850" y="596800"/>
            <a:ext cx="6767700" cy="1287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p:txBody>
      </p:sp>
      <p:sp>
        <p:nvSpPr>
          <p:cNvPr id="139" name="Google Shape;139;p25"/>
          <p:cNvSpPr/>
          <p:nvPr/>
        </p:nvSpPr>
        <p:spPr>
          <a:xfrm>
            <a:off x="603475"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140" name="Google Shape;140;p25"/>
          <p:cNvSpPr/>
          <p:nvPr/>
        </p:nvSpPr>
        <p:spPr>
          <a:xfrm>
            <a:off x="1644650"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Breakdown">
  <p:cSld name="SECTION_TITLE_AND_DESCRIPTION_1">
    <p:bg>
      <p:bgPr>
        <a:solidFill>
          <a:schemeClr val="dk2"/>
        </a:solidFill>
      </p:bgPr>
    </p:bg>
    <p:spTree>
      <p:nvGrpSpPr>
        <p:cNvPr id="141" name="Shape 141"/>
        <p:cNvGrpSpPr/>
        <p:nvPr/>
      </p:nvGrpSpPr>
      <p:grpSpPr>
        <a:xfrm>
          <a:off x="0" y="0"/>
          <a:ext cx="0" cy="0"/>
          <a:chOff x="0" y="0"/>
          <a:chExt cx="0" cy="0"/>
        </a:xfrm>
      </p:grpSpPr>
      <p:sp>
        <p:nvSpPr>
          <p:cNvPr id="142" name="Google Shape;142;p26"/>
          <p:cNvSpPr txBox="1"/>
          <p:nvPr/>
        </p:nvSpPr>
        <p:spPr>
          <a:xfrm>
            <a:off x="420872" y="203200"/>
            <a:ext cx="428700" cy="3936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cxnSp>
        <p:nvCxnSpPr>
          <p:cNvPr id="143" name="Google Shape;143;p26"/>
          <p:cNvCxnSpPr/>
          <p:nvPr/>
        </p:nvCxnSpPr>
        <p:spPr>
          <a:xfrm rot="10800000">
            <a:off x="560525" y="279400"/>
            <a:ext cx="149400" cy="0"/>
          </a:xfrm>
          <a:prstGeom prst="straightConnector1">
            <a:avLst/>
          </a:prstGeom>
          <a:noFill/>
          <a:ln cap="flat" cmpd="sng" w="9525">
            <a:solidFill>
              <a:schemeClr val="lt2"/>
            </a:solidFill>
            <a:prstDash val="solid"/>
            <a:round/>
            <a:headEnd len="med" w="med" type="none"/>
            <a:tailEnd len="med" w="med" type="none"/>
          </a:ln>
        </p:spPr>
      </p:cxnSp>
      <p:sp>
        <p:nvSpPr>
          <p:cNvPr id="144" name="Google Shape;144;p26"/>
          <p:cNvSpPr txBox="1"/>
          <p:nvPr>
            <p:ph idx="1" type="subTitle"/>
          </p:nvPr>
        </p:nvSpPr>
        <p:spPr>
          <a:xfrm>
            <a:off x="3486575" y="2706950"/>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nter SemiBold"/>
              <a:buNone/>
              <a:defRPr sz="1200">
                <a:solidFill>
                  <a:schemeClr val="lt1"/>
                </a:solidFill>
              </a:defRPr>
            </a:lvl1pPr>
            <a:lvl2pPr lvl="1" algn="ctr">
              <a:spcBef>
                <a:spcPts val="0"/>
              </a:spcBef>
              <a:spcAft>
                <a:spcPts val="0"/>
              </a:spcAft>
              <a:buClr>
                <a:schemeClr val="lt1"/>
              </a:buClr>
              <a:buSzPts val="1200"/>
              <a:buFont typeface="Inter SemiBold"/>
              <a:buNone/>
              <a:defRPr sz="1200">
                <a:solidFill>
                  <a:schemeClr val="lt1"/>
                </a:solidFill>
              </a:defRPr>
            </a:lvl2pPr>
            <a:lvl3pPr lvl="2" algn="ctr">
              <a:spcBef>
                <a:spcPts val="0"/>
              </a:spcBef>
              <a:spcAft>
                <a:spcPts val="0"/>
              </a:spcAft>
              <a:buClr>
                <a:schemeClr val="lt1"/>
              </a:buClr>
              <a:buSzPts val="1200"/>
              <a:buFont typeface="Inter SemiBold"/>
              <a:buNone/>
              <a:defRPr sz="1200">
                <a:solidFill>
                  <a:schemeClr val="lt1"/>
                </a:solidFill>
              </a:defRPr>
            </a:lvl3pPr>
            <a:lvl4pPr lvl="3" algn="ctr">
              <a:spcBef>
                <a:spcPts val="0"/>
              </a:spcBef>
              <a:spcAft>
                <a:spcPts val="0"/>
              </a:spcAft>
              <a:buClr>
                <a:schemeClr val="lt1"/>
              </a:buClr>
              <a:buSzPts val="1200"/>
              <a:buFont typeface="Inter SemiBold"/>
              <a:buNone/>
              <a:defRPr sz="1200">
                <a:solidFill>
                  <a:schemeClr val="lt1"/>
                </a:solidFill>
              </a:defRPr>
            </a:lvl4pPr>
            <a:lvl5pPr lvl="4" algn="ctr">
              <a:spcBef>
                <a:spcPts val="0"/>
              </a:spcBef>
              <a:spcAft>
                <a:spcPts val="0"/>
              </a:spcAft>
              <a:buClr>
                <a:schemeClr val="lt1"/>
              </a:buClr>
              <a:buSzPts val="1200"/>
              <a:buFont typeface="Inter SemiBold"/>
              <a:buNone/>
              <a:defRPr sz="1200">
                <a:solidFill>
                  <a:schemeClr val="lt1"/>
                </a:solidFill>
              </a:defRPr>
            </a:lvl5pPr>
            <a:lvl6pPr lvl="5" algn="ctr">
              <a:spcBef>
                <a:spcPts val="0"/>
              </a:spcBef>
              <a:spcAft>
                <a:spcPts val="0"/>
              </a:spcAft>
              <a:buClr>
                <a:schemeClr val="lt1"/>
              </a:buClr>
              <a:buSzPts val="1200"/>
              <a:buFont typeface="Inter SemiBold"/>
              <a:buNone/>
              <a:defRPr sz="1200">
                <a:solidFill>
                  <a:schemeClr val="lt1"/>
                </a:solidFill>
              </a:defRPr>
            </a:lvl6pPr>
            <a:lvl7pPr lvl="6" algn="ctr">
              <a:spcBef>
                <a:spcPts val="0"/>
              </a:spcBef>
              <a:spcAft>
                <a:spcPts val="0"/>
              </a:spcAft>
              <a:buClr>
                <a:schemeClr val="lt1"/>
              </a:buClr>
              <a:buSzPts val="1200"/>
              <a:buFont typeface="Inter SemiBold"/>
              <a:buNone/>
              <a:defRPr sz="1200">
                <a:solidFill>
                  <a:schemeClr val="lt1"/>
                </a:solidFill>
              </a:defRPr>
            </a:lvl7pPr>
            <a:lvl8pPr lvl="7" algn="ctr">
              <a:spcBef>
                <a:spcPts val="0"/>
              </a:spcBef>
              <a:spcAft>
                <a:spcPts val="0"/>
              </a:spcAft>
              <a:buClr>
                <a:schemeClr val="lt1"/>
              </a:buClr>
              <a:buSzPts val="1200"/>
              <a:buFont typeface="Inter SemiBold"/>
              <a:buNone/>
              <a:defRPr sz="1200">
                <a:solidFill>
                  <a:schemeClr val="lt1"/>
                </a:solidFill>
              </a:defRPr>
            </a:lvl8pPr>
            <a:lvl9pPr lvl="8" algn="ctr">
              <a:spcBef>
                <a:spcPts val="0"/>
              </a:spcBef>
              <a:spcAft>
                <a:spcPts val="0"/>
              </a:spcAft>
              <a:buClr>
                <a:schemeClr val="lt1"/>
              </a:buClr>
              <a:buSzPts val="1200"/>
              <a:buFont typeface="Inter SemiBold"/>
              <a:buNone/>
              <a:defRPr sz="1200">
                <a:solidFill>
                  <a:schemeClr val="lt1"/>
                </a:solidFill>
              </a:defRPr>
            </a:lvl9pPr>
          </a:lstStyle>
          <a:p/>
        </p:txBody>
      </p:sp>
      <p:sp>
        <p:nvSpPr>
          <p:cNvPr id="145" name="Google Shape;145;p26"/>
          <p:cNvSpPr txBox="1"/>
          <p:nvPr>
            <p:ph idx="2" type="body"/>
          </p:nvPr>
        </p:nvSpPr>
        <p:spPr>
          <a:xfrm>
            <a:off x="3416075" y="2982325"/>
            <a:ext cx="1607400" cy="873600"/>
          </a:xfrm>
          <a:prstGeom prst="rect">
            <a:avLst/>
          </a:prstGeom>
        </p:spPr>
        <p:txBody>
          <a:bodyPr anchorCtr="0" anchor="t" bIns="91425" lIns="91425" spcFirstLastPara="1" rIns="91425" wrap="square" tIns="91425">
            <a:noAutofit/>
          </a:bodyPr>
          <a:lstStyle>
            <a:lvl1pPr indent="-304800" lvl="0" marL="457200" algn="ctr">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gn="ctr">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gn="ctr">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gn="ctr">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gn="ctr">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gn="ctr">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gn="ctr">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gn="ctr">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gn="ctr">
              <a:lnSpc>
                <a:spcPct val="115000"/>
              </a:lnSpc>
              <a:spcBef>
                <a:spcPts val="0"/>
              </a:spcBef>
              <a:spcAft>
                <a:spcPts val="0"/>
              </a:spcAft>
              <a:buClr>
                <a:schemeClr val="lt2"/>
              </a:buClr>
              <a:buSzPts val="1200"/>
              <a:buFont typeface="Inter"/>
              <a:buChar char="■"/>
              <a:defRPr>
                <a:solidFill>
                  <a:schemeClr val="lt2"/>
                </a:solidFill>
              </a:defRPr>
            </a:lvl9pPr>
          </a:lstStyle>
          <a:p/>
        </p:txBody>
      </p:sp>
      <p:cxnSp>
        <p:nvCxnSpPr>
          <p:cNvPr id="146" name="Google Shape;146;p26"/>
          <p:cNvCxnSpPr>
            <a:endCxn id="147" idx="2"/>
          </p:cNvCxnSpPr>
          <p:nvPr/>
        </p:nvCxnSpPr>
        <p:spPr>
          <a:xfrm>
            <a:off x="2904275" y="2048466"/>
            <a:ext cx="771900" cy="0"/>
          </a:xfrm>
          <a:prstGeom prst="straightConnector1">
            <a:avLst/>
          </a:prstGeom>
          <a:noFill/>
          <a:ln cap="flat" cmpd="sng" w="19050">
            <a:solidFill>
              <a:schemeClr val="lt1"/>
            </a:solidFill>
            <a:prstDash val="solid"/>
            <a:round/>
            <a:headEnd len="med" w="med" type="none"/>
            <a:tailEnd len="med" w="med" type="none"/>
          </a:ln>
        </p:spPr>
      </p:cxnSp>
      <p:cxnSp>
        <p:nvCxnSpPr>
          <p:cNvPr id="148" name="Google Shape;148;p26"/>
          <p:cNvCxnSpPr/>
          <p:nvPr/>
        </p:nvCxnSpPr>
        <p:spPr>
          <a:xfrm>
            <a:off x="4765924" y="2048466"/>
            <a:ext cx="771900" cy="0"/>
          </a:xfrm>
          <a:prstGeom prst="straightConnector1">
            <a:avLst/>
          </a:prstGeom>
          <a:noFill/>
          <a:ln cap="flat" cmpd="sng" w="19050">
            <a:solidFill>
              <a:schemeClr val="lt1"/>
            </a:solidFill>
            <a:prstDash val="solid"/>
            <a:round/>
            <a:headEnd len="med" w="med" type="none"/>
            <a:tailEnd len="med" w="med" type="none"/>
          </a:ln>
        </p:spPr>
      </p:cxnSp>
      <p:cxnSp>
        <p:nvCxnSpPr>
          <p:cNvPr id="149" name="Google Shape;149;p26"/>
          <p:cNvCxnSpPr/>
          <p:nvPr/>
        </p:nvCxnSpPr>
        <p:spPr>
          <a:xfrm>
            <a:off x="6635736" y="2048466"/>
            <a:ext cx="771900" cy="0"/>
          </a:xfrm>
          <a:prstGeom prst="straightConnector1">
            <a:avLst/>
          </a:prstGeom>
          <a:noFill/>
          <a:ln cap="flat" cmpd="sng" w="19050">
            <a:solidFill>
              <a:schemeClr val="lt1"/>
            </a:solidFill>
            <a:prstDash val="solid"/>
            <a:round/>
            <a:headEnd len="med" w="med" type="none"/>
            <a:tailEnd len="med" w="med" type="none"/>
          </a:ln>
        </p:spPr>
      </p:cxnSp>
      <p:sp>
        <p:nvSpPr>
          <p:cNvPr id="147" name="Google Shape;147;p26"/>
          <p:cNvSpPr/>
          <p:nvPr/>
        </p:nvSpPr>
        <p:spPr>
          <a:xfrm>
            <a:off x="3676175" y="1504866"/>
            <a:ext cx="1087200" cy="1087200"/>
          </a:xfrm>
          <a:prstGeom prst="flowChartConnector">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latin typeface="Inter"/>
              <a:ea typeface="Inter"/>
              <a:cs typeface="Inter"/>
              <a:sym typeface="Inter"/>
            </a:endParaRPr>
          </a:p>
        </p:txBody>
      </p:sp>
      <p:sp>
        <p:nvSpPr>
          <p:cNvPr id="150" name="Google Shape;150;p26"/>
          <p:cNvSpPr/>
          <p:nvPr/>
        </p:nvSpPr>
        <p:spPr>
          <a:xfrm>
            <a:off x="5548513" y="1504866"/>
            <a:ext cx="1087200" cy="1087200"/>
          </a:xfrm>
          <a:prstGeom prst="flowChartConnector">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latin typeface="Inter"/>
              <a:ea typeface="Inter"/>
              <a:cs typeface="Inter"/>
              <a:sym typeface="Inter"/>
            </a:endParaRPr>
          </a:p>
        </p:txBody>
      </p:sp>
      <p:sp>
        <p:nvSpPr>
          <p:cNvPr id="151" name="Google Shape;151;p26"/>
          <p:cNvSpPr/>
          <p:nvPr/>
        </p:nvSpPr>
        <p:spPr>
          <a:xfrm>
            <a:off x="7417725" y="1504866"/>
            <a:ext cx="1087200" cy="1087200"/>
          </a:xfrm>
          <a:prstGeom prst="flowChartConnector">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latin typeface="Inter"/>
              <a:ea typeface="Inter"/>
              <a:cs typeface="Inter"/>
              <a:sym typeface="Inter"/>
            </a:endParaRPr>
          </a:p>
        </p:txBody>
      </p:sp>
      <p:sp>
        <p:nvSpPr>
          <p:cNvPr id="152" name="Google Shape;152;p26"/>
          <p:cNvSpPr txBox="1"/>
          <p:nvPr>
            <p:ph idx="3" type="subTitle"/>
          </p:nvPr>
        </p:nvSpPr>
        <p:spPr>
          <a:xfrm>
            <a:off x="5358925" y="2706950"/>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nter SemiBold"/>
              <a:buNone/>
              <a:defRPr sz="1200">
                <a:solidFill>
                  <a:schemeClr val="lt1"/>
                </a:solidFill>
              </a:defRPr>
            </a:lvl1pPr>
            <a:lvl2pPr lvl="1" algn="ctr">
              <a:spcBef>
                <a:spcPts val="0"/>
              </a:spcBef>
              <a:spcAft>
                <a:spcPts val="0"/>
              </a:spcAft>
              <a:buClr>
                <a:schemeClr val="lt1"/>
              </a:buClr>
              <a:buSzPts val="1200"/>
              <a:buFont typeface="Inter SemiBold"/>
              <a:buNone/>
              <a:defRPr sz="1200">
                <a:solidFill>
                  <a:schemeClr val="lt1"/>
                </a:solidFill>
              </a:defRPr>
            </a:lvl2pPr>
            <a:lvl3pPr lvl="2" algn="ctr">
              <a:spcBef>
                <a:spcPts val="0"/>
              </a:spcBef>
              <a:spcAft>
                <a:spcPts val="0"/>
              </a:spcAft>
              <a:buClr>
                <a:schemeClr val="lt1"/>
              </a:buClr>
              <a:buSzPts val="1200"/>
              <a:buFont typeface="Inter SemiBold"/>
              <a:buNone/>
              <a:defRPr sz="1200">
                <a:solidFill>
                  <a:schemeClr val="lt1"/>
                </a:solidFill>
              </a:defRPr>
            </a:lvl3pPr>
            <a:lvl4pPr lvl="3" algn="ctr">
              <a:spcBef>
                <a:spcPts val="0"/>
              </a:spcBef>
              <a:spcAft>
                <a:spcPts val="0"/>
              </a:spcAft>
              <a:buClr>
                <a:schemeClr val="lt1"/>
              </a:buClr>
              <a:buSzPts val="1200"/>
              <a:buFont typeface="Inter SemiBold"/>
              <a:buNone/>
              <a:defRPr sz="1200">
                <a:solidFill>
                  <a:schemeClr val="lt1"/>
                </a:solidFill>
              </a:defRPr>
            </a:lvl4pPr>
            <a:lvl5pPr lvl="4" algn="ctr">
              <a:spcBef>
                <a:spcPts val="0"/>
              </a:spcBef>
              <a:spcAft>
                <a:spcPts val="0"/>
              </a:spcAft>
              <a:buClr>
                <a:schemeClr val="lt1"/>
              </a:buClr>
              <a:buSzPts val="1200"/>
              <a:buFont typeface="Inter SemiBold"/>
              <a:buNone/>
              <a:defRPr sz="1200">
                <a:solidFill>
                  <a:schemeClr val="lt1"/>
                </a:solidFill>
              </a:defRPr>
            </a:lvl5pPr>
            <a:lvl6pPr lvl="5" algn="ctr">
              <a:spcBef>
                <a:spcPts val="0"/>
              </a:spcBef>
              <a:spcAft>
                <a:spcPts val="0"/>
              </a:spcAft>
              <a:buClr>
                <a:schemeClr val="lt1"/>
              </a:buClr>
              <a:buSzPts val="1200"/>
              <a:buFont typeface="Inter SemiBold"/>
              <a:buNone/>
              <a:defRPr sz="1200">
                <a:solidFill>
                  <a:schemeClr val="lt1"/>
                </a:solidFill>
              </a:defRPr>
            </a:lvl6pPr>
            <a:lvl7pPr lvl="6" algn="ctr">
              <a:spcBef>
                <a:spcPts val="0"/>
              </a:spcBef>
              <a:spcAft>
                <a:spcPts val="0"/>
              </a:spcAft>
              <a:buClr>
                <a:schemeClr val="lt1"/>
              </a:buClr>
              <a:buSzPts val="1200"/>
              <a:buFont typeface="Inter SemiBold"/>
              <a:buNone/>
              <a:defRPr sz="1200">
                <a:solidFill>
                  <a:schemeClr val="lt1"/>
                </a:solidFill>
              </a:defRPr>
            </a:lvl7pPr>
            <a:lvl8pPr lvl="7" algn="ctr">
              <a:spcBef>
                <a:spcPts val="0"/>
              </a:spcBef>
              <a:spcAft>
                <a:spcPts val="0"/>
              </a:spcAft>
              <a:buClr>
                <a:schemeClr val="lt1"/>
              </a:buClr>
              <a:buSzPts val="1200"/>
              <a:buFont typeface="Inter SemiBold"/>
              <a:buNone/>
              <a:defRPr sz="1200">
                <a:solidFill>
                  <a:schemeClr val="lt1"/>
                </a:solidFill>
              </a:defRPr>
            </a:lvl8pPr>
            <a:lvl9pPr lvl="8" algn="ctr">
              <a:spcBef>
                <a:spcPts val="0"/>
              </a:spcBef>
              <a:spcAft>
                <a:spcPts val="0"/>
              </a:spcAft>
              <a:buClr>
                <a:schemeClr val="lt1"/>
              </a:buClr>
              <a:buSzPts val="1200"/>
              <a:buFont typeface="Inter SemiBold"/>
              <a:buNone/>
              <a:defRPr sz="1200">
                <a:solidFill>
                  <a:schemeClr val="lt1"/>
                </a:solidFill>
              </a:defRPr>
            </a:lvl9pPr>
          </a:lstStyle>
          <a:p/>
        </p:txBody>
      </p:sp>
      <p:sp>
        <p:nvSpPr>
          <p:cNvPr id="153" name="Google Shape;153;p26"/>
          <p:cNvSpPr txBox="1"/>
          <p:nvPr>
            <p:ph idx="4" type="body"/>
          </p:nvPr>
        </p:nvSpPr>
        <p:spPr>
          <a:xfrm>
            <a:off x="5288425" y="2982325"/>
            <a:ext cx="1607400" cy="873600"/>
          </a:xfrm>
          <a:prstGeom prst="rect">
            <a:avLst/>
          </a:prstGeom>
        </p:spPr>
        <p:txBody>
          <a:bodyPr anchorCtr="0" anchor="t" bIns="91425" lIns="91425" spcFirstLastPara="1" rIns="91425" wrap="square" tIns="91425">
            <a:noAutofit/>
          </a:bodyPr>
          <a:lstStyle>
            <a:lvl1pPr indent="-304800" lvl="0" marL="457200" algn="ctr">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gn="ctr">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gn="ctr">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gn="ctr">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gn="ctr">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gn="ctr">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gn="ctr">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gn="ctr">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gn="ctr">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154" name="Google Shape;154;p26"/>
          <p:cNvSpPr txBox="1"/>
          <p:nvPr>
            <p:ph idx="5" type="subTitle"/>
          </p:nvPr>
        </p:nvSpPr>
        <p:spPr>
          <a:xfrm>
            <a:off x="7231275" y="2706950"/>
            <a:ext cx="1466400" cy="772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nter SemiBold"/>
              <a:buNone/>
              <a:defRPr sz="1200">
                <a:solidFill>
                  <a:schemeClr val="lt1"/>
                </a:solidFill>
              </a:defRPr>
            </a:lvl1pPr>
            <a:lvl2pPr lvl="1" algn="ctr">
              <a:spcBef>
                <a:spcPts val="0"/>
              </a:spcBef>
              <a:spcAft>
                <a:spcPts val="0"/>
              </a:spcAft>
              <a:buClr>
                <a:schemeClr val="lt1"/>
              </a:buClr>
              <a:buSzPts val="1200"/>
              <a:buFont typeface="Inter SemiBold"/>
              <a:buNone/>
              <a:defRPr sz="1200">
                <a:solidFill>
                  <a:schemeClr val="lt1"/>
                </a:solidFill>
              </a:defRPr>
            </a:lvl2pPr>
            <a:lvl3pPr lvl="2" algn="ctr">
              <a:spcBef>
                <a:spcPts val="0"/>
              </a:spcBef>
              <a:spcAft>
                <a:spcPts val="0"/>
              </a:spcAft>
              <a:buClr>
                <a:schemeClr val="lt1"/>
              </a:buClr>
              <a:buSzPts val="1200"/>
              <a:buFont typeface="Inter SemiBold"/>
              <a:buNone/>
              <a:defRPr sz="1200">
                <a:solidFill>
                  <a:schemeClr val="lt1"/>
                </a:solidFill>
              </a:defRPr>
            </a:lvl3pPr>
            <a:lvl4pPr lvl="3" algn="ctr">
              <a:spcBef>
                <a:spcPts val="0"/>
              </a:spcBef>
              <a:spcAft>
                <a:spcPts val="0"/>
              </a:spcAft>
              <a:buClr>
                <a:schemeClr val="lt1"/>
              </a:buClr>
              <a:buSzPts val="1200"/>
              <a:buFont typeface="Inter SemiBold"/>
              <a:buNone/>
              <a:defRPr sz="1200">
                <a:solidFill>
                  <a:schemeClr val="lt1"/>
                </a:solidFill>
              </a:defRPr>
            </a:lvl4pPr>
            <a:lvl5pPr lvl="4" algn="ctr">
              <a:spcBef>
                <a:spcPts val="0"/>
              </a:spcBef>
              <a:spcAft>
                <a:spcPts val="0"/>
              </a:spcAft>
              <a:buClr>
                <a:schemeClr val="lt1"/>
              </a:buClr>
              <a:buSzPts val="1200"/>
              <a:buFont typeface="Inter SemiBold"/>
              <a:buNone/>
              <a:defRPr sz="1200">
                <a:solidFill>
                  <a:schemeClr val="lt1"/>
                </a:solidFill>
              </a:defRPr>
            </a:lvl5pPr>
            <a:lvl6pPr lvl="5" algn="ctr">
              <a:spcBef>
                <a:spcPts val="0"/>
              </a:spcBef>
              <a:spcAft>
                <a:spcPts val="0"/>
              </a:spcAft>
              <a:buClr>
                <a:schemeClr val="lt1"/>
              </a:buClr>
              <a:buSzPts val="1200"/>
              <a:buFont typeface="Inter SemiBold"/>
              <a:buNone/>
              <a:defRPr sz="1200">
                <a:solidFill>
                  <a:schemeClr val="lt1"/>
                </a:solidFill>
              </a:defRPr>
            </a:lvl6pPr>
            <a:lvl7pPr lvl="6" algn="ctr">
              <a:spcBef>
                <a:spcPts val="0"/>
              </a:spcBef>
              <a:spcAft>
                <a:spcPts val="0"/>
              </a:spcAft>
              <a:buClr>
                <a:schemeClr val="lt1"/>
              </a:buClr>
              <a:buSzPts val="1200"/>
              <a:buFont typeface="Inter SemiBold"/>
              <a:buNone/>
              <a:defRPr sz="1200">
                <a:solidFill>
                  <a:schemeClr val="lt1"/>
                </a:solidFill>
              </a:defRPr>
            </a:lvl7pPr>
            <a:lvl8pPr lvl="7" algn="ctr">
              <a:spcBef>
                <a:spcPts val="0"/>
              </a:spcBef>
              <a:spcAft>
                <a:spcPts val="0"/>
              </a:spcAft>
              <a:buClr>
                <a:schemeClr val="lt1"/>
              </a:buClr>
              <a:buSzPts val="1200"/>
              <a:buFont typeface="Inter SemiBold"/>
              <a:buNone/>
              <a:defRPr sz="1200">
                <a:solidFill>
                  <a:schemeClr val="lt1"/>
                </a:solidFill>
              </a:defRPr>
            </a:lvl8pPr>
            <a:lvl9pPr lvl="8" algn="ctr">
              <a:spcBef>
                <a:spcPts val="0"/>
              </a:spcBef>
              <a:spcAft>
                <a:spcPts val="0"/>
              </a:spcAft>
              <a:buClr>
                <a:schemeClr val="lt1"/>
              </a:buClr>
              <a:buSzPts val="1200"/>
              <a:buFont typeface="Inter SemiBold"/>
              <a:buNone/>
              <a:defRPr sz="1200">
                <a:solidFill>
                  <a:schemeClr val="lt1"/>
                </a:solidFill>
              </a:defRPr>
            </a:lvl9pPr>
          </a:lstStyle>
          <a:p/>
        </p:txBody>
      </p:sp>
      <p:sp>
        <p:nvSpPr>
          <p:cNvPr id="155" name="Google Shape;155;p26"/>
          <p:cNvSpPr txBox="1"/>
          <p:nvPr>
            <p:ph idx="6" type="body"/>
          </p:nvPr>
        </p:nvSpPr>
        <p:spPr>
          <a:xfrm>
            <a:off x="7160775" y="2982325"/>
            <a:ext cx="1607400" cy="873600"/>
          </a:xfrm>
          <a:prstGeom prst="rect">
            <a:avLst/>
          </a:prstGeom>
        </p:spPr>
        <p:txBody>
          <a:bodyPr anchorCtr="0" anchor="t" bIns="91425" lIns="91425" spcFirstLastPara="1" rIns="91425" wrap="square" tIns="91425">
            <a:noAutofit/>
          </a:bodyPr>
          <a:lstStyle>
            <a:lvl1pPr indent="-304800" lvl="0" marL="457200" algn="ctr">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gn="ctr">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gn="ctr">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gn="ctr">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gn="ctr">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gn="ctr">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gn="ctr">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gn="ctr">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gn="ctr">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156" name="Google Shape;156;p26"/>
          <p:cNvSpPr/>
          <p:nvPr/>
        </p:nvSpPr>
        <p:spPr>
          <a:xfrm>
            <a:off x="603475" y="2706950"/>
            <a:ext cx="2313300" cy="1413600"/>
          </a:xfrm>
          <a:prstGeom prst="roundRect">
            <a:avLst>
              <a:gd fmla="val 7414"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rgbClr val="F6F5EC"/>
              </a:solidFill>
            </a:endParaRPr>
          </a:p>
        </p:txBody>
      </p:sp>
      <p:sp>
        <p:nvSpPr>
          <p:cNvPr id="157" name="Google Shape;157;p26"/>
          <p:cNvSpPr txBox="1"/>
          <p:nvPr>
            <p:ph type="title"/>
          </p:nvPr>
        </p:nvSpPr>
        <p:spPr>
          <a:xfrm>
            <a:off x="450850" y="596800"/>
            <a:ext cx="6767700" cy="1431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p:txBody>
      </p:sp>
      <p:sp>
        <p:nvSpPr>
          <p:cNvPr id="158" name="Google Shape;158;p26"/>
          <p:cNvSpPr txBox="1"/>
          <p:nvPr>
            <p:ph idx="7" type="body"/>
          </p:nvPr>
        </p:nvSpPr>
        <p:spPr>
          <a:xfrm>
            <a:off x="603475" y="2758400"/>
            <a:ext cx="2313300" cy="13107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Clr>
                <a:schemeClr val="lt1"/>
              </a:buClr>
              <a:buSzPts val="1200"/>
              <a:buFont typeface="Inter"/>
              <a:buChar char="●"/>
              <a:defRPr>
                <a:solidFill>
                  <a:schemeClr val="lt1"/>
                </a:solidFill>
              </a:defRPr>
            </a:lvl1pPr>
            <a:lvl2pPr indent="-304800" lvl="1" marL="914400" algn="ctr">
              <a:spcBef>
                <a:spcPts val="0"/>
              </a:spcBef>
              <a:spcAft>
                <a:spcPts val="0"/>
              </a:spcAft>
              <a:buClr>
                <a:schemeClr val="lt1"/>
              </a:buClr>
              <a:buSzPts val="1200"/>
              <a:buFont typeface="Inter"/>
              <a:buChar char="○"/>
              <a:defRPr>
                <a:solidFill>
                  <a:schemeClr val="lt1"/>
                </a:solidFill>
              </a:defRPr>
            </a:lvl2pPr>
            <a:lvl3pPr indent="-304800" lvl="2" marL="1371600" algn="ctr">
              <a:spcBef>
                <a:spcPts val="0"/>
              </a:spcBef>
              <a:spcAft>
                <a:spcPts val="0"/>
              </a:spcAft>
              <a:buClr>
                <a:schemeClr val="lt1"/>
              </a:buClr>
              <a:buSzPts val="1200"/>
              <a:buFont typeface="Inter"/>
              <a:buChar char="■"/>
              <a:defRPr>
                <a:solidFill>
                  <a:schemeClr val="lt1"/>
                </a:solidFill>
              </a:defRPr>
            </a:lvl3pPr>
            <a:lvl4pPr indent="-304800" lvl="3" marL="1828800" algn="ctr">
              <a:spcBef>
                <a:spcPts val="0"/>
              </a:spcBef>
              <a:spcAft>
                <a:spcPts val="0"/>
              </a:spcAft>
              <a:buClr>
                <a:schemeClr val="lt1"/>
              </a:buClr>
              <a:buSzPts val="1200"/>
              <a:buFont typeface="Inter"/>
              <a:buChar char="●"/>
              <a:defRPr>
                <a:solidFill>
                  <a:schemeClr val="lt1"/>
                </a:solidFill>
              </a:defRPr>
            </a:lvl4pPr>
            <a:lvl5pPr indent="-304800" lvl="4" marL="2286000" algn="ctr">
              <a:spcBef>
                <a:spcPts val="0"/>
              </a:spcBef>
              <a:spcAft>
                <a:spcPts val="0"/>
              </a:spcAft>
              <a:buClr>
                <a:schemeClr val="lt1"/>
              </a:buClr>
              <a:buSzPts val="1200"/>
              <a:buFont typeface="Inter"/>
              <a:buChar char="○"/>
              <a:defRPr>
                <a:solidFill>
                  <a:schemeClr val="lt1"/>
                </a:solidFill>
              </a:defRPr>
            </a:lvl5pPr>
            <a:lvl6pPr indent="-304800" lvl="5" marL="2743200" algn="ctr">
              <a:spcBef>
                <a:spcPts val="0"/>
              </a:spcBef>
              <a:spcAft>
                <a:spcPts val="0"/>
              </a:spcAft>
              <a:buClr>
                <a:schemeClr val="lt1"/>
              </a:buClr>
              <a:buSzPts val="1200"/>
              <a:buFont typeface="Inter"/>
              <a:buChar char="■"/>
              <a:defRPr>
                <a:solidFill>
                  <a:schemeClr val="lt1"/>
                </a:solidFill>
              </a:defRPr>
            </a:lvl6pPr>
            <a:lvl7pPr indent="-304800" lvl="6" marL="3200400" algn="ctr">
              <a:spcBef>
                <a:spcPts val="0"/>
              </a:spcBef>
              <a:spcAft>
                <a:spcPts val="0"/>
              </a:spcAft>
              <a:buClr>
                <a:schemeClr val="lt1"/>
              </a:buClr>
              <a:buSzPts val="1200"/>
              <a:buFont typeface="Inter"/>
              <a:buChar char="●"/>
              <a:defRPr>
                <a:solidFill>
                  <a:schemeClr val="lt1"/>
                </a:solidFill>
              </a:defRPr>
            </a:lvl7pPr>
            <a:lvl8pPr indent="-304800" lvl="7" marL="3657600" algn="ctr">
              <a:spcBef>
                <a:spcPts val="0"/>
              </a:spcBef>
              <a:spcAft>
                <a:spcPts val="0"/>
              </a:spcAft>
              <a:buClr>
                <a:schemeClr val="lt1"/>
              </a:buClr>
              <a:buSzPts val="1200"/>
              <a:buFont typeface="Inter"/>
              <a:buChar char="○"/>
              <a:defRPr>
                <a:solidFill>
                  <a:schemeClr val="lt1"/>
                </a:solidFill>
              </a:defRPr>
            </a:lvl8pPr>
            <a:lvl9pPr indent="-304800" lvl="8" marL="4114800" algn="ctr">
              <a:spcBef>
                <a:spcPts val="0"/>
              </a:spcBef>
              <a:spcAft>
                <a:spcPts val="0"/>
              </a:spcAft>
              <a:buClr>
                <a:schemeClr val="lt1"/>
              </a:buClr>
              <a:buSzPts val="1200"/>
              <a:buFont typeface="Inter"/>
              <a:buChar char="■"/>
              <a:defRPr>
                <a:solidFill>
                  <a:schemeClr val="lt1"/>
                </a:solidFill>
              </a:defRPr>
            </a:lvl9pPr>
          </a:lstStyle>
          <a:p/>
        </p:txBody>
      </p:sp>
      <p:sp>
        <p:nvSpPr>
          <p:cNvPr id="159" name="Google Shape;159;p26"/>
          <p:cNvSpPr/>
          <p:nvPr/>
        </p:nvSpPr>
        <p:spPr>
          <a:xfrm>
            <a:off x="603475"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160" name="Google Shape;160;p26"/>
          <p:cNvSpPr/>
          <p:nvPr/>
        </p:nvSpPr>
        <p:spPr>
          <a:xfrm>
            <a:off x="1644650"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Graph">
  <p:cSld name="CAPTION_ONLY">
    <p:bg>
      <p:bgPr>
        <a:solidFill>
          <a:schemeClr val="lt1"/>
        </a:solidFill>
      </p:bgPr>
    </p:bg>
    <p:spTree>
      <p:nvGrpSpPr>
        <p:cNvPr id="161" name="Shape 161"/>
        <p:cNvGrpSpPr/>
        <p:nvPr/>
      </p:nvGrpSpPr>
      <p:grpSpPr>
        <a:xfrm>
          <a:off x="0" y="0"/>
          <a:ext cx="0" cy="0"/>
          <a:chOff x="0" y="0"/>
          <a:chExt cx="0" cy="0"/>
        </a:xfrm>
      </p:grpSpPr>
      <p:cxnSp>
        <p:nvCxnSpPr>
          <p:cNvPr id="162" name="Google Shape;162;p27"/>
          <p:cNvCxnSpPr/>
          <p:nvPr/>
        </p:nvCxnSpPr>
        <p:spPr>
          <a:xfrm rot="10800000">
            <a:off x="560525" y="279400"/>
            <a:ext cx="149400" cy="0"/>
          </a:xfrm>
          <a:prstGeom prst="straightConnector1">
            <a:avLst/>
          </a:prstGeom>
          <a:noFill/>
          <a:ln cap="flat" cmpd="sng" w="9525">
            <a:solidFill>
              <a:schemeClr val="dk1"/>
            </a:solidFill>
            <a:prstDash val="solid"/>
            <a:round/>
            <a:headEnd len="med" w="med" type="none"/>
            <a:tailEnd len="med" w="med" type="none"/>
          </a:ln>
        </p:spPr>
      </p:cxnSp>
      <p:sp>
        <p:nvSpPr>
          <p:cNvPr id="163" name="Google Shape;163;p27"/>
          <p:cNvSpPr txBox="1"/>
          <p:nvPr>
            <p:ph type="title"/>
          </p:nvPr>
        </p:nvSpPr>
        <p:spPr>
          <a:xfrm>
            <a:off x="452575" y="596800"/>
            <a:ext cx="4418100" cy="1370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800"/>
              <a:buFont typeface="Inter"/>
              <a:buNone/>
              <a:defRPr b="1" sz="4800"/>
            </a:lvl2pPr>
            <a:lvl3pPr lvl="2">
              <a:lnSpc>
                <a:spcPct val="80000"/>
              </a:lnSpc>
              <a:spcBef>
                <a:spcPts val="0"/>
              </a:spcBef>
              <a:spcAft>
                <a:spcPts val="0"/>
              </a:spcAft>
              <a:buSzPts val="4800"/>
              <a:buFont typeface="Inter"/>
              <a:buNone/>
              <a:defRPr b="1" sz="4800"/>
            </a:lvl3pPr>
            <a:lvl4pPr lvl="3">
              <a:lnSpc>
                <a:spcPct val="80000"/>
              </a:lnSpc>
              <a:spcBef>
                <a:spcPts val="0"/>
              </a:spcBef>
              <a:spcAft>
                <a:spcPts val="0"/>
              </a:spcAft>
              <a:buSzPts val="4800"/>
              <a:buFont typeface="Inter"/>
              <a:buNone/>
              <a:defRPr b="1" sz="4800"/>
            </a:lvl4pPr>
            <a:lvl5pPr lvl="4">
              <a:lnSpc>
                <a:spcPct val="80000"/>
              </a:lnSpc>
              <a:spcBef>
                <a:spcPts val="0"/>
              </a:spcBef>
              <a:spcAft>
                <a:spcPts val="0"/>
              </a:spcAft>
              <a:buSzPts val="4800"/>
              <a:buFont typeface="Inter"/>
              <a:buNone/>
              <a:defRPr b="1" sz="4800"/>
            </a:lvl5pPr>
            <a:lvl6pPr lvl="5">
              <a:lnSpc>
                <a:spcPct val="80000"/>
              </a:lnSpc>
              <a:spcBef>
                <a:spcPts val="0"/>
              </a:spcBef>
              <a:spcAft>
                <a:spcPts val="0"/>
              </a:spcAft>
              <a:buSzPts val="4800"/>
              <a:buFont typeface="Inter"/>
              <a:buNone/>
              <a:defRPr b="1" sz="4800"/>
            </a:lvl6pPr>
            <a:lvl7pPr lvl="6">
              <a:lnSpc>
                <a:spcPct val="80000"/>
              </a:lnSpc>
              <a:spcBef>
                <a:spcPts val="0"/>
              </a:spcBef>
              <a:spcAft>
                <a:spcPts val="0"/>
              </a:spcAft>
              <a:buSzPts val="4800"/>
              <a:buFont typeface="Inter"/>
              <a:buNone/>
              <a:defRPr b="1" sz="4800"/>
            </a:lvl7pPr>
            <a:lvl8pPr lvl="7">
              <a:lnSpc>
                <a:spcPct val="80000"/>
              </a:lnSpc>
              <a:spcBef>
                <a:spcPts val="0"/>
              </a:spcBef>
              <a:spcAft>
                <a:spcPts val="0"/>
              </a:spcAft>
              <a:buSzPts val="4800"/>
              <a:buFont typeface="Inter"/>
              <a:buNone/>
              <a:defRPr b="1" sz="4800"/>
            </a:lvl8pPr>
            <a:lvl9pPr lvl="8">
              <a:lnSpc>
                <a:spcPct val="80000"/>
              </a:lnSpc>
              <a:spcBef>
                <a:spcPts val="0"/>
              </a:spcBef>
              <a:spcAft>
                <a:spcPts val="0"/>
              </a:spcAft>
              <a:buSzPts val="4800"/>
              <a:buFont typeface="Inter"/>
              <a:buNone/>
              <a:defRPr b="1" sz="4800"/>
            </a:lvl9pPr>
          </a:lstStyle>
          <a:p/>
        </p:txBody>
      </p:sp>
      <p:sp>
        <p:nvSpPr>
          <p:cNvPr id="164" name="Google Shape;164;p27"/>
          <p:cNvSpPr txBox="1"/>
          <p:nvPr>
            <p:ph idx="1" type="body"/>
          </p:nvPr>
        </p:nvSpPr>
        <p:spPr>
          <a:xfrm>
            <a:off x="560525" y="1966775"/>
            <a:ext cx="3212700" cy="2080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Inter"/>
              <a:buChar char="●"/>
              <a:defRPr/>
            </a:lvl1pPr>
            <a:lvl2pPr indent="-304800" lvl="1" marL="914400">
              <a:spcBef>
                <a:spcPts val="0"/>
              </a:spcBef>
              <a:spcAft>
                <a:spcPts val="0"/>
              </a:spcAft>
              <a:buSzPts val="1200"/>
              <a:buFont typeface="Inter"/>
              <a:buChar char="○"/>
              <a:defRPr/>
            </a:lvl2pPr>
            <a:lvl3pPr indent="-304800" lvl="2" marL="1371600">
              <a:spcBef>
                <a:spcPts val="0"/>
              </a:spcBef>
              <a:spcAft>
                <a:spcPts val="0"/>
              </a:spcAft>
              <a:buSzPts val="1200"/>
              <a:buFont typeface="Inter"/>
              <a:buChar char="■"/>
              <a:defRPr/>
            </a:lvl3pPr>
            <a:lvl4pPr indent="-304800" lvl="3" marL="1828800">
              <a:spcBef>
                <a:spcPts val="0"/>
              </a:spcBef>
              <a:spcAft>
                <a:spcPts val="0"/>
              </a:spcAft>
              <a:buSzPts val="1200"/>
              <a:buFont typeface="Inter"/>
              <a:buChar char="●"/>
              <a:defRPr/>
            </a:lvl4pPr>
            <a:lvl5pPr indent="-304800" lvl="4" marL="2286000">
              <a:spcBef>
                <a:spcPts val="0"/>
              </a:spcBef>
              <a:spcAft>
                <a:spcPts val="0"/>
              </a:spcAft>
              <a:buSzPts val="1200"/>
              <a:buFont typeface="Inter"/>
              <a:buChar char="○"/>
              <a:defRPr/>
            </a:lvl5pPr>
            <a:lvl6pPr indent="-304800" lvl="5" marL="2743200">
              <a:spcBef>
                <a:spcPts val="0"/>
              </a:spcBef>
              <a:spcAft>
                <a:spcPts val="0"/>
              </a:spcAft>
              <a:buSzPts val="1200"/>
              <a:buFont typeface="Inter"/>
              <a:buChar char="■"/>
              <a:defRPr/>
            </a:lvl6pPr>
            <a:lvl7pPr indent="-304800" lvl="6" marL="3200400">
              <a:spcBef>
                <a:spcPts val="0"/>
              </a:spcBef>
              <a:spcAft>
                <a:spcPts val="0"/>
              </a:spcAft>
              <a:buSzPts val="1200"/>
              <a:buFont typeface="Inter"/>
              <a:buChar char="●"/>
              <a:defRPr/>
            </a:lvl7pPr>
            <a:lvl8pPr indent="-304800" lvl="7" marL="3657600">
              <a:spcBef>
                <a:spcPts val="0"/>
              </a:spcBef>
              <a:spcAft>
                <a:spcPts val="0"/>
              </a:spcAft>
              <a:buSzPts val="1200"/>
              <a:buFont typeface="Inter"/>
              <a:buChar char="○"/>
              <a:defRPr/>
            </a:lvl8pPr>
            <a:lvl9pPr indent="-304800" lvl="8" marL="4114800">
              <a:spcBef>
                <a:spcPts val="0"/>
              </a:spcBef>
              <a:spcAft>
                <a:spcPts val="0"/>
              </a:spcAft>
              <a:buSzPts val="1200"/>
              <a:buFont typeface="Inter"/>
              <a:buChar char="■"/>
              <a:defRPr/>
            </a:lvl9pPr>
          </a:lstStyle>
          <a:p/>
        </p:txBody>
      </p:sp>
      <p:sp>
        <p:nvSpPr>
          <p:cNvPr id="165" name="Google Shape;165;p27"/>
          <p:cNvSpPr/>
          <p:nvPr/>
        </p:nvSpPr>
        <p:spPr>
          <a:xfrm>
            <a:off x="603475"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166" name="Google Shape;166;p27"/>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accent2"/>
                </a:solidFill>
                <a:latin typeface="Inter Light"/>
                <a:ea typeface="Inter Light"/>
                <a:cs typeface="Inter Light"/>
                <a:sym typeface="Inter Light"/>
              </a:defRPr>
            </a:lvl1pPr>
            <a:lvl2pPr lvl="1" algn="ctr">
              <a:buNone/>
              <a:defRPr sz="800">
                <a:solidFill>
                  <a:schemeClr val="accent2"/>
                </a:solidFill>
                <a:latin typeface="Inter Light"/>
                <a:ea typeface="Inter Light"/>
                <a:cs typeface="Inter Light"/>
                <a:sym typeface="Inter Light"/>
              </a:defRPr>
            </a:lvl2pPr>
            <a:lvl3pPr lvl="2" algn="ctr">
              <a:buNone/>
              <a:defRPr sz="800">
                <a:solidFill>
                  <a:schemeClr val="accent2"/>
                </a:solidFill>
                <a:latin typeface="Inter Light"/>
                <a:ea typeface="Inter Light"/>
                <a:cs typeface="Inter Light"/>
                <a:sym typeface="Inter Light"/>
              </a:defRPr>
            </a:lvl3pPr>
            <a:lvl4pPr lvl="3" algn="ctr">
              <a:buNone/>
              <a:defRPr sz="800">
                <a:solidFill>
                  <a:schemeClr val="accent2"/>
                </a:solidFill>
                <a:latin typeface="Inter Light"/>
                <a:ea typeface="Inter Light"/>
                <a:cs typeface="Inter Light"/>
                <a:sym typeface="Inter Light"/>
              </a:defRPr>
            </a:lvl4pPr>
            <a:lvl5pPr lvl="4" algn="ctr">
              <a:buNone/>
              <a:defRPr sz="800">
                <a:solidFill>
                  <a:schemeClr val="accent2"/>
                </a:solidFill>
                <a:latin typeface="Inter Light"/>
                <a:ea typeface="Inter Light"/>
                <a:cs typeface="Inter Light"/>
                <a:sym typeface="Inter Light"/>
              </a:defRPr>
            </a:lvl5pPr>
            <a:lvl6pPr lvl="5" algn="ctr">
              <a:buNone/>
              <a:defRPr sz="800">
                <a:solidFill>
                  <a:schemeClr val="accent2"/>
                </a:solidFill>
                <a:latin typeface="Inter Light"/>
                <a:ea typeface="Inter Light"/>
                <a:cs typeface="Inter Light"/>
                <a:sym typeface="Inter Light"/>
              </a:defRPr>
            </a:lvl6pPr>
            <a:lvl7pPr lvl="6" algn="ctr">
              <a:buNone/>
              <a:defRPr sz="800">
                <a:solidFill>
                  <a:schemeClr val="accent2"/>
                </a:solidFill>
                <a:latin typeface="Inter Light"/>
                <a:ea typeface="Inter Light"/>
                <a:cs typeface="Inter Light"/>
                <a:sym typeface="Inter Light"/>
              </a:defRPr>
            </a:lvl7pPr>
            <a:lvl8pPr lvl="7" algn="ctr">
              <a:buNone/>
              <a:defRPr sz="800">
                <a:solidFill>
                  <a:schemeClr val="accent2"/>
                </a:solidFill>
                <a:latin typeface="Inter Light"/>
                <a:ea typeface="Inter Light"/>
                <a:cs typeface="Inter Light"/>
                <a:sym typeface="Inter Light"/>
              </a:defRPr>
            </a:lvl8pPr>
            <a:lvl9pPr lvl="8" algn="ctr">
              <a:buNone/>
              <a:defRPr sz="800">
                <a:solidFill>
                  <a:schemeClr val="accent2"/>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167" name="Google Shape;167;p27"/>
          <p:cNvSpPr/>
          <p:nvPr/>
        </p:nvSpPr>
        <p:spPr>
          <a:xfrm>
            <a:off x="1644650"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Header">
  <p:cSld name="BIG_NUMBER">
    <p:bg>
      <p:bgPr>
        <a:solidFill>
          <a:schemeClr val="dk2"/>
        </a:solidFill>
      </p:bgPr>
    </p:bg>
    <p:spTree>
      <p:nvGrpSpPr>
        <p:cNvPr id="168" name="Shape 168"/>
        <p:cNvGrpSpPr/>
        <p:nvPr/>
      </p:nvGrpSpPr>
      <p:grpSpPr>
        <a:xfrm>
          <a:off x="0" y="0"/>
          <a:ext cx="0" cy="0"/>
          <a:chOff x="0" y="0"/>
          <a:chExt cx="0" cy="0"/>
        </a:xfrm>
      </p:grpSpPr>
      <p:sp>
        <p:nvSpPr>
          <p:cNvPr id="169" name="Google Shape;169;p28"/>
          <p:cNvSpPr/>
          <p:nvPr>
            <p:ph idx="2" type="pic"/>
          </p:nvPr>
        </p:nvSpPr>
        <p:spPr>
          <a:xfrm>
            <a:off x="213750" y="586950"/>
            <a:ext cx="8701800" cy="2327100"/>
          </a:xfrm>
          <a:prstGeom prst="roundRect">
            <a:avLst>
              <a:gd fmla="val 3913" name="adj"/>
            </a:avLst>
          </a:prstGeom>
          <a:noFill/>
          <a:ln>
            <a:noFill/>
          </a:ln>
        </p:spPr>
      </p:sp>
      <p:sp>
        <p:nvSpPr>
          <p:cNvPr id="170" name="Google Shape;170;p28"/>
          <p:cNvSpPr txBox="1"/>
          <p:nvPr/>
        </p:nvSpPr>
        <p:spPr>
          <a:xfrm>
            <a:off x="420872" y="203200"/>
            <a:ext cx="428700" cy="3936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cxnSp>
        <p:nvCxnSpPr>
          <p:cNvPr id="171" name="Google Shape;171;p28"/>
          <p:cNvCxnSpPr/>
          <p:nvPr/>
        </p:nvCxnSpPr>
        <p:spPr>
          <a:xfrm rot="10800000">
            <a:off x="560525" y="279400"/>
            <a:ext cx="149400" cy="0"/>
          </a:xfrm>
          <a:prstGeom prst="straightConnector1">
            <a:avLst/>
          </a:prstGeom>
          <a:noFill/>
          <a:ln cap="flat" cmpd="sng" w="9525">
            <a:solidFill>
              <a:schemeClr val="lt2"/>
            </a:solidFill>
            <a:prstDash val="solid"/>
            <a:round/>
            <a:headEnd len="med" w="med" type="none"/>
            <a:tailEnd len="med" w="med" type="none"/>
          </a:ln>
        </p:spPr>
      </p:cxnSp>
      <p:sp>
        <p:nvSpPr>
          <p:cNvPr id="172" name="Google Shape;172;p28"/>
          <p:cNvSpPr txBox="1"/>
          <p:nvPr>
            <p:ph idx="1" type="body"/>
          </p:nvPr>
        </p:nvSpPr>
        <p:spPr>
          <a:xfrm>
            <a:off x="5362800" y="3071200"/>
            <a:ext cx="3552600" cy="8736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173" name="Google Shape;173;p28"/>
          <p:cNvSpPr/>
          <p:nvPr/>
        </p:nvSpPr>
        <p:spPr>
          <a:xfrm>
            <a:off x="603475"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174" name="Google Shape;174;p28"/>
          <p:cNvSpPr/>
          <p:nvPr/>
        </p:nvSpPr>
        <p:spPr>
          <a:xfrm>
            <a:off x="1644650"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Strategy" type="blank">
  <p:cSld name="BLANK">
    <p:bg>
      <p:bgPr>
        <a:solidFill>
          <a:schemeClr val="dk1"/>
        </a:solidFill>
      </p:bgPr>
    </p:bg>
    <p:spTree>
      <p:nvGrpSpPr>
        <p:cNvPr id="175" name="Shape 175"/>
        <p:cNvGrpSpPr/>
        <p:nvPr/>
      </p:nvGrpSpPr>
      <p:grpSpPr>
        <a:xfrm>
          <a:off x="0" y="0"/>
          <a:ext cx="0" cy="0"/>
          <a:chOff x="0" y="0"/>
          <a:chExt cx="0" cy="0"/>
        </a:xfrm>
      </p:grpSpPr>
      <p:sp>
        <p:nvSpPr>
          <p:cNvPr id="176" name="Google Shape;176;p29"/>
          <p:cNvSpPr/>
          <p:nvPr>
            <p:ph idx="2" type="pic"/>
          </p:nvPr>
        </p:nvSpPr>
        <p:spPr>
          <a:xfrm>
            <a:off x="6445900" y="626975"/>
            <a:ext cx="1932900" cy="2070000"/>
          </a:xfrm>
          <a:prstGeom prst="roundRect">
            <a:avLst>
              <a:gd fmla="val 5387" name="adj"/>
            </a:avLst>
          </a:prstGeom>
          <a:noFill/>
          <a:ln>
            <a:noFill/>
          </a:ln>
        </p:spPr>
      </p:sp>
      <p:sp>
        <p:nvSpPr>
          <p:cNvPr id="177" name="Google Shape;177;p29"/>
          <p:cNvSpPr/>
          <p:nvPr>
            <p:ph idx="3" type="pic"/>
          </p:nvPr>
        </p:nvSpPr>
        <p:spPr>
          <a:xfrm>
            <a:off x="4210025" y="626975"/>
            <a:ext cx="1932900" cy="2070000"/>
          </a:xfrm>
          <a:prstGeom prst="roundRect">
            <a:avLst>
              <a:gd fmla="val 5387" name="adj"/>
            </a:avLst>
          </a:prstGeom>
          <a:noFill/>
          <a:ln>
            <a:noFill/>
          </a:ln>
        </p:spPr>
      </p:sp>
      <p:cxnSp>
        <p:nvCxnSpPr>
          <p:cNvPr id="178" name="Google Shape;178;p29"/>
          <p:cNvCxnSpPr/>
          <p:nvPr/>
        </p:nvCxnSpPr>
        <p:spPr>
          <a:xfrm rot="10800000">
            <a:off x="560525" y="279400"/>
            <a:ext cx="149400" cy="0"/>
          </a:xfrm>
          <a:prstGeom prst="straightConnector1">
            <a:avLst/>
          </a:prstGeom>
          <a:noFill/>
          <a:ln cap="flat" cmpd="sng" w="9525">
            <a:solidFill>
              <a:schemeClr val="lt2"/>
            </a:solidFill>
            <a:prstDash val="solid"/>
            <a:round/>
            <a:headEnd len="med" w="med" type="none"/>
            <a:tailEnd len="med" w="med" type="none"/>
          </a:ln>
        </p:spPr>
      </p:cxnSp>
      <p:sp>
        <p:nvSpPr>
          <p:cNvPr id="179" name="Google Shape;179;p29"/>
          <p:cNvSpPr txBox="1"/>
          <p:nvPr>
            <p:ph type="title"/>
          </p:nvPr>
        </p:nvSpPr>
        <p:spPr>
          <a:xfrm>
            <a:off x="450850" y="596800"/>
            <a:ext cx="4083000" cy="1828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p:txBody>
      </p:sp>
      <p:sp>
        <p:nvSpPr>
          <p:cNvPr id="180" name="Google Shape;180;p29"/>
          <p:cNvSpPr txBox="1"/>
          <p:nvPr>
            <p:ph idx="1" type="subTitle"/>
          </p:nvPr>
        </p:nvSpPr>
        <p:spPr>
          <a:xfrm>
            <a:off x="4210025" y="2802675"/>
            <a:ext cx="1906800" cy="772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600"/>
              <a:buFont typeface="Inter SemiBold"/>
              <a:buNone/>
              <a:defRPr sz="1600">
                <a:solidFill>
                  <a:schemeClr val="lt1"/>
                </a:solidFill>
              </a:defRPr>
            </a:lvl1pPr>
            <a:lvl2pPr lvl="1">
              <a:spcBef>
                <a:spcPts val="0"/>
              </a:spcBef>
              <a:spcAft>
                <a:spcPts val="0"/>
              </a:spcAft>
              <a:buClr>
                <a:schemeClr val="lt1"/>
              </a:buClr>
              <a:buSzPts val="1600"/>
              <a:buFont typeface="Inter SemiBold"/>
              <a:buNone/>
              <a:defRPr sz="1600">
                <a:solidFill>
                  <a:schemeClr val="lt1"/>
                </a:solidFill>
              </a:defRPr>
            </a:lvl2pPr>
            <a:lvl3pPr lvl="2">
              <a:spcBef>
                <a:spcPts val="0"/>
              </a:spcBef>
              <a:spcAft>
                <a:spcPts val="0"/>
              </a:spcAft>
              <a:buClr>
                <a:schemeClr val="lt1"/>
              </a:buClr>
              <a:buSzPts val="1600"/>
              <a:buFont typeface="Inter SemiBold"/>
              <a:buNone/>
              <a:defRPr sz="1600">
                <a:solidFill>
                  <a:schemeClr val="lt1"/>
                </a:solidFill>
              </a:defRPr>
            </a:lvl3pPr>
            <a:lvl4pPr lvl="3">
              <a:spcBef>
                <a:spcPts val="0"/>
              </a:spcBef>
              <a:spcAft>
                <a:spcPts val="0"/>
              </a:spcAft>
              <a:buClr>
                <a:schemeClr val="lt1"/>
              </a:buClr>
              <a:buSzPts val="1600"/>
              <a:buFont typeface="Inter SemiBold"/>
              <a:buNone/>
              <a:defRPr sz="1600">
                <a:solidFill>
                  <a:schemeClr val="lt1"/>
                </a:solidFill>
              </a:defRPr>
            </a:lvl4pPr>
            <a:lvl5pPr lvl="4">
              <a:spcBef>
                <a:spcPts val="0"/>
              </a:spcBef>
              <a:spcAft>
                <a:spcPts val="0"/>
              </a:spcAft>
              <a:buClr>
                <a:schemeClr val="lt1"/>
              </a:buClr>
              <a:buSzPts val="1600"/>
              <a:buFont typeface="Inter SemiBold"/>
              <a:buNone/>
              <a:defRPr sz="1600">
                <a:solidFill>
                  <a:schemeClr val="lt1"/>
                </a:solidFill>
              </a:defRPr>
            </a:lvl5pPr>
            <a:lvl6pPr lvl="5">
              <a:spcBef>
                <a:spcPts val="0"/>
              </a:spcBef>
              <a:spcAft>
                <a:spcPts val="0"/>
              </a:spcAft>
              <a:buClr>
                <a:schemeClr val="lt1"/>
              </a:buClr>
              <a:buSzPts val="1600"/>
              <a:buFont typeface="Inter SemiBold"/>
              <a:buNone/>
              <a:defRPr sz="1600">
                <a:solidFill>
                  <a:schemeClr val="lt1"/>
                </a:solidFill>
              </a:defRPr>
            </a:lvl6pPr>
            <a:lvl7pPr lvl="6">
              <a:spcBef>
                <a:spcPts val="0"/>
              </a:spcBef>
              <a:spcAft>
                <a:spcPts val="0"/>
              </a:spcAft>
              <a:buClr>
                <a:schemeClr val="lt1"/>
              </a:buClr>
              <a:buSzPts val="1600"/>
              <a:buFont typeface="Inter SemiBold"/>
              <a:buNone/>
              <a:defRPr sz="1600">
                <a:solidFill>
                  <a:schemeClr val="lt1"/>
                </a:solidFill>
              </a:defRPr>
            </a:lvl7pPr>
            <a:lvl8pPr lvl="7">
              <a:spcBef>
                <a:spcPts val="0"/>
              </a:spcBef>
              <a:spcAft>
                <a:spcPts val="0"/>
              </a:spcAft>
              <a:buClr>
                <a:schemeClr val="lt1"/>
              </a:buClr>
              <a:buSzPts val="1600"/>
              <a:buFont typeface="Inter SemiBold"/>
              <a:buNone/>
              <a:defRPr sz="1600">
                <a:solidFill>
                  <a:schemeClr val="lt1"/>
                </a:solidFill>
              </a:defRPr>
            </a:lvl8pPr>
            <a:lvl9pPr lvl="8">
              <a:spcBef>
                <a:spcPts val="0"/>
              </a:spcBef>
              <a:spcAft>
                <a:spcPts val="0"/>
              </a:spcAft>
              <a:buClr>
                <a:schemeClr val="lt1"/>
              </a:buClr>
              <a:buSzPts val="1600"/>
              <a:buFont typeface="Inter SemiBold"/>
              <a:buNone/>
              <a:defRPr sz="1600">
                <a:solidFill>
                  <a:schemeClr val="lt1"/>
                </a:solidFill>
              </a:defRPr>
            </a:lvl9pPr>
          </a:lstStyle>
          <a:p/>
        </p:txBody>
      </p:sp>
      <p:sp>
        <p:nvSpPr>
          <p:cNvPr id="181" name="Google Shape;181;p29"/>
          <p:cNvSpPr txBox="1"/>
          <p:nvPr>
            <p:ph idx="4" type="body"/>
          </p:nvPr>
        </p:nvSpPr>
        <p:spPr>
          <a:xfrm>
            <a:off x="4210025" y="3441550"/>
            <a:ext cx="1607400" cy="10686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182" name="Google Shape;182;p29"/>
          <p:cNvSpPr txBox="1"/>
          <p:nvPr>
            <p:ph idx="5" type="subTitle"/>
          </p:nvPr>
        </p:nvSpPr>
        <p:spPr>
          <a:xfrm>
            <a:off x="6458950" y="2802675"/>
            <a:ext cx="1906800" cy="772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600"/>
              <a:buFont typeface="Inter SemiBold"/>
              <a:buNone/>
              <a:defRPr sz="1600">
                <a:solidFill>
                  <a:schemeClr val="lt1"/>
                </a:solidFill>
              </a:defRPr>
            </a:lvl1pPr>
            <a:lvl2pPr lvl="1">
              <a:spcBef>
                <a:spcPts val="0"/>
              </a:spcBef>
              <a:spcAft>
                <a:spcPts val="0"/>
              </a:spcAft>
              <a:buClr>
                <a:schemeClr val="lt1"/>
              </a:buClr>
              <a:buSzPts val="1600"/>
              <a:buFont typeface="Inter SemiBold"/>
              <a:buNone/>
              <a:defRPr sz="1600">
                <a:solidFill>
                  <a:schemeClr val="lt1"/>
                </a:solidFill>
              </a:defRPr>
            </a:lvl2pPr>
            <a:lvl3pPr lvl="2">
              <a:spcBef>
                <a:spcPts val="0"/>
              </a:spcBef>
              <a:spcAft>
                <a:spcPts val="0"/>
              </a:spcAft>
              <a:buClr>
                <a:schemeClr val="lt1"/>
              </a:buClr>
              <a:buSzPts val="1600"/>
              <a:buFont typeface="Inter SemiBold"/>
              <a:buNone/>
              <a:defRPr sz="1600">
                <a:solidFill>
                  <a:schemeClr val="lt1"/>
                </a:solidFill>
              </a:defRPr>
            </a:lvl3pPr>
            <a:lvl4pPr lvl="3">
              <a:spcBef>
                <a:spcPts val="0"/>
              </a:spcBef>
              <a:spcAft>
                <a:spcPts val="0"/>
              </a:spcAft>
              <a:buClr>
                <a:schemeClr val="lt1"/>
              </a:buClr>
              <a:buSzPts val="1600"/>
              <a:buFont typeface="Inter SemiBold"/>
              <a:buNone/>
              <a:defRPr sz="1600">
                <a:solidFill>
                  <a:schemeClr val="lt1"/>
                </a:solidFill>
              </a:defRPr>
            </a:lvl4pPr>
            <a:lvl5pPr lvl="4">
              <a:spcBef>
                <a:spcPts val="0"/>
              </a:spcBef>
              <a:spcAft>
                <a:spcPts val="0"/>
              </a:spcAft>
              <a:buClr>
                <a:schemeClr val="lt1"/>
              </a:buClr>
              <a:buSzPts val="1600"/>
              <a:buFont typeface="Inter SemiBold"/>
              <a:buNone/>
              <a:defRPr sz="1600">
                <a:solidFill>
                  <a:schemeClr val="lt1"/>
                </a:solidFill>
              </a:defRPr>
            </a:lvl5pPr>
            <a:lvl6pPr lvl="5">
              <a:spcBef>
                <a:spcPts val="0"/>
              </a:spcBef>
              <a:spcAft>
                <a:spcPts val="0"/>
              </a:spcAft>
              <a:buClr>
                <a:schemeClr val="lt1"/>
              </a:buClr>
              <a:buSzPts val="1600"/>
              <a:buFont typeface="Inter SemiBold"/>
              <a:buNone/>
              <a:defRPr sz="1600">
                <a:solidFill>
                  <a:schemeClr val="lt1"/>
                </a:solidFill>
              </a:defRPr>
            </a:lvl6pPr>
            <a:lvl7pPr lvl="6">
              <a:spcBef>
                <a:spcPts val="0"/>
              </a:spcBef>
              <a:spcAft>
                <a:spcPts val="0"/>
              </a:spcAft>
              <a:buClr>
                <a:schemeClr val="lt1"/>
              </a:buClr>
              <a:buSzPts val="1600"/>
              <a:buFont typeface="Inter SemiBold"/>
              <a:buNone/>
              <a:defRPr sz="1600">
                <a:solidFill>
                  <a:schemeClr val="lt1"/>
                </a:solidFill>
              </a:defRPr>
            </a:lvl7pPr>
            <a:lvl8pPr lvl="7">
              <a:spcBef>
                <a:spcPts val="0"/>
              </a:spcBef>
              <a:spcAft>
                <a:spcPts val="0"/>
              </a:spcAft>
              <a:buClr>
                <a:schemeClr val="lt1"/>
              </a:buClr>
              <a:buSzPts val="1600"/>
              <a:buFont typeface="Inter SemiBold"/>
              <a:buNone/>
              <a:defRPr sz="1600">
                <a:solidFill>
                  <a:schemeClr val="lt1"/>
                </a:solidFill>
              </a:defRPr>
            </a:lvl8pPr>
            <a:lvl9pPr lvl="8">
              <a:spcBef>
                <a:spcPts val="0"/>
              </a:spcBef>
              <a:spcAft>
                <a:spcPts val="0"/>
              </a:spcAft>
              <a:buClr>
                <a:schemeClr val="lt1"/>
              </a:buClr>
              <a:buSzPts val="1600"/>
              <a:buFont typeface="Inter SemiBold"/>
              <a:buNone/>
              <a:defRPr sz="1600">
                <a:solidFill>
                  <a:schemeClr val="lt1"/>
                </a:solidFill>
              </a:defRPr>
            </a:lvl9pPr>
          </a:lstStyle>
          <a:p/>
        </p:txBody>
      </p:sp>
      <p:sp>
        <p:nvSpPr>
          <p:cNvPr id="183" name="Google Shape;183;p29"/>
          <p:cNvSpPr txBox="1"/>
          <p:nvPr>
            <p:ph idx="6" type="body"/>
          </p:nvPr>
        </p:nvSpPr>
        <p:spPr>
          <a:xfrm>
            <a:off x="6458950" y="3441550"/>
            <a:ext cx="1607400" cy="10686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184" name="Google Shape;184;p29"/>
          <p:cNvSpPr txBox="1"/>
          <p:nvPr>
            <p:ph idx="7" type="body"/>
          </p:nvPr>
        </p:nvSpPr>
        <p:spPr>
          <a:xfrm>
            <a:off x="450850" y="2399275"/>
            <a:ext cx="3048000" cy="2110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a:solidFill>
                  <a:schemeClr val="lt1"/>
                </a:solidFill>
              </a:defRPr>
            </a:lvl1pPr>
            <a:lvl2pPr indent="-304800" lvl="1" marL="914400">
              <a:spcBef>
                <a:spcPts val="0"/>
              </a:spcBef>
              <a:spcAft>
                <a:spcPts val="0"/>
              </a:spcAft>
              <a:buClr>
                <a:schemeClr val="lt1"/>
              </a:buClr>
              <a:buSzPts val="1200"/>
              <a:buFont typeface="Inter"/>
              <a:buChar char="○"/>
              <a:defRPr>
                <a:solidFill>
                  <a:schemeClr val="lt1"/>
                </a:solidFill>
              </a:defRPr>
            </a:lvl2pPr>
            <a:lvl3pPr indent="-304800" lvl="2" marL="1371600">
              <a:spcBef>
                <a:spcPts val="0"/>
              </a:spcBef>
              <a:spcAft>
                <a:spcPts val="0"/>
              </a:spcAft>
              <a:buClr>
                <a:schemeClr val="lt1"/>
              </a:buClr>
              <a:buSzPts val="1200"/>
              <a:buFont typeface="Inter"/>
              <a:buChar char="■"/>
              <a:defRPr>
                <a:solidFill>
                  <a:schemeClr val="lt1"/>
                </a:solidFill>
              </a:defRPr>
            </a:lvl3pPr>
            <a:lvl4pPr indent="-304800" lvl="3" marL="1828800">
              <a:spcBef>
                <a:spcPts val="0"/>
              </a:spcBef>
              <a:spcAft>
                <a:spcPts val="0"/>
              </a:spcAft>
              <a:buClr>
                <a:schemeClr val="lt1"/>
              </a:buClr>
              <a:buSzPts val="1200"/>
              <a:buFont typeface="Inter"/>
              <a:buChar char="●"/>
              <a:defRPr>
                <a:solidFill>
                  <a:schemeClr val="lt1"/>
                </a:solidFill>
              </a:defRPr>
            </a:lvl4pPr>
            <a:lvl5pPr indent="-304800" lvl="4" marL="2286000">
              <a:spcBef>
                <a:spcPts val="0"/>
              </a:spcBef>
              <a:spcAft>
                <a:spcPts val="0"/>
              </a:spcAft>
              <a:buClr>
                <a:schemeClr val="lt1"/>
              </a:buClr>
              <a:buSzPts val="1200"/>
              <a:buFont typeface="Inter"/>
              <a:buChar char="○"/>
              <a:defRPr>
                <a:solidFill>
                  <a:schemeClr val="lt1"/>
                </a:solidFill>
              </a:defRPr>
            </a:lvl5pPr>
            <a:lvl6pPr indent="-304800" lvl="5" marL="2743200">
              <a:spcBef>
                <a:spcPts val="0"/>
              </a:spcBef>
              <a:spcAft>
                <a:spcPts val="0"/>
              </a:spcAft>
              <a:buClr>
                <a:schemeClr val="lt1"/>
              </a:buClr>
              <a:buSzPts val="1200"/>
              <a:buFont typeface="Inter"/>
              <a:buChar char="■"/>
              <a:defRPr>
                <a:solidFill>
                  <a:schemeClr val="lt1"/>
                </a:solidFill>
              </a:defRPr>
            </a:lvl6pPr>
            <a:lvl7pPr indent="-304800" lvl="6" marL="3200400">
              <a:spcBef>
                <a:spcPts val="0"/>
              </a:spcBef>
              <a:spcAft>
                <a:spcPts val="0"/>
              </a:spcAft>
              <a:buClr>
                <a:schemeClr val="lt1"/>
              </a:buClr>
              <a:buSzPts val="1200"/>
              <a:buFont typeface="Inter"/>
              <a:buChar char="●"/>
              <a:defRPr>
                <a:solidFill>
                  <a:schemeClr val="lt1"/>
                </a:solidFill>
              </a:defRPr>
            </a:lvl7pPr>
            <a:lvl8pPr indent="-304800" lvl="7" marL="3657600">
              <a:spcBef>
                <a:spcPts val="0"/>
              </a:spcBef>
              <a:spcAft>
                <a:spcPts val="0"/>
              </a:spcAft>
              <a:buClr>
                <a:schemeClr val="lt1"/>
              </a:buClr>
              <a:buSzPts val="1200"/>
              <a:buFont typeface="Inter"/>
              <a:buChar char="○"/>
              <a:defRPr>
                <a:solidFill>
                  <a:schemeClr val="lt1"/>
                </a:solidFill>
              </a:defRPr>
            </a:lvl8pPr>
            <a:lvl9pPr indent="-304800" lvl="8" marL="4114800">
              <a:spcBef>
                <a:spcPts val="0"/>
              </a:spcBef>
              <a:spcAft>
                <a:spcPts val="0"/>
              </a:spcAft>
              <a:buClr>
                <a:schemeClr val="lt1"/>
              </a:buClr>
              <a:buSzPts val="1200"/>
              <a:buFont typeface="Inter"/>
              <a:buChar char="■"/>
              <a:defRPr>
                <a:solidFill>
                  <a:schemeClr val="lt1"/>
                </a:solidFill>
              </a:defRPr>
            </a:lvl9pPr>
          </a:lstStyle>
          <a:p/>
        </p:txBody>
      </p:sp>
      <p:sp>
        <p:nvSpPr>
          <p:cNvPr id="185" name="Google Shape;185;p29"/>
          <p:cNvSpPr/>
          <p:nvPr/>
        </p:nvSpPr>
        <p:spPr>
          <a:xfrm>
            <a:off x="603475"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186" name="Google Shape;186;p29"/>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lt2"/>
                </a:solidFill>
                <a:latin typeface="Inter Light"/>
                <a:ea typeface="Inter Light"/>
                <a:cs typeface="Inter Light"/>
                <a:sym typeface="Inter Light"/>
              </a:defRPr>
            </a:lvl1pPr>
            <a:lvl2pPr lvl="1" algn="ctr">
              <a:buNone/>
              <a:defRPr sz="800">
                <a:solidFill>
                  <a:schemeClr val="lt2"/>
                </a:solidFill>
                <a:latin typeface="Inter Light"/>
                <a:ea typeface="Inter Light"/>
                <a:cs typeface="Inter Light"/>
                <a:sym typeface="Inter Light"/>
              </a:defRPr>
            </a:lvl2pPr>
            <a:lvl3pPr lvl="2" algn="ctr">
              <a:buNone/>
              <a:defRPr sz="800">
                <a:solidFill>
                  <a:schemeClr val="lt2"/>
                </a:solidFill>
                <a:latin typeface="Inter Light"/>
                <a:ea typeface="Inter Light"/>
                <a:cs typeface="Inter Light"/>
                <a:sym typeface="Inter Light"/>
              </a:defRPr>
            </a:lvl3pPr>
            <a:lvl4pPr lvl="3" algn="ctr">
              <a:buNone/>
              <a:defRPr sz="800">
                <a:solidFill>
                  <a:schemeClr val="lt2"/>
                </a:solidFill>
                <a:latin typeface="Inter Light"/>
                <a:ea typeface="Inter Light"/>
                <a:cs typeface="Inter Light"/>
                <a:sym typeface="Inter Light"/>
              </a:defRPr>
            </a:lvl4pPr>
            <a:lvl5pPr lvl="4" algn="ctr">
              <a:buNone/>
              <a:defRPr sz="800">
                <a:solidFill>
                  <a:schemeClr val="lt2"/>
                </a:solidFill>
                <a:latin typeface="Inter Light"/>
                <a:ea typeface="Inter Light"/>
                <a:cs typeface="Inter Light"/>
                <a:sym typeface="Inter Light"/>
              </a:defRPr>
            </a:lvl5pPr>
            <a:lvl6pPr lvl="5" algn="ctr">
              <a:buNone/>
              <a:defRPr sz="800">
                <a:solidFill>
                  <a:schemeClr val="lt2"/>
                </a:solidFill>
                <a:latin typeface="Inter Light"/>
                <a:ea typeface="Inter Light"/>
                <a:cs typeface="Inter Light"/>
                <a:sym typeface="Inter Light"/>
              </a:defRPr>
            </a:lvl6pPr>
            <a:lvl7pPr lvl="6" algn="ctr">
              <a:buNone/>
              <a:defRPr sz="800">
                <a:solidFill>
                  <a:schemeClr val="lt2"/>
                </a:solidFill>
                <a:latin typeface="Inter Light"/>
                <a:ea typeface="Inter Light"/>
                <a:cs typeface="Inter Light"/>
                <a:sym typeface="Inter Light"/>
              </a:defRPr>
            </a:lvl7pPr>
            <a:lvl8pPr lvl="7" algn="ctr">
              <a:buNone/>
              <a:defRPr sz="800">
                <a:solidFill>
                  <a:schemeClr val="lt2"/>
                </a:solidFill>
                <a:latin typeface="Inter Light"/>
                <a:ea typeface="Inter Light"/>
                <a:cs typeface="Inter Light"/>
                <a:sym typeface="Inter Light"/>
              </a:defRPr>
            </a:lvl8pPr>
            <a:lvl9pPr lvl="8" algn="ctr">
              <a:buNone/>
              <a:defRPr sz="800">
                <a:solidFill>
                  <a:schemeClr val="lt2"/>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187" name="Google Shape;187;p29"/>
          <p:cNvSpPr/>
          <p:nvPr/>
        </p:nvSpPr>
        <p:spPr>
          <a:xfrm>
            <a:off x="1644650"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TITLE_1">
    <p:bg>
      <p:bgPr>
        <a:solidFill>
          <a:schemeClr val="lt1"/>
        </a:solidFill>
      </p:bgPr>
    </p:bg>
    <p:spTree>
      <p:nvGrpSpPr>
        <p:cNvPr id="188" name="Shape 188"/>
        <p:cNvGrpSpPr/>
        <p:nvPr/>
      </p:nvGrpSpPr>
      <p:grpSpPr>
        <a:xfrm>
          <a:off x="0" y="0"/>
          <a:ext cx="0" cy="0"/>
          <a:chOff x="0" y="0"/>
          <a:chExt cx="0" cy="0"/>
        </a:xfrm>
      </p:grpSpPr>
      <p:cxnSp>
        <p:nvCxnSpPr>
          <p:cNvPr id="189" name="Google Shape;189;p30"/>
          <p:cNvCxnSpPr/>
          <p:nvPr/>
        </p:nvCxnSpPr>
        <p:spPr>
          <a:xfrm rot="10800000">
            <a:off x="560525" y="279400"/>
            <a:ext cx="149400" cy="0"/>
          </a:xfrm>
          <a:prstGeom prst="straightConnector1">
            <a:avLst/>
          </a:prstGeom>
          <a:noFill/>
          <a:ln cap="flat" cmpd="sng" w="9525">
            <a:solidFill>
              <a:schemeClr val="dk1"/>
            </a:solidFill>
            <a:prstDash val="solid"/>
            <a:round/>
            <a:headEnd len="med" w="med" type="none"/>
            <a:tailEnd len="med" w="med" type="none"/>
          </a:ln>
        </p:spPr>
      </p:cxnSp>
      <p:sp>
        <p:nvSpPr>
          <p:cNvPr id="190" name="Google Shape;190;p30"/>
          <p:cNvSpPr txBox="1"/>
          <p:nvPr>
            <p:ph type="title"/>
          </p:nvPr>
        </p:nvSpPr>
        <p:spPr>
          <a:xfrm>
            <a:off x="452575" y="596800"/>
            <a:ext cx="4418100" cy="1359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800"/>
              <a:buFont typeface="Inter"/>
              <a:buNone/>
              <a:defRPr b="1" sz="4800"/>
            </a:lvl2pPr>
            <a:lvl3pPr lvl="2">
              <a:lnSpc>
                <a:spcPct val="80000"/>
              </a:lnSpc>
              <a:spcBef>
                <a:spcPts val="0"/>
              </a:spcBef>
              <a:spcAft>
                <a:spcPts val="0"/>
              </a:spcAft>
              <a:buSzPts val="4800"/>
              <a:buFont typeface="Inter"/>
              <a:buNone/>
              <a:defRPr b="1" sz="4800"/>
            </a:lvl3pPr>
            <a:lvl4pPr lvl="3">
              <a:lnSpc>
                <a:spcPct val="80000"/>
              </a:lnSpc>
              <a:spcBef>
                <a:spcPts val="0"/>
              </a:spcBef>
              <a:spcAft>
                <a:spcPts val="0"/>
              </a:spcAft>
              <a:buSzPts val="4800"/>
              <a:buFont typeface="Inter"/>
              <a:buNone/>
              <a:defRPr b="1" sz="4800"/>
            </a:lvl4pPr>
            <a:lvl5pPr lvl="4">
              <a:lnSpc>
                <a:spcPct val="80000"/>
              </a:lnSpc>
              <a:spcBef>
                <a:spcPts val="0"/>
              </a:spcBef>
              <a:spcAft>
                <a:spcPts val="0"/>
              </a:spcAft>
              <a:buSzPts val="4800"/>
              <a:buFont typeface="Inter"/>
              <a:buNone/>
              <a:defRPr b="1" sz="4800"/>
            </a:lvl5pPr>
            <a:lvl6pPr lvl="5">
              <a:lnSpc>
                <a:spcPct val="80000"/>
              </a:lnSpc>
              <a:spcBef>
                <a:spcPts val="0"/>
              </a:spcBef>
              <a:spcAft>
                <a:spcPts val="0"/>
              </a:spcAft>
              <a:buSzPts val="4800"/>
              <a:buFont typeface="Inter"/>
              <a:buNone/>
              <a:defRPr b="1" sz="4800"/>
            </a:lvl6pPr>
            <a:lvl7pPr lvl="6">
              <a:lnSpc>
                <a:spcPct val="80000"/>
              </a:lnSpc>
              <a:spcBef>
                <a:spcPts val="0"/>
              </a:spcBef>
              <a:spcAft>
                <a:spcPts val="0"/>
              </a:spcAft>
              <a:buSzPts val="4800"/>
              <a:buFont typeface="Inter"/>
              <a:buNone/>
              <a:defRPr b="1" sz="4800"/>
            </a:lvl7pPr>
            <a:lvl8pPr lvl="7">
              <a:lnSpc>
                <a:spcPct val="80000"/>
              </a:lnSpc>
              <a:spcBef>
                <a:spcPts val="0"/>
              </a:spcBef>
              <a:spcAft>
                <a:spcPts val="0"/>
              </a:spcAft>
              <a:buSzPts val="4800"/>
              <a:buFont typeface="Inter"/>
              <a:buNone/>
              <a:defRPr b="1" sz="4800"/>
            </a:lvl8pPr>
            <a:lvl9pPr lvl="8">
              <a:lnSpc>
                <a:spcPct val="80000"/>
              </a:lnSpc>
              <a:spcBef>
                <a:spcPts val="0"/>
              </a:spcBef>
              <a:spcAft>
                <a:spcPts val="0"/>
              </a:spcAft>
              <a:buSzPts val="4800"/>
              <a:buFont typeface="Inter"/>
              <a:buNone/>
              <a:defRPr b="1" sz="4800"/>
            </a:lvl9pPr>
          </a:lstStyle>
          <a:p/>
        </p:txBody>
      </p:sp>
      <p:sp>
        <p:nvSpPr>
          <p:cNvPr id="191" name="Google Shape;191;p30"/>
          <p:cNvSpPr txBox="1"/>
          <p:nvPr>
            <p:ph idx="1" type="subTitle"/>
          </p:nvPr>
        </p:nvSpPr>
        <p:spPr>
          <a:xfrm>
            <a:off x="467825" y="1857300"/>
            <a:ext cx="2151000" cy="7722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p:txBody>
      </p:sp>
      <p:sp>
        <p:nvSpPr>
          <p:cNvPr id="192" name="Google Shape;192;p30"/>
          <p:cNvSpPr txBox="1"/>
          <p:nvPr>
            <p:ph idx="2" type="body"/>
          </p:nvPr>
        </p:nvSpPr>
        <p:spPr>
          <a:xfrm>
            <a:off x="391625" y="2271825"/>
            <a:ext cx="2151000" cy="945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SzPts val="1200"/>
              <a:buFont typeface="Inter"/>
              <a:buChar char="●"/>
              <a:defRPr/>
            </a:lvl1pPr>
            <a:lvl2pPr indent="-304800" lvl="1" marL="914400">
              <a:lnSpc>
                <a:spcPct val="115000"/>
              </a:lnSpc>
              <a:spcBef>
                <a:spcPts val="0"/>
              </a:spcBef>
              <a:spcAft>
                <a:spcPts val="0"/>
              </a:spcAft>
              <a:buSzPts val="1200"/>
              <a:buFont typeface="Inter"/>
              <a:buChar char="○"/>
              <a:defRPr/>
            </a:lvl2pPr>
            <a:lvl3pPr indent="-304800" lvl="2" marL="1371600">
              <a:lnSpc>
                <a:spcPct val="115000"/>
              </a:lnSpc>
              <a:spcBef>
                <a:spcPts val="0"/>
              </a:spcBef>
              <a:spcAft>
                <a:spcPts val="0"/>
              </a:spcAft>
              <a:buSzPts val="1200"/>
              <a:buFont typeface="Inter"/>
              <a:buChar char="■"/>
              <a:defRPr/>
            </a:lvl3pPr>
            <a:lvl4pPr indent="-304800" lvl="3" marL="1828800">
              <a:lnSpc>
                <a:spcPct val="115000"/>
              </a:lnSpc>
              <a:spcBef>
                <a:spcPts val="0"/>
              </a:spcBef>
              <a:spcAft>
                <a:spcPts val="0"/>
              </a:spcAft>
              <a:buSzPts val="1200"/>
              <a:buFont typeface="Inter"/>
              <a:buChar char="●"/>
              <a:defRPr/>
            </a:lvl4pPr>
            <a:lvl5pPr indent="-304800" lvl="4" marL="2286000">
              <a:lnSpc>
                <a:spcPct val="115000"/>
              </a:lnSpc>
              <a:spcBef>
                <a:spcPts val="0"/>
              </a:spcBef>
              <a:spcAft>
                <a:spcPts val="0"/>
              </a:spcAft>
              <a:buSzPts val="1200"/>
              <a:buFont typeface="Inter"/>
              <a:buChar char="○"/>
              <a:defRPr/>
            </a:lvl5pPr>
            <a:lvl6pPr indent="-304800" lvl="5" marL="2743200">
              <a:lnSpc>
                <a:spcPct val="115000"/>
              </a:lnSpc>
              <a:spcBef>
                <a:spcPts val="0"/>
              </a:spcBef>
              <a:spcAft>
                <a:spcPts val="0"/>
              </a:spcAft>
              <a:buSzPts val="1200"/>
              <a:buFont typeface="Inter"/>
              <a:buChar char="■"/>
              <a:defRPr/>
            </a:lvl6pPr>
            <a:lvl7pPr indent="-304800" lvl="6" marL="3200400">
              <a:lnSpc>
                <a:spcPct val="115000"/>
              </a:lnSpc>
              <a:spcBef>
                <a:spcPts val="0"/>
              </a:spcBef>
              <a:spcAft>
                <a:spcPts val="0"/>
              </a:spcAft>
              <a:buSzPts val="1200"/>
              <a:buFont typeface="Inter"/>
              <a:buChar char="●"/>
              <a:defRPr/>
            </a:lvl7pPr>
            <a:lvl8pPr indent="-304800" lvl="7" marL="3657600">
              <a:lnSpc>
                <a:spcPct val="115000"/>
              </a:lnSpc>
              <a:spcBef>
                <a:spcPts val="0"/>
              </a:spcBef>
              <a:spcAft>
                <a:spcPts val="0"/>
              </a:spcAft>
              <a:buSzPts val="1200"/>
              <a:buFont typeface="Inter"/>
              <a:buChar char="○"/>
              <a:defRPr/>
            </a:lvl8pPr>
            <a:lvl9pPr indent="-304800" lvl="8" marL="4114800">
              <a:lnSpc>
                <a:spcPct val="115000"/>
              </a:lnSpc>
              <a:spcBef>
                <a:spcPts val="0"/>
              </a:spcBef>
              <a:spcAft>
                <a:spcPts val="0"/>
              </a:spcAft>
              <a:buSzPts val="1200"/>
              <a:buFont typeface="Inter"/>
              <a:buChar char="■"/>
              <a:defRPr/>
            </a:lvl9pPr>
          </a:lstStyle>
          <a:p/>
        </p:txBody>
      </p:sp>
      <p:sp>
        <p:nvSpPr>
          <p:cNvPr id="193" name="Google Shape;193;p30"/>
          <p:cNvSpPr txBox="1"/>
          <p:nvPr>
            <p:ph idx="3" type="subTitle"/>
          </p:nvPr>
        </p:nvSpPr>
        <p:spPr>
          <a:xfrm>
            <a:off x="3052450" y="1857300"/>
            <a:ext cx="2151000" cy="7722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p:txBody>
      </p:sp>
      <p:sp>
        <p:nvSpPr>
          <p:cNvPr id="194" name="Google Shape;194;p30"/>
          <p:cNvSpPr txBox="1"/>
          <p:nvPr>
            <p:ph idx="4" type="body"/>
          </p:nvPr>
        </p:nvSpPr>
        <p:spPr>
          <a:xfrm>
            <a:off x="2976250" y="2271825"/>
            <a:ext cx="2151000" cy="945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SzPts val="1200"/>
              <a:buFont typeface="Inter"/>
              <a:buChar char="●"/>
              <a:defRPr/>
            </a:lvl1pPr>
            <a:lvl2pPr indent="-304800" lvl="1" marL="914400">
              <a:lnSpc>
                <a:spcPct val="115000"/>
              </a:lnSpc>
              <a:spcBef>
                <a:spcPts val="0"/>
              </a:spcBef>
              <a:spcAft>
                <a:spcPts val="0"/>
              </a:spcAft>
              <a:buSzPts val="1200"/>
              <a:buFont typeface="Inter"/>
              <a:buChar char="○"/>
              <a:defRPr/>
            </a:lvl2pPr>
            <a:lvl3pPr indent="-304800" lvl="2" marL="1371600">
              <a:lnSpc>
                <a:spcPct val="115000"/>
              </a:lnSpc>
              <a:spcBef>
                <a:spcPts val="0"/>
              </a:spcBef>
              <a:spcAft>
                <a:spcPts val="0"/>
              </a:spcAft>
              <a:buSzPts val="1200"/>
              <a:buFont typeface="Inter"/>
              <a:buChar char="■"/>
              <a:defRPr/>
            </a:lvl3pPr>
            <a:lvl4pPr indent="-304800" lvl="3" marL="1828800">
              <a:lnSpc>
                <a:spcPct val="115000"/>
              </a:lnSpc>
              <a:spcBef>
                <a:spcPts val="0"/>
              </a:spcBef>
              <a:spcAft>
                <a:spcPts val="0"/>
              </a:spcAft>
              <a:buSzPts val="1200"/>
              <a:buFont typeface="Inter"/>
              <a:buChar char="●"/>
              <a:defRPr/>
            </a:lvl4pPr>
            <a:lvl5pPr indent="-304800" lvl="4" marL="2286000">
              <a:lnSpc>
                <a:spcPct val="115000"/>
              </a:lnSpc>
              <a:spcBef>
                <a:spcPts val="0"/>
              </a:spcBef>
              <a:spcAft>
                <a:spcPts val="0"/>
              </a:spcAft>
              <a:buSzPts val="1200"/>
              <a:buFont typeface="Inter"/>
              <a:buChar char="○"/>
              <a:defRPr/>
            </a:lvl5pPr>
            <a:lvl6pPr indent="-304800" lvl="5" marL="2743200">
              <a:lnSpc>
                <a:spcPct val="115000"/>
              </a:lnSpc>
              <a:spcBef>
                <a:spcPts val="0"/>
              </a:spcBef>
              <a:spcAft>
                <a:spcPts val="0"/>
              </a:spcAft>
              <a:buSzPts val="1200"/>
              <a:buFont typeface="Inter"/>
              <a:buChar char="■"/>
              <a:defRPr/>
            </a:lvl6pPr>
            <a:lvl7pPr indent="-304800" lvl="6" marL="3200400">
              <a:lnSpc>
                <a:spcPct val="115000"/>
              </a:lnSpc>
              <a:spcBef>
                <a:spcPts val="0"/>
              </a:spcBef>
              <a:spcAft>
                <a:spcPts val="0"/>
              </a:spcAft>
              <a:buSzPts val="1200"/>
              <a:buFont typeface="Inter"/>
              <a:buChar char="●"/>
              <a:defRPr/>
            </a:lvl7pPr>
            <a:lvl8pPr indent="-304800" lvl="7" marL="3657600">
              <a:lnSpc>
                <a:spcPct val="115000"/>
              </a:lnSpc>
              <a:spcBef>
                <a:spcPts val="0"/>
              </a:spcBef>
              <a:spcAft>
                <a:spcPts val="0"/>
              </a:spcAft>
              <a:buSzPts val="1200"/>
              <a:buFont typeface="Inter"/>
              <a:buChar char="○"/>
              <a:defRPr/>
            </a:lvl8pPr>
            <a:lvl9pPr indent="-304800" lvl="8" marL="4114800">
              <a:lnSpc>
                <a:spcPct val="115000"/>
              </a:lnSpc>
              <a:spcBef>
                <a:spcPts val="0"/>
              </a:spcBef>
              <a:spcAft>
                <a:spcPts val="0"/>
              </a:spcAft>
              <a:buSzPts val="1200"/>
              <a:buFont typeface="Inter"/>
              <a:buChar char="■"/>
              <a:defRPr/>
            </a:lvl9pPr>
          </a:lstStyle>
          <a:p/>
        </p:txBody>
      </p:sp>
      <p:sp>
        <p:nvSpPr>
          <p:cNvPr id="195" name="Google Shape;195;p30"/>
          <p:cNvSpPr txBox="1"/>
          <p:nvPr>
            <p:ph idx="5" type="subTitle"/>
          </p:nvPr>
        </p:nvSpPr>
        <p:spPr>
          <a:xfrm>
            <a:off x="5637075" y="1857300"/>
            <a:ext cx="2151000" cy="7722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p:txBody>
      </p:sp>
      <p:sp>
        <p:nvSpPr>
          <p:cNvPr id="196" name="Google Shape;196;p30"/>
          <p:cNvSpPr txBox="1"/>
          <p:nvPr>
            <p:ph idx="6" type="body"/>
          </p:nvPr>
        </p:nvSpPr>
        <p:spPr>
          <a:xfrm>
            <a:off x="5560875" y="2271825"/>
            <a:ext cx="2151000" cy="945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SzPts val="1200"/>
              <a:buFont typeface="Inter"/>
              <a:buChar char="●"/>
              <a:defRPr/>
            </a:lvl1pPr>
            <a:lvl2pPr indent="-304800" lvl="1" marL="914400">
              <a:lnSpc>
                <a:spcPct val="115000"/>
              </a:lnSpc>
              <a:spcBef>
                <a:spcPts val="0"/>
              </a:spcBef>
              <a:spcAft>
                <a:spcPts val="0"/>
              </a:spcAft>
              <a:buSzPts val="1200"/>
              <a:buFont typeface="Inter"/>
              <a:buChar char="○"/>
              <a:defRPr/>
            </a:lvl2pPr>
            <a:lvl3pPr indent="-304800" lvl="2" marL="1371600">
              <a:lnSpc>
                <a:spcPct val="115000"/>
              </a:lnSpc>
              <a:spcBef>
                <a:spcPts val="0"/>
              </a:spcBef>
              <a:spcAft>
                <a:spcPts val="0"/>
              </a:spcAft>
              <a:buSzPts val="1200"/>
              <a:buFont typeface="Inter"/>
              <a:buChar char="■"/>
              <a:defRPr/>
            </a:lvl3pPr>
            <a:lvl4pPr indent="-304800" lvl="3" marL="1828800">
              <a:lnSpc>
                <a:spcPct val="115000"/>
              </a:lnSpc>
              <a:spcBef>
                <a:spcPts val="0"/>
              </a:spcBef>
              <a:spcAft>
                <a:spcPts val="0"/>
              </a:spcAft>
              <a:buSzPts val="1200"/>
              <a:buFont typeface="Inter"/>
              <a:buChar char="●"/>
              <a:defRPr/>
            </a:lvl4pPr>
            <a:lvl5pPr indent="-304800" lvl="4" marL="2286000">
              <a:lnSpc>
                <a:spcPct val="115000"/>
              </a:lnSpc>
              <a:spcBef>
                <a:spcPts val="0"/>
              </a:spcBef>
              <a:spcAft>
                <a:spcPts val="0"/>
              </a:spcAft>
              <a:buSzPts val="1200"/>
              <a:buFont typeface="Inter"/>
              <a:buChar char="○"/>
              <a:defRPr/>
            </a:lvl5pPr>
            <a:lvl6pPr indent="-304800" lvl="5" marL="2743200">
              <a:lnSpc>
                <a:spcPct val="115000"/>
              </a:lnSpc>
              <a:spcBef>
                <a:spcPts val="0"/>
              </a:spcBef>
              <a:spcAft>
                <a:spcPts val="0"/>
              </a:spcAft>
              <a:buSzPts val="1200"/>
              <a:buFont typeface="Inter"/>
              <a:buChar char="■"/>
              <a:defRPr/>
            </a:lvl6pPr>
            <a:lvl7pPr indent="-304800" lvl="6" marL="3200400">
              <a:lnSpc>
                <a:spcPct val="115000"/>
              </a:lnSpc>
              <a:spcBef>
                <a:spcPts val="0"/>
              </a:spcBef>
              <a:spcAft>
                <a:spcPts val="0"/>
              </a:spcAft>
              <a:buSzPts val="1200"/>
              <a:buFont typeface="Inter"/>
              <a:buChar char="●"/>
              <a:defRPr/>
            </a:lvl7pPr>
            <a:lvl8pPr indent="-304800" lvl="7" marL="3657600">
              <a:lnSpc>
                <a:spcPct val="115000"/>
              </a:lnSpc>
              <a:spcBef>
                <a:spcPts val="0"/>
              </a:spcBef>
              <a:spcAft>
                <a:spcPts val="0"/>
              </a:spcAft>
              <a:buSzPts val="1200"/>
              <a:buFont typeface="Inter"/>
              <a:buChar char="○"/>
              <a:defRPr/>
            </a:lvl8pPr>
            <a:lvl9pPr indent="-304800" lvl="8" marL="4114800">
              <a:lnSpc>
                <a:spcPct val="115000"/>
              </a:lnSpc>
              <a:spcBef>
                <a:spcPts val="0"/>
              </a:spcBef>
              <a:spcAft>
                <a:spcPts val="0"/>
              </a:spcAft>
              <a:buSzPts val="1200"/>
              <a:buFont typeface="Inter"/>
              <a:buChar char="■"/>
              <a:defRPr/>
            </a:lvl9pPr>
          </a:lstStyle>
          <a:p/>
        </p:txBody>
      </p:sp>
      <p:sp>
        <p:nvSpPr>
          <p:cNvPr id="197" name="Google Shape;197;p30"/>
          <p:cNvSpPr txBox="1"/>
          <p:nvPr>
            <p:ph idx="7" type="subTitle"/>
          </p:nvPr>
        </p:nvSpPr>
        <p:spPr>
          <a:xfrm>
            <a:off x="467825" y="3075100"/>
            <a:ext cx="2151000" cy="7722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p:txBody>
      </p:sp>
      <p:sp>
        <p:nvSpPr>
          <p:cNvPr id="198" name="Google Shape;198;p30"/>
          <p:cNvSpPr txBox="1"/>
          <p:nvPr>
            <p:ph idx="8" type="body"/>
          </p:nvPr>
        </p:nvSpPr>
        <p:spPr>
          <a:xfrm>
            <a:off x="391625" y="3489625"/>
            <a:ext cx="2151000" cy="945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SzPts val="1200"/>
              <a:buFont typeface="Inter"/>
              <a:buChar char="●"/>
              <a:defRPr/>
            </a:lvl1pPr>
            <a:lvl2pPr indent="-304800" lvl="1" marL="914400">
              <a:lnSpc>
                <a:spcPct val="115000"/>
              </a:lnSpc>
              <a:spcBef>
                <a:spcPts val="0"/>
              </a:spcBef>
              <a:spcAft>
                <a:spcPts val="0"/>
              </a:spcAft>
              <a:buSzPts val="1200"/>
              <a:buFont typeface="Inter"/>
              <a:buChar char="○"/>
              <a:defRPr/>
            </a:lvl2pPr>
            <a:lvl3pPr indent="-304800" lvl="2" marL="1371600">
              <a:lnSpc>
                <a:spcPct val="115000"/>
              </a:lnSpc>
              <a:spcBef>
                <a:spcPts val="0"/>
              </a:spcBef>
              <a:spcAft>
                <a:spcPts val="0"/>
              </a:spcAft>
              <a:buSzPts val="1200"/>
              <a:buFont typeface="Inter"/>
              <a:buChar char="■"/>
              <a:defRPr/>
            </a:lvl3pPr>
            <a:lvl4pPr indent="-304800" lvl="3" marL="1828800">
              <a:lnSpc>
                <a:spcPct val="115000"/>
              </a:lnSpc>
              <a:spcBef>
                <a:spcPts val="0"/>
              </a:spcBef>
              <a:spcAft>
                <a:spcPts val="0"/>
              </a:spcAft>
              <a:buSzPts val="1200"/>
              <a:buFont typeface="Inter"/>
              <a:buChar char="●"/>
              <a:defRPr/>
            </a:lvl4pPr>
            <a:lvl5pPr indent="-304800" lvl="4" marL="2286000">
              <a:lnSpc>
                <a:spcPct val="115000"/>
              </a:lnSpc>
              <a:spcBef>
                <a:spcPts val="0"/>
              </a:spcBef>
              <a:spcAft>
                <a:spcPts val="0"/>
              </a:spcAft>
              <a:buSzPts val="1200"/>
              <a:buFont typeface="Inter"/>
              <a:buChar char="○"/>
              <a:defRPr/>
            </a:lvl5pPr>
            <a:lvl6pPr indent="-304800" lvl="5" marL="2743200">
              <a:lnSpc>
                <a:spcPct val="115000"/>
              </a:lnSpc>
              <a:spcBef>
                <a:spcPts val="0"/>
              </a:spcBef>
              <a:spcAft>
                <a:spcPts val="0"/>
              </a:spcAft>
              <a:buSzPts val="1200"/>
              <a:buFont typeface="Inter"/>
              <a:buChar char="■"/>
              <a:defRPr/>
            </a:lvl6pPr>
            <a:lvl7pPr indent="-304800" lvl="6" marL="3200400">
              <a:lnSpc>
                <a:spcPct val="115000"/>
              </a:lnSpc>
              <a:spcBef>
                <a:spcPts val="0"/>
              </a:spcBef>
              <a:spcAft>
                <a:spcPts val="0"/>
              </a:spcAft>
              <a:buSzPts val="1200"/>
              <a:buFont typeface="Inter"/>
              <a:buChar char="●"/>
              <a:defRPr/>
            </a:lvl7pPr>
            <a:lvl8pPr indent="-304800" lvl="7" marL="3657600">
              <a:lnSpc>
                <a:spcPct val="115000"/>
              </a:lnSpc>
              <a:spcBef>
                <a:spcPts val="0"/>
              </a:spcBef>
              <a:spcAft>
                <a:spcPts val="0"/>
              </a:spcAft>
              <a:buSzPts val="1200"/>
              <a:buFont typeface="Inter"/>
              <a:buChar char="○"/>
              <a:defRPr/>
            </a:lvl8pPr>
            <a:lvl9pPr indent="-304800" lvl="8" marL="4114800">
              <a:lnSpc>
                <a:spcPct val="115000"/>
              </a:lnSpc>
              <a:spcBef>
                <a:spcPts val="0"/>
              </a:spcBef>
              <a:spcAft>
                <a:spcPts val="0"/>
              </a:spcAft>
              <a:buSzPts val="1200"/>
              <a:buFont typeface="Inter"/>
              <a:buChar char="■"/>
              <a:defRPr/>
            </a:lvl9pPr>
          </a:lstStyle>
          <a:p/>
        </p:txBody>
      </p:sp>
      <p:sp>
        <p:nvSpPr>
          <p:cNvPr id="199" name="Google Shape;199;p30"/>
          <p:cNvSpPr txBox="1"/>
          <p:nvPr>
            <p:ph idx="9" type="subTitle"/>
          </p:nvPr>
        </p:nvSpPr>
        <p:spPr>
          <a:xfrm>
            <a:off x="3052450" y="3075100"/>
            <a:ext cx="2151000" cy="7722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p:txBody>
      </p:sp>
      <p:sp>
        <p:nvSpPr>
          <p:cNvPr id="200" name="Google Shape;200;p30"/>
          <p:cNvSpPr txBox="1"/>
          <p:nvPr>
            <p:ph idx="13" type="body"/>
          </p:nvPr>
        </p:nvSpPr>
        <p:spPr>
          <a:xfrm>
            <a:off x="2976250" y="3489625"/>
            <a:ext cx="2151000" cy="945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SzPts val="1200"/>
              <a:buFont typeface="Inter"/>
              <a:buChar char="●"/>
              <a:defRPr/>
            </a:lvl1pPr>
            <a:lvl2pPr indent="-304800" lvl="1" marL="914400">
              <a:lnSpc>
                <a:spcPct val="115000"/>
              </a:lnSpc>
              <a:spcBef>
                <a:spcPts val="0"/>
              </a:spcBef>
              <a:spcAft>
                <a:spcPts val="0"/>
              </a:spcAft>
              <a:buSzPts val="1200"/>
              <a:buFont typeface="Inter"/>
              <a:buChar char="○"/>
              <a:defRPr/>
            </a:lvl2pPr>
            <a:lvl3pPr indent="-304800" lvl="2" marL="1371600">
              <a:lnSpc>
                <a:spcPct val="115000"/>
              </a:lnSpc>
              <a:spcBef>
                <a:spcPts val="0"/>
              </a:spcBef>
              <a:spcAft>
                <a:spcPts val="0"/>
              </a:spcAft>
              <a:buSzPts val="1200"/>
              <a:buFont typeface="Inter"/>
              <a:buChar char="■"/>
              <a:defRPr/>
            </a:lvl3pPr>
            <a:lvl4pPr indent="-304800" lvl="3" marL="1828800">
              <a:lnSpc>
                <a:spcPct val="115000"/>
              </a:lnSpc>
              <a:spcBef>
                <a:spcPts val="0"/>
              </a:spcBef>
              <a:spcAft>
                <a:spcPts val="0"/>
              </a:spcAft>
              <a:buSzPts val="1200"/>
              <a:buFont typeface="Inter"/>
              <a:buChar char="●"/>
              <a:defRPr/>
            </a:lvl4pPr>
            <a:lvl5pPr indent="-304800" lvl="4" marL="2286000">
              <a:lnSpc>
                <a:spcPct val="115000"/>
              </a:lnSpc>
              <a:spcBef>
                <a:spcPts val="0"/>
              </a:spcBef>
              <a:spcAft>
                <a:spcPts val="0"/>
              </a:spcAft>
              <a:buSzPts val="1200"/>
              <a:buFont typeface="Inter"/>
              <a:buChar char="○"/>
              <a:defRPr/>
            </a:lvl5pPr>
            <a:lvl6pPr indent="-304800" lvl="5" marL="2743200">
              <a:lnSpc>
                <a:spcPct val="115000"/>
              </a:lnSpc>
              <a:spcBef>
                <a:spcPts val="0"/>
              </a:spcBef>
              <a:spcAft>
                <a:spcPts val="0"/>
              </a:spcAft>
              <a:buSzPts val="1200"/>
              <a:buFont typeface="Inter"/>
              <a:buChar char="■"/>
              <a:defRPr/>
            </a:lvl6pPr>
            <a:lvl7pPr indent="-304800" lvl="6" marL="3200400">
              <a:lnSpc>
                <a:spcPct val="115000"/>
              </a:lnSpc>
              <a:spcBef>
                <a:spcPts val="0"/>
              </a:spcBef>
              <a:spcAft>
                <a:spcPts val="0"/>
              </a:spcAft>
              <a:buSzPts val="1200"/>
              <a:buFont typeface="Inter"/>
              <a:buChar char="●"/>
              <a:defRPr/>
            </a:lvl7pPr>
            <a:lvl8pPr indent="-304800" lvl="7" marL="3657600">
              <a:lnSpc>
                <a:spcPct val="115000"/>
              </a:lnSpc>
              <a:spcBef>
                <a:spcPts val="0"/>
              </a:spcBef>
              <a:spcAft>
                <a:spcPts val="0"/>
              </a:spcAft>
              <a:buSzPts val="1200"/>
              <a:buFont typeface="Inter"/>
              <a:buChar char="○"/>
              <a:defRPr/>
            </a:lvl8pPr>
            <a:lvl9pPr indent="-304800" lvl="8" marL="4114800">
              <a:lnSpc>
                <a:spcPct val="115000"/>
              </a:lnSpc>
              <a:spcBef>
                <a:spcPts val="0"/>
              </a:spcBef>
              <a:spcAft>
                <a:spcPts val="0"/>
              </a:spcAft>
              <a:buSzPts val="1200"/>
              <a:buFont typeface="Inter"/>
              <a:buChar char="■"/>
              <a:defRPr/>
            </a:lvl9pPr>
          </a:lstStyle>
          <a:p/>
        </p:txBody>
      </p:sp>
      <p:sp>
        <p:nvSpPr>
          <p:cNvPr id="201" name="Google Shape;201;p30"/>
          <p:cNvSpPr txBox="1"/>
          <p:nvPr>
            <p:ph idx="14" type="subTitle"/>
          </p:nvPr>
        </p:nvSpPr>
        <p:spPr>
          <a:xfrm>
            <a:off x="5637075" y="3075100"/>
            <a:ext cx="2151000" cy="7722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p:txBody>
      </p:sp>
      <p:sp>
        <p:nvSpPr>
          <p:cNvPr id="202" name="Google Shape;202;p30"/>
          <p:cNvSpPr txBox="1"/>
          <p:nvPr>
            <p:ph idx="15" type="body"/>
          </p:nvPr>
        </p:nvSpPr>
        <p:spPr>
          <a:xfrm>
            <a:off x="5560875" y="3489625"/>
            <a:ext cx="2151000" cy="945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SzPts val="1200"/>
              <a:buFont typeface="Inter"/>
              <a:buChar char="●"/>
              <a:defRPr/>
            </a:lvl1pPr>
            <a:lvl2pPr indent="-304800" lvl="1" marL="914400">
              <a:lnSpc>
                <a:spcPct val="115000"/>
              </a:lnSpc>
              <a:spcBef>
                <a:spcPts val="0"/>
              </a:spcBef>
              <a:spcAft>
                <a:spcPts val="0"/>
              </a:spcAft>
              <a:buSzPts val="1200"/>
              <a:buFont typeface="Inter"/>
              <a:buChar char="○"/>
              <a:defRPr/>
            </a:lvl2pPr>
            <a:lvl3pPr indent="-304800" lvl="2" marL="1371600">
              <a:lnSpc>
                <a:spcPct val="115000"/>
              </a:lnSpc>
              <a:spcBef>
                <a:spcPts val="0"/>
              </a:spcBef>
              <a:spcAft>
                <a:spcPts val="0"/>
              </a:spcAft>
              <a:buSzPts val="1200"/>
              <a:buFont typeface="Inter"/>
              <a:buChar char="■"/>
              <a:defRPr/>
            </a:lvl3pPr>
            <a:lvl4pPr indent="-304800" lvl="3" marL="1828800">
              <a:lnSpc>
                <a:spcPct val="115000"/>
              </a:lnSpc>
              <a:spcBef>
                <a:spcPts val="0"/>
              </a:spcBef>
              <a:spcAft>
                <a:spcPts val="0"/>
              </a:spcAft>
              <a:buSzPts val="1200"/>
              <a:buFont typeface="Inter"/>
              <a:buChar char="●"/>
              <a:defRPr/>
            </a:lvl4pPr>
            <a:lvl5pPr indent="-304800" lvl="4" marL="2286000">
              <a:lnSpc>
                <a:spcPct val="115000"/>
              </a:lnSpc>
              <a:spcBef>
                <a:spcPts val="0"/>
              </a:spcBef>
              <a:spcAft>
                <a:spcPts val="0"/>
              </a:spcAft>
              <a:buSzPts val="1200"/>
              <a:buFont typeface="Inter"/>
              <a:buChar char="○"/>
              <a:defRPr/>
            </a:lvl5pPr>
            <a:lvl6pPr indent="-304800" lvl="5" marL="2743200">
              <a:lnSpc>
                <a:spcPct val="115000"/>
              </a:lnSpc>
              <a:spcBef>
                <a:spcPts val="0"/>
              </a:spcBef>
              <a:spcAft>
                <a:spcPts val="0"/>
              </a:spcAft>
              <a:buSzPts val="1200"/>
              <a:buFont typeface="Inter"/>
              <a:buChar char="■"/>
              <a:defRPr/>
            </a:lvl6pPr>
            <a:lvl7pPr indent="-304800" lvl="6" marL="3200400">
              <a:lnSpc>
                <a:spcPct val="115000"/>
              </a:lnSpc>
              <a:spcBef>
                <a:spcPts val="0"/>
              </a:spcBef>
              <a:spcAft>
                <a:spcPts val="0"/>
              </a:spcAft>
              <a:buSzPts val="1200"/>
              <a:buFont typeface="Inter"/>
              <a:buChar char="●"/>
              <a:defRPr/>
            </a:lvl7pPr>
            <a:lvl8pPr indent="-304800" lvl="7" marL="3657600">
              <a:lnSpc>
                <a:spcPct val="115000"/>
              </a:lnSpc>
              <a:spcBef>
                <a:spcPts val="0"/>
              </a:spcBef>
              <a:spcAft>
                <a:spcPts val="0"/>
              </a:spcAft>
              <a:buSzPts val="1200"/>
              <a:buFont typeface="Inter"/>
              <a:buChar char="○"/>
              <a:defRPr/>
            </a:lvl8pPr>
            <a:lvl9pPr indent="-304800" lvl="8" marL="4114800">
              <a:lnSpc>
                <a:spcPct val="115000"/>
              </a:lnSpc>
              <a:spcBef>
                <a:spcPts val="0"/>
              </a:spcBef>
              <a:spcAft>
                <a:spcPts val="0"/>
              </a:spcAft>
              <a:buSzPts val="1200"/>
              <a:buFont typeface="Inter"/>
              <a:buChar char="■"/>
              <a:defRPr/>
            </a:lvl9pPr>
          </a:lstStyle>
          <a:p/>
        </p:txBody>
      </p:sp>
      <p:sp>
        <p:nvSpPr>
          <p:cNvPr id="203" name="Google Shape;203;p30"/>
          <p:cNvSpPr/>
          <p:nvPr/>
        </p:nvSpPr>
        <p:spPr>
          <a:xfrm>
            <a:off x="603475"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204" name="Google Shape;204;p30"/>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dk1"/>
                </a:solidFill>
                <a:latin typeface="Inter Light"/>
                <a:ea typeface="Inter Light"/>
                <a:cs typeface="Inter Light"/>
                <a:sym typeface="Inter Light"/>
              </a:defRPr>
            </a:lvl1pPr>
            <a:lvl2pPr lvl="1" algn="ctr">
              <a:buNone/>
              <a:defRPr sz="800">
                <a:solidFill>
                  <a:schemeClr val="dk1"/>
                </a:solidFill>
                <a:latin typeface="Inter Light"/>
                <a:ea typeface="Inter Light"/>
                <a:cs typeface="Inter Light"/>
                <a:sym typeface="Inter Light"/>
              </a:defRPr>
            </a:lvl2pPr>
            <a:lvl3pPr lvl="2" algn="ctr">
              <a:buNone/>
              <a:defRPr sz="800">
                <a:solidFill>
                  <a:schemeClr val="dk1"/>
                </a:solidFill>
                <a:latin typeface="Inter Light"/>
                <a:ea typeface="Inter Light"/>
                <a:cs typeface="Inter Light"/>
                <a:sym typeface="Inter Light"/>
              </a:defRPr>
            </a:lvl3pPr>
            <a:lvl4pPr lvl="3" algn="ctr">
              <a:buNone/>
              <a:defRPr sz="800">
                <a:solidFill>
                  <a:schemeClr val="dk1"/>
                </a:solidFill>
                <a:latin typeface="Inter Light"/>
                <a:ea typeface="Inter Light"/>
                <a:cs typeface="Inter Light"/>
                <a:sym typeface="Inter Light"/>
              </a:defRPr>
            </a:lvl4pPr>
            <a:lvl5pPr lvl="4" algn="ctr">
              <a:buNone/>
              <a:defRPr sz="800">
                <a:solidFill>
                  <a:schemeClr val="dk1"/>
                </a:solidFill>
                <a:latin typeface="Inter Light"/>
                <a:ea typeface="Inter Light"/>
                <a:cs typeface="Inter Light"/>
                <a:sym typeface="Inter Light"/>
              </a:defRPr>
            </a:lvl5pPr>
            <a:lvl6pPr lvl="5" algn="ctr">
              <a:buNone/>
              <a:defRPr sz="800">
                <a:solidFill>
                  <a:schemeClr val="dk1"/>
                </a:solidFill>
                <a:latin typeface="Inter Light"/>
                <a:ea typeface="Inter Light"/>
                <a:cs typeface="Inter Light"/>
                <a:sym typeface="Inter Light"/>
              </a:defRPr>
            </a:lvl6pPr>
            <a:lvl7pPr lvl="6" algn="ctr">
              <a:buNone/>
              <a:defRPr sz="800">
                <a:solidFill>
                  <a:schemeClr val="dk1"/>
                </a:solidFill>
                <a:latin typeface="Inter Light"/>
                <a:ea typeface="Inter Light"/>
                <a:cs typeface="Inter Light"/>
                <a:sym typeface="Inter Light"/>
              </a:defRPr>
            </a:lvl7pPr>
            <a:lvl8pPr lvl="7" algn="ctr">
              <a:buNone/>
              <a:defRPr sz="800">
                <a:solidFill>
                  <a:schemeClr val="dk1"/>
                </a:solidFill>
                <a:latin typeface="Inter Light"/>
                <a:ea typeface="Inter Light"/>
                <a:cs typeface="Inter Light"/>
                <a:sym typeface="Inter Light"/>
              </a:defRPr>
            </a:lvl8pPr>
            <a:lvl9pPr lvl="8" algn="ctr">
              <a:buNone/>
              <a:defRPr sz="800">
                <a:solidFill>
                  <a:schemeClr val="dk1"/>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205" name="Google Shape;205;p30"/>
          <p:cNvSpPr/>
          <p:nvPr/>
        </p:nvSpPr>
        <p:spPr>
          <a:xfrm>
            <a:off x="1644650"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 Benefits">
  <p:cSld name="CUSTOM">
    <p:bg>
      <p:bgPr>
        <a:solidFill>
          <a:schemeClr val="lt1"/>
        </a:solidFill>
      </p:bgPr>
    </p:bg>
    <p:spTree>
      <p:nvGrpSpPr>
        <p:cNvPr id="206" name="Shape 206"/>
        <p:cNvGrpSpPr/>
        <p:nvPr/>
      </p:nvGrpSpPr>
      <p:grpSpPr>
        <a:xfrm>
          <a:off x="0" y="0"/>
          <a:ext cx="0" cy="0"/>
          <a:chOff x="0" y="0"/>
          <a:chExt cx="0" cy="0"/>
        </a:xfrm>
      </p:grpSpPr>
      <p:sp>
        <p:nvSpPr>
          <p:cNvPr id="207" name="Google Shape;207;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208" name="Google Shape;208;p31"/>
          <p:cNvCxnSpPr/>
          <p:nvPr/>
        </p:nvCxnSpPr>
        <p:spPr>
          <a:xfrm rot="10800000">
            <a:off x="560525" y="279400"/>
            <a:ext cx="149400" cy="0"/>
          </a:xfrm>
          <a:prstGeom prst="straightConnector1">
            <a:avLst/>
          </a:prstGeom>
          <a:noFill/>
          <a:ln cap="flat" cmpd="sng" w="9525">
            <a:solidFill>
              <a:schemeClr val="dk1"/>
            </a:solidFill>
            <a:prstDash val="solid"/>
            <a:round/>
            <a:headEnd len="med" w="med" type="none"/>
            <a:tailEnd len="med" w="med" type="none"/>
          </a:ln>
        </p:spPr>
      </p:cxnSp>
      <p:sp>
        <p:nvSpPr>
          <p:cNvPr id="209" name="Google Shape;209;p31"/>
          <p:cNvSpPr txBox="1"/>
          <p:nvPr>
            <p:ph type="title"/>
          </p:nvPr>
        </p:nvSpPr>
        <p:spPr>
          <a:xfrm>
            <a:off x="452575" y="633600"/>
            <a:ext cx="3954600" cy="1316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200"/>
              <a:buFont typeface="Inter"/>
              <a:buNone/>
              <a:defRPr b="1"/>
            </a:lvl2pPr>
            <a:lvl3pPr lvl="2">
              <a:lnSpc>
                <a:spcPct val="80000"/>
              </a:lnSpc>
              <a:spcBef>
                <a:spcPts val="0"/>
              </a:spcBef>
              <a:spcAft>
                <a:spcPts val="0"/>
              </a:spcAft>
              <a:buSzPts val="4200"/>
              <a:buFont typeface="Inter"/>
              <a:buNone/>
              <a:defRPr b="1"/>
            </a:lvl3pPr>
            <a:lvl4pPr lvl="3">
              <a:lnSpc>
                <a:spcPct val="80000"/>
              </a:lnSpc>
              <a:spcBef>
                <a:spcPts val="0"/>
              </a:spcBef>
              <a:spcAft>
                <a:spcPts val="0"/>
              </a:spcAft>
              <a:buSzPts val="4200"/>
              <a:buFont typeface="Inter"/>
              <a:buNone/>
              <a:defRPr b="1"/>
            </a:lvl4pPr>
            <a:lvl5pPr lvl="4">
              <a:lnSpc>
                <a:spcPct val="80000"/>
              </a:lnSpc>
              <a:spcBef>
                <a:spcPts val="0"/>
              </a:spcBef>
              <a:spcAft>
                <a:spcPts val="0"/>
              </a:spcAft>
              <a:buSzPts val="4200"/>
              <a:buFont typeface="Inter"/>
              <a:buNone/>
              <a:defRPr b="1"/>
            </a:lvl5pPr>
            <a:lvl6pPr lvl="5">
              <a:lnSpc>
                <a:spcPct val="80000"/>
              </a:lnSpc>
              <a:spcBef>
                <a:spcPts val="0"/>
              </a:spcBef>
              <a:spcAft>
                <a:spcPts val="0"/>
              </a:spcAft>
              <a:buSzPts val="4200"/>
              <a:buFont typeface="Inter"/>
              <a:buNone/>
              <a:defRPr b="1"/>
            </a:lvl6pPr>
            <a:lvl7pPr lvl="6">
              <a:lnSpc>
                <a:spcPct val="80000"/>
              </a:lnSpc>
              <a:spcBef>
                <a:spcPts val="0"/>
              </a:spcBef>
              <a:spcAft>
                <a:spcPts val="0"/>
              </a:spcAft>
              <a:buSzPts val="4200"/>
              <a:buFont typeface="Inter"/>
              <a:buNone/>
              <a:defRPr b="1"/>
            </a:lvl7pPr>
            <a:lvl8pPr lvl="7">
              <a:lnSpc>
                <a:spcPct val="80000"/>
              </a:lnSpc>
              <a:spcBef>
                <a:spcPts val="0"/>
              </a:spcBef>
              <a:spcAft>
                <a:spcPts val="0"/>
              </a:spcAft>
              <a:buSzPts val="4200"/>
              <a:buFont typeface="Inter"/>
              <a:buNone/>
              <a:defRPr b="1"/>
            </a:lvl8pPr>
            <a:lvl9pPr lvl="8">
              <a:lnSpc>
                <a:spcPct val="80000"/>
              </a:lnSpc>
              <a:spcBef>
                <a:spcPts val="0"/>
              </a:spcBef>
              <a:spcAft>
                <a:spcPts val="0"/>
              </a:spcAft>
              <a:buSzPts val="4200"/>
              <a:buFont typeface="Inter"/>
              <a:buNone/>
              <a:defRPr b="1"/>
            </a:lvl9pPr>
          </a:lstStyle>
          <a:p/>
        </p:txBody>
      </p:sp>
      <p:sp>
        <p:nvSpPr>
          <p:cNvPr id="210" name="Google Shape;210;p31"/>
          <p:cNvSpPr txBox="1"/>
          <p:nvPr>
            <p:ph idx="1" type="body"/>
          </p:nvPr>
        </p:nvSpPr>
        <p:spPr>
          <a:xfrm>
            <a:off x="560525" y="1966775"/>
            <a:ext cx="3212700" cy="2080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Inter"/>
              <a:buChar char="●"/>
              <a:defRPr/>
            </a:lvl1pPr>
            <a:lvl2pPr indent="-304800" lvl="1" marL="914400">
              <a:spcBef>
                <a:spcPts val="0"/>
              </a:spcBef>
              <a:spcAft>
                <a:spcPts val="0"/>
              </a:spcAft>
              <a:buSzPts val="1200"/>
              <a:buFont typeface="Inter"/>
              <a:buChar char="○"/>
              <a:defRPr/>
            </a:lvl2pPr>
            <a:lvl3pPr indent="-304800" lvl="2" marL="1371600">
              <a:spcBef>
                <a:spcPts val="0"/>
              </a:spcBef>
              <a:spcAft>
                <a:spcPts val="0"/>
              </a:spcAft>
              <a:buSzPts val="1200"/>
              <a:buFont typeface="Inter"/>
              <a:buChar char="■"/>
              <a:defRPr/>
            </a:lvl3pPr>
            <a:lvl4pPr indent="-304800" lvl="3" marL="1828800">
              <a:spcBef>
                <a:spcPts val="0"/>
              </a:spcBef>
              <a:spcAft>
                <a:spcPts val="0"/>
              </a:spcAft>
              <a:buSzPts val="1200"/>
              <a:buFont typeface="Inter"/>
              <a:buChar char="●"/>
              <a:defRPr/>
            </a:lvl4pPr>
            <a:lvl5pPr indent="-304800" lvl="4" marL="2286000">
              <a:spcBef>
                <a:spcPts val="0"/>
              </a:spcBef>
              <a:spcAft>
                <a:spcPts val="0"/>
              </a:spcAft>
              <a:buSzPts val="1200"/>
              <a:buFont typeface="Inter"/>
              <a:buChar char="○"/>
              <a:defRPr/>
            </a:lvl5pPr>
            <a:lvl6pPr indent="-304800" lvl="5" marL="2743200">
              <a:spcBef>
                <a:spcPts val="0"/>
              </a:spcBef>
              <a:spcAft>
                <a:spcPts val="0"/>
              </a:spcAft>
              <a:buSzPts val="1200"/>
              <a:buFont typeface="Inter"/>
              <a:buChar char="■"/>
              <a:defRPr/>
            </a:lvl6pPr>
            <a:lvl7pPr indent="-304800" lvl="6" marL="3200400">
              <a:spcBef>
                <a:spcPts val="0"/>
              </a:spcBef>
              <a:spcAft>
                <a:spcPts val="0"/>
              </a:spcAft>
              <a:buSzPts val="1200"/>
              <a:buFont typeface="Inter"/>
              <a:buChar char="●"/>
              <a:defRPr/>
            </a:lvl7pPr>
            <a:lvl8pPr indent="-304800" lvl="7" marL="3657600">
              <a:spcBef>
                <a:spcPts val="0"/>
              </a:spcBef>
              <a:spcAft>
                <a:spcPts val="0"/>
              </a:spcAft>
              <a:buSzPts val="1200"/>
              <a:buFont typeface="Inter"/>
              <a:buChar char="○"/>
              <a:defRPr/>
            </a:lvl8pPr>
            <a:lvl9pPr indent="-304800" lvl="8" marL="4114800">
              <a:spcBef>
                <a:spcPts val="0"/>
              </a:spcBef>
              <a:spcAft>
                <a:spcPts val="0"/>
              </a:spcAft>
              <a:buSzPts val="1200"/>
              <a:buFont typeface="Inter"/>
              <a:buChar char="■"/>
              <a:defRPr/>
            </a:lvl9pPr>
          </a:lstStyle>
          <a:p/>
        </p:txBody>
      </p:sp>
      <p:sp>
        <p:nvSpPr>
          <p:cNvPr id="211" name="Google Shape;211;p31"/>
          <p:cNvSpPr/>
          <p:nvPr/>
        </p:nvSpPr>
        <p:spPr>
          <a:xfrm>
            <a:off x="603475"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212" name="Google Shape;212;p31"/>
          <p:cNvSpPr txBox="1"/>
          <p:nvPr>
            <p:ph idx="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accent2"/>
                </a:solidFill>
                <a:latin typeface="Inter Light"/>
                <a:ea typeface="Inter Light"/>
                <a:cs typeface="Inter Light"/>
                <a:sym typeface="Inter Light"/>
              </a:defRPr>
            </a:lvl1pPr>
            <a:lvl2pPr lvl="1" algn="ctr">
              <a:buNone/>
              <a:defRPr sz="800">
                <a:solidFill>
                  <a:schemeClr val="accent2"/>
                </a:solidFill>
                <a:latin typeface="Inter Light"/>
                <a:ea typeface="Inter Light"/>
                <a:cs typeface="Inter Light"/>
                <a:sym typeface="Inter Light"/>
              </a:defRPr>
            </a:lvl2pPr>
            <a:lvl3pPr lvl="2" algn="ctr">
              <a:buNone/>
              <a:defRPr sz="800">
                <a:solidFill>
                  <a:schemeClr val="accent2"/>
                </a:solidFill>
                <a:latin typeface="Inter Light"/>
                <a:ea typeface="Inter Light"/>
                <a:cs typeface="Inter Light"/>
                <a:sym typeface="Inter Light"/>
              </a:defRPr>
            </a:lvl3pPr>
            <a:lvl4pPr lvl="3" algn="ctr">
              <a:buNone/>
              <a:defRPr sz="800">
                <a:solidFill>
                  <a:schemeClr val="accent2"/>
                </a:solidFill>
                <a:latin typeface="Inter Light"/>
                <a:ea typeface="Inter Light"/>
                <a:cs typeface="Inter Light"/>
                <a:sym typeface="Inter Light"/>
              </a:defRPr>
            </a:lvl4pPr>
            <a:lvl5pPr lvl="4" algn="ctr">
              <a:buNone/>
              <a:defRPr sz="800">
                <a:solidFill>
                  <a:schemeClr val="accent2"/>
                </a:solidFill>
                <a:latin typeface="Inter Light"/>
                <a:ea typeface="Inter Light"/>
                <a:cs typeface="Inter Light"/>
                <a:sym typeface="Inter Light"/>
              </a:defRPr>
            </a:lvl5pPr>
            <a:lvl6pPr lvl="5" algn="ctr">
              <a:buNone/>
              <a:defRPr sz="800">
                <a:solidFill>
                  <a:schemeClr val="accent2"/>
                </a:solidFill>
                <a:latin typeface="Inter Light"/>
                <a:ea typeface="Inter Light"/>
                <a:cs typeface="Inter Light"/>
                <a:sym typeface="Inter Light"/>
              </a:defRPr>
            </a:lvl6pPr>
            <a:lvl7pPr lvl="6" algn="ctr">
              <a:buNone/>
              <a:defRPr sz="800">
                <a:solidFill>
                  <a:schemeClr val="accent2"/>
                </a:solidFill>
                <a:latin typeface="Inter Light"/>
                <a:ea typeface="Inter Light"/>
                <a:cs typeface="Inter Light"/>
                <a:sym typeface="Inter Light"/>
              </a:defRPr>
            </a:lvl7pPr>
            <a:lvl8pPr lvl="7" algn="ctr">
              <a:buNone/>
              <a:defRPr sz="800">
                <a:solidFill>
                  <a:schemeClr val="accent2"/>
                </a:solidFill>
                <a:latin typeface="Inter Light"/>
                <a:ea typeface="Inter Light"/>
                <a:cs typeface="Inter Light"/>
                <a:sym typeface="Inter Light"/>
              </a:defRPr>
            </a:lvl8pPr>
            <a:lvl9pPr lvl="8" algn="ctr">
              <a:buNone/>
              <a:defRPr sz="800">
                <a:solidFill>
                  <a:schemeClr val="accent2"/>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213" name="Google Shape;213;p31"/>
          <p:cNvSpPr/>
          <p:nvPr/>
        </p:nvSpPr>
        <p:spPr>
          <a:xfrm>
            <a:off x="1644650"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p:cSld name="CUSTOM_1">
    <p:bg>
      <p:bgPr>
        <a:solidFill>
          <a:schemeClr val="dk2"/>
        </a:solidFill>
      </p:bgPr>
    </p:bg>
    <p:spTree>
      <p:nvGrpSpPr>
        <p:cNvPr id="214" name="Shape 214"/>
        <p:cNvGrpSpPr/>
        <p:nvPr/>
      </p:nvGrpSpPr>
      <p:grpSpPr>
        <a:xfrm>
          <a:off x="0" y="0"/>
          <a:ext cx="0" cy="0"/>
          <a:chOff x="0" y="0"/>
          <a:chExt cx="0" cy="0"/>
        </a:xfrm>
      </p:grpSpPr>
      <p:sp>
        <p:nvSpPr>
          <p:cNvPr id="215" name="Google Shape;215;p32"/>
          <p:cNvSpPr/>
          <p:nvPr>
            <p:ph idx="2" type="pic"/>
          </p:nvPr>
        </p:nvSpPr>
        <p:spPr>
          <a:xfrm>
            <a:off x="211850" y="203250"/>
            <a:ext cx="4292400" cy="4737000"/>
          </a:xfrm>
          <a:prstGeom prst="roundRect">
            <a:avLst>
              <a:gd fmla="val 3358" name="adj"/>
            </a:avLst>
          </a:prstGeom>
          <a:noFill/>
          <a:ln>
            <a:noFill/>
          </a:ln>
        </p:spPr>
      </p:sp>
      <p:sp>
        <p:nvSpPr>
          <p:cNvPr id="216" name="Google Shape;216;p32"/>
          <p:cNvSpPr/>
          <p:nvPr>
            <p:ph idx="3" type="pic"/>
          </p:nvPr>
        </p:nvSpPr>
        <p:spPr>
          <a:xfrm>
            <a:off x="4639750" y="203250"/>
            <a:ext cx="4292400" cy="4737000"/>
          </a:xfrm>
          <a:prstGeom prst="roundRect">
            <a:avLst>
              <a:gd fmla="val 3358" name="adj"/>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Competition">
  <p:cSld name="CUSTOM_2">
    <p:bg>
      <p:bgPr>
        <a:solidFill>
          <a:schemeClr val="lt1"/>
        </a:solidFill>
      </p:bgPr>
    </p:bg>
    <p:spTree>
      <p:nvGrpSpPr>
        <p:cNvPr id="217" name="Shape 217"/>
        <p:cNvGrpSpPr/>
        <p:nvPr/>
      </p:nvGrpSpPr>
      <p:grpSpPr>
        <a:xfrm>
          <a:off x="0" y="0"/>
          <a:ext cx="0" cy="0"/>
          <a:chOff x="0" y="0"/>
          <a:chExt cx="0" cy="0"/>
        </a:xfrm>
      </p:grpSpPr>
      <p:sp>
        <p:nvSpPr>
          <p:cNvPr id="218" name="Google Shape;218;p33"/>
          <p:cNvSpPr/>
          <p:nvPr>
            <p:ph idx="2" type="pic"/>
          </p:nvPr>
        </p:nvSpPr>
        <p:spPr>
          <a:xfrm>
            <a:off x="4014725" y="557375"/>
            <a:ext cx="1374300" cy="1471500"/>
          </a:xfrm>
          <a:prstGeom prst="roundRect">
            <a:avLst>
              <a:gd fmla="val 7582" name="adj"/>
            </a:avLst>
          </a:prstGeom>
          <a:noFill/>
          <a:ln>
            <a:noFill/>
          </a:ln>
        </p:spPr>
      </p:sp>
      <p:sp>
        <p:nvSpPr>
          <p:cNvPr id="219" name="Google Shape;219;p33"/>
          <p:cNvSpPr/>
          <p:nvPr>
            <p:ph idx="3" type="pic"/>
          </p:nvPr>
        </p:nvSpPr>
        <p:spPr>
          <a:xfrm>
            <a:off x="5688575" y="557375"/>
            <a:ext cx="1374300" cy="1471500"/>
          </a:xfrm>
          <a:prstGeom prst="roundRect">
            <a:avLst>
              <a:gd fmla="val 7582" name="adj"/>
            </a:avLst>
          </a:prstGeom>
          <a:noFill/>
          <a:ln>
            <a:noFill/>
          </a:ln>
        </p:spPr>
      </p:sp>
      <p:sp>
        <p:nvSpPr>
          <p:cNvPr id="220" name="Google Shape;220;p33"/>
          <p:cNvSpPr/>
          <p:nvPr>
            <p:ph idx="4" type="pic"/>
          </p:nvPr>
        </p:nvSpPr>
        <p:spPr>
          <a:xfrm>
            <a:off x="7362425" y="557375"/>
            <a:ext cx="1374300" cy="1471500"/>
          </a:xfrm>
          <a:prstGeom prst="roundRect">
            <a:avLst>
              <a:gd fmla="val 7582" name="adj"/>
            </a:avLst>
          </a:prstGeom>
          <a:noFill/>
          <a:ln>
            <a:noFill/>
          </a:ln>
        </p:spPr>
      </p:sp>
      <p:sp>
        <p:nvSpPr>
          <p:cNvPr id="221" name="Google Shape;221;p33"/>
          <p:cNvSpPr/>
          <p:nvPr>
            <p:ph idx="5" type="pic"/>
          </p:nvPr>
        </p:nvSpPr>
        <p:spPr>
          <a:xfrm>
            <a:off x="4014725" y="2644475"/>
            <a:ext cx="1374300" cy="1471500"/>
          </a:xfrm>
          <a:prstGeom prst="roundRect">
            <a:avLst>
              <a:gd fmla="val 7582" name="adj"/>
            </a:avLst>
          </a:prstGeom>
          <a:noFill/>
          <a:ln>
            <a:noFill/>
          </a:ln>
        </p:spPr>
      </p:sp>
      <p:sp>
        <p:nvSpPr>
          <p:cNvPr id="222" name="Google Shape;222;p33"/>
          <p:cNvSpPr/>
          <p:nvPr>
            <p:ph idx="6" type="pic"/>
          </p:nvPr>
        </p:nvSpPr>
        <p:spPr>
          <a:xfrm>
            <a:off x="5688575" y="2644475"/>
            <a:ext cx="1374300" cy="1471500"/>
          </a:xfrm>
          <a:prstGeom prst="roundRect">
            <a:avLst>
              <a:gd fmla="val 7582" name="adj"/>
            </a:avLst>
          </a:prstGeom>
          <a:noFill/>
          <a:ln>
            <a:noFill/>
          </a:ln>
        </p:spPr>
      </p:sp>
      <p:sp>
        <p:nvSpPr>
          <p:cNvPr id="223" name="Google Shape;223;p33"/>
          <p:cNvSpPr/>
          <p:nvPr>
            <p:ph idx="7" type="pic"/>
          </p:nvPr>
        </p:nvSpPr>
        <p:spPr>
          <a:xfrm>
            <a:off x="7362425" y="2644475"/>
            <a:ext cx="1374300" cy="1471500"/>
          </a:xfrm>
          <a:prstGeom prst="roundRect">
            <a:avLst>
              <a:gd fmla="val 7582" name="adj"/>
            </a:avLst>
          </a:prstGeom>
          <a:noFill/>
          <a:ln>
            <a:noFill/>
          </a:ln>
        </p:spPr>
      </p:sp>
      <p:cxnSp>
        <p:nvCxnSpPr>
          <p:cNvPr id="224" name="Google Shape;224;p33"/>
          <p:cNvCxnSpPr/>
          <p:nvPr/>
        </p:nvCxnSpPr>
        <p:spPr>
          <a:xfrm rot="10800000">
            <a:off x="560525" y="279400"/>
            <a:ext cx="149400" cy="0"/>
          </a:xfrm>
          <a:prstGeom prst="straightConnector1">
            <a:avLst/>
          </a:prstGeom>
          <a:noFill/>
          <a:ln cap="flat" cmpd="sng" w="9525">
            <a:solidFill>
              <a:schemeClr val="dk1"/>
            </a:solidFill>
            <a:prstDash val="solid"/>
            <a:round/>
            <a:headEnd len="med" w="med" type="none"/>
            <a:tailEnd len="med" w="med" type="none"/>
          </a:ln>
        </p:spPr>
      </p:cxnSp>
      <p:sp>
        <p:nvSpPr>
          <p:cNvPr id="225" name="Google Shape;225;p33"/>
          <p:cNvSpPr txBox="1"/>
          <p:nvPr>
            <p:ph type="title"/>
          </p:nvPr>
        </p:nvSpPr>
        <p:spPr>
          <a:xfrm>
            <a:off x="452575" y="596800"/>
            <a:ext cx="3262500" cy="1359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200"/>
              <a:buFont typeface="Inter"/>
              <a:buNone/>
              <a:defRPr/>
            </a:lvl1pPr>
            <a:lvl2pPr lvl="1">
              <a:lnSpc>
                <a:spcPct val="80000"/>
              </a:lnSpc>
              <a:spcBef>
                <a:spcPts val="0"/>
              </a:spcBef>
              <a:spcAft>
                <a:spcPts val="0"/>
              </a:spcAft>
              <a:buSzPts val="4800"/>
              <a:buFont typeface="Inter"/>
              <a:buNone/>
              <a:defRPr b="1" sz="4800"/>
            </a:lvl2pPr>
            <a:lvl3pPr lvl="2">
              <a:lnSpc>
                <a:spcPct val="80000"/>
              </a:lnSpc>
              <a:spcBef>
                <a:spcPts val="0"/>
              </a:spcBef>
              <a:spcAft>
                <a:spcPts val="0"/>
              </a:spcAft>
              <a:buSzPts val="4800"/>
              <a:buFont typeface="Inter"/>
              <a:buNone/>
              <a:defRPr b="1" sz="4800"/>
            </a:lvl3pPr>
            <a:lvl4pPr lvl="3">
              <a:lnSpc>
                <a:spcPct val="80000"/>
              </a:lnSpc>
              <a:spcBef>
                <a:spcPts val="0"/>
              </a:spcBef>
              <a:spcAft>
                <a:spcPts val="0"/>
              </a:spcAft>
              <a:buSzPts val="4800"/>
              <a:buFont typeface="Inter"/>
              <a:buNone/>
              <a:defRPr b="1" sz="4800"/>
            </a:lvl4pPr>
            <a:lvl5pPr lvl="4">
              <a:lnSpc>
                <a:spcPct val="80000"/>
              </a:lnSpc>
              <a:spcBef>
                <a:spcPts val="0"/>
              </a:spcBef>
              <a:spcAft>
                <a:spcPts val="0"/>
              </a:spcAft>
              <a:buSzPts val="4800"/>
              <a:buFont typeface="Inter"/>
              <a:buNone/>
              <a:defRPr b="1" sz="4800"/>
            </a:lvl5pPr>
            <a:lvl6pPr lvl="5">
              <a:lnSpc>
                <a:spcPct val="80000"/>
              </a:lnSpc>
              <a:spcBef>
                <a:spcPts val="0"/>
              </a:spcBef>
              <a:spcAft>
                <a:spcPts val="0"/>
              </a:spcAft>
              <a:buSzPts val="4800"/>
              <a:buFont typeface="Inter"/>
              <a:buNone/>
              <a:defRPr b="1" sz="4800"/>
            </a:lvl6pPr>
            <a:lvl7pPr lvl="6">
              <a:lnSpc>
                <a:spcPct val="80000"/>
              </a:lnSpc>
              <a:spcBef>
                <a:spcPts val="0"/>
              </a:spcBef>
              <a:spcAft>
                <a:spcPts val="0"/>
              </a:spcAft>
              <a:buSzPts val="4800"/>
              <a:buFont typeface="Inter"/>
              <a:buNone/>
              <a:defRPr b="1" sz="4800"/>
            </a:lvl7pPr>
            <a:lvl8pPr lvl="7">
              <a:lnSpc>
                <a:spcPct val="80000"/>
              </a:lnSpc>
              <a:spcBef>
                <a:spcPts val="0"/>
              </a:spcBef>
              <a:spcAft>
                <a:spcPts val="0"/>
              </a:spcAft>
              <a:buSzPts val="4800"/>
              <a:buFont typeface="Inter"/>
              <a:buNone/>
              <a:defRPr b="1" sz="4800"/>
            </a:lvl8pPr>
            <a:lvl9pPr lvl="8">
              <a:lnSpc>
                <a:spcPct val="80000"/>
              </a:lnSpc>
              <a:spcBef>
                <a:spcPts val="0"/>
              </a:spcBef>
              <a:spcAft>
                <a:spcPts val="0"/>
              </a:spcAft>
              <a:buSzPts val="4800"/>
              <a:buFont typeface="Inter"/>
              <a:buNone/>
              <a:defRPr b="1" sz="4800"/>
            </a:lvl9pPr>
          </a:lstStyle>
          <a:p/>
        </p:txBody>
      </p:sp>
      <p:sp>
        <p:nvSpPr>
          <p:cNvPr id="226" name="Google Shape;226;p33"/>
          <p:cNvSpPr txBox="1"/>
          <p:nvPr>
            <p:ph idx="1" type="subTitle"/>
          </p:nvPr>
        </p:nvSpPr>
        <p:spPr>
          <a:xfrm>
            <a:off x="452575" y="1956400"/>
            <a:ext cx="2616000" cy="627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Inter SemiBold"/>
              <a:buNone/>
              <a:defRPr sz="1600"/>
            </a:lvl1pPr>
            <a:lvl2pPr lvl="1">
              <a:spcBef>
                <a:spcPts val="0"/>
              </a:spcBef>
              <a:spcAft>
                <a:spcPts val="0"/>
              </a:spcAft>
              <a:buSzPts val="1600"/>
              <a:buFont typeface="Inter SemiBold"/>
              <a:buNone/>
              <a:defRPr sz="1600"/>
            </a:lvl2pPr>
            <a:lvl3pPr lvl="2">
              <a:spcBef>
                <a:spcPts val="0"/>
              </a:spcBef>
              <a:spcAft>
                <a:spcPts val="0"/>
              </a:spcAft>
              <a:buSzPts val="1600"/>
              <a:buFont typeface="Inter SemiBold"/>
              <a:buNone/>
              <a:defRPr sz="1600"/>
            </a:lvl3pPr>
            <a:lvl4pPr lvl="3">
              <a:spcBef>
                <a:spcPts val="0"/>
              </a:spcBef>
              <a:spcAft>
                <a:spcPts val="0"/>
              </a:spcAft>
              <a:buSzPts val="1600"/>
              <a:buFont typeface="Inter SemiBold"/>
              <a:buNone/>
              <a:defRPr sz="1600"/>
            </a:lvl4pPr>
            <a:lvl5pPr lvl="4">
              <a:spcBef>
                <a:spcPts val="0"/>
              </a:spcBef>
              <a:spcAft>
                <a:spcPts val="0"/>
              </a:spcAft>
              <a:buSzPts val="1600"/>
              <a:buFont typeface="Inter SemiBold"/>
              <a:buNone/>
              <a:defRPr sz="1600"/>
            </a:lvl5pPr>
            <a:lvl6pPr lvl="5">
              <a:spcBef>
                <a:spcPts val="0"/>
              </a:spcBef>
              <a:spcAft>
                <a:spcPts val="0"/>
              </a:spcAft>
              <a:buSzPts val="1600"/>
              <a:buFont typeface="Inter SemiBold"/>
              <a:buNone/>
              <a:defRPr sz="1600"/>
            </a:lvl6pPr>
            <a:lvl7pPr lvl="6">
              <a:spcBef>
                <a:spcPts val="0"/>
              </a:spcBef>
              <a:spcAft>
                <a:spcPts val="0"/>
              </a:spcAft>
              <a:buSzPts val="1600"/>
              <a:buFont typeface="Inter SemiBold"/>
              <a:buNone/>
              <a:defRPr sz="1600"/>
            </a:lvl7pPr>
            <a:lvl8pPr lvl="7">
              <a:spcBef>
                <a:spcPts val="0"/>
              </a:spcBef>
              <a:spcAft>
                <a:spcPts val="0"/>
              </a:spcAft>
              <a:buSzPts val="1600"/>
              <a:buFont typeface="Inter SemiBold"/>
              <a:buNone/>
              <a:defRPr sz="1600"/>
            </a:lvl8pPr>
            <a:lvl9pPr lvl="8">
              <a:spcBef>
                <a:spcPts val="0"/>
              </a:spcBef>
              <a:spcAft>
                <a:spcPts val="0"/>
              </a:spcAft>
              <a:buSzPts val="1600"/>
              <a:buFont typeface="Inter SemiBold"/>
              <a:buNone/>
              <a:defRPr sz="1600"/>
            </a:lvl9pPr>
          </a:lstStyle>
          <a:p/>
        </p:txBody>
      </p:sp>
      <p:sp>
        <p:nvSpPr>
          <p:cNvPr id="227" name="Google Shape;227;p33"/>
          <p:cNvSpPr txBox="1"/>
          <p:nvPr>
            <p:ph idx="8" type="body"/>
          </p:nvPr>
        </p:nvSpPr>
        <p:spPr>
          <a:xfrm>
            <a:off x="467825" y="2583700"/>
            <a:ext cx="3247200" cy="945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SzPts val="1200"/>
              <a:buFont typeface="Inter"/>
              <a:buChar char="●"/>
              <a:defRPr/>
            </a:lvl1pPr>
            <a:lvl2pPr indent="-304800" lvl="1" marL="914400">
              <a:lnSpc>
                <a:spcPct val="115000"/>
              </a:lnSpc>
              <a:spcBef>
                <a:spcPts val="0"/>
              </a:spcBef>
              <a:spcAft>
                <a:spcPts val="0"/>
              </a:spcAft>
              <a:buSzPts val="1200"/>
              <a:buFont typeface="Inter"/>
              <a:buChar char="○"/>
              <a:defRPr/>
            </a:lvl2pPr>
            <a:lvl3pPr indent="-304800" lvl="2" marL="1371600">
              <a:lnSpc>
                <a:spcPct val="115000"/>
              </a:lnSpc>
              <a:spcBef>
                <a:spcPts val="0"/>
              </a:spcBef>
              <a:spcAft>
                <a:spcPts val="0"/>
              </a:spcAft>
              <a:buSzPts val="1200"/>
              <a:buFont typeface="Inter"/>
              <a:buChar char="■"/>
              <a:defRPr/>
            </a:lvl3pPr>
            <a:lvl4pPr indent="-304800" lvl="3" marL="1828800">
              <a:lnSpc>
                <a:spcPct val="115000"/>
              </a:lnSpc>
              <a:spcBef>
                <a:spcPts val="0"/>
              </a:spcBef>
              <a:spcAft>
                <a:spcPts val="0"/>
              </a:spcAft>
              <a:buSzPts val="1200"/>
              <a:buFont typeface="Inter"/>
              <a:buChar char="●"/>
              <a:defRPr/>
            </a:lvl4pPr>
            <a:lvl5pPr indent="-304800" lvl="4" marL="2286000">
              <a:lnSpc>
                <a:spcPct val="115000"/>
              </a:lnSpc>
              <a:spcBef>
                <a:spcPts val="0"/>
              </a:spcBef>
              <a:spcAft>
                <a:spcPts val="0"/>
              </a:spcAft>
              <a:buSzPts val="1200"/>
              <a:buFont typeface="Inter"/>
              <a:buChar char="○"/>
              <a:defRPr/>
            </a:lvl5pPr>
            <a:lvl6pPr indent="-304800" lvl="5" marL="2743200">
              <a:lnSpc>
                <a:spcPct val="115000"/>
              </a:lnSpc>
              <a:spcBef>
                <a:spcPts val="0"/>
              </a:spcBef>
              <a:spcAft>
                <a:spcPts val="0"/>
              </a:spcAft>
              <a:buSzPts val="1200"/>
              <a:buFont typeface="Inter"/>
              <a:buChar char="■"/>
              <a:defRPr/>
            </a:lvl6pPr>
            <a:lvl7pPr indent="-304800" lvl="6" marL="3200400">
              <a:lnSpc>
                <a:spcPct val="115000"/>
              </a:lnSpc>
              <a:spcBef>
                <a:spcPts val="0"/>
              </a:spcBef>
              <a:spcAft>
                <a:spcPts val="0"/>
              </a:spcAft>
              <a:buSzPts val="1200"/>
              <a:buFont typeface="Inter"/>
              <a:buChar char="●"/>
              <a:defRPr/>
            </a:lvl7pPr>
            <a:lvl8pPr indent="-304800" lvl="7" marL="3657600">
              <a:lnSpc>
                <a:spcPct val="115000"/>
              </a:lnSpc>
              <a:spcBef>
                <a:spcPts val="0"/>
              </a:spcBef>
              <a:spcAft>
                <a:spcPts val="0"/>
              </a:spcAft>
              <a:buSzPts val="1200"/>
              <a:buFont typeface="Inter"/>
              <a:buChar char="○"/>
              <a:defRPr/>
            </a:lvl8pPr>
            <a:lvl9pPr indent="-304800" lvl="8" marL="4114800">
              <a:lnSpc>
                <a:spcPct val="115000"/>
              </a:lnSpc>
              <a:spcBef>
                <a:spcPts val="0"/>
              </a:spcBef>
              <a:spcAft>
                <a:spcPts val="0"/>
              </a:spcAft>
              <a:buSzPts val="1200"/>
              <a:buFont typeface="Inter"/>
              <a:buChar char="■"/>
              <a:defRPr/>
            </a:lvl9pPr>
          </a:lstStyle>
          <a:p/>
        </p:txBody>
      </p:sp>
      <p:sp>
        <p:nvSpPr>
          <p:cNvPr id="228" name="Google Shape;228;p33"/>
          <p:cNvSpPr txBox="1"/>
          <p:nvPr>
            <p:ph idx="9" type="subTitle"/>
          </p:nvPr>
        </p:nvSpPr>
        <p:spPr>
          <a:xfrm>
            <a:off x="4014725" y="2028875"/>
            <a:ext cx="1374300" cy="627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p:txBody>
      </p:sp>
      <p:sp>
        <p:nvSpPr>
          <p:cNvPr id="229" name="Google Shape;229;p33"/>
          <p:cNvSpPr txBox="1"/>
          <p:nvPr>
            <p:ph idx="13" type="subTitle"/>
          </p:nvPr>
        </p:nvSpPr>
        <p:spPr>
          <a:xfrm>
            <a:off x="5688575" y="2028875"/>
            <a:ext cx="1374300" cy="627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p:txBody>
      </p:sp>
      <p:sp>
        <p:nvSpPr>
          <p:cNvPr id="230" name="Google Shape;230;p33"/>
          <p:cNvSpPr txBox="1"/>
          <p:nvPr>
            <p:ph idx="14" type="subTitle"/>
          </p:nvPr>
        </p:nvSpPr>
        <p:spPr>
          <a:xfrm>
            <a:off x="7362425" y="2028875"/>
            <a:ext cx="1374300" cy="627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p:txBody>
      </p:sp>
      <p:sp>
        <p:nvSpPr>
          <p:cNvPr id="231" name="Google Shape;231;p33"/>
          <p:cNvSpPr txBox="1"/>
          <p:nvPr>
            <p:ph idx="15" type="subTitle"/>
          </p:nvPr>
        </p:nvSpPr>
        <p:spPr>
          <a:xfrm>
            <a:off x="4014725" y="4067725"/>
            <a:ext cx="1374300" cy="627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p:txBody>
      </p:sp>
      <p:sp>
        <p:nvSpPr>
          <p:cNvPr id="232" name="Google Shape;232;p33"/>
          <p:cNvSpPr txBox="1"/>
          <p:nvPr>
            <p:ph idx="16" type="subTitle"/>
          </p:nvPr>
        </p:nvSpPr>
        <p:spPr>
          <a:xfrm>
            <a:off x="5688575" y="4067725"/>
            <a:ext cx="1374300" cy="627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p:txBody>
      </p:sp>
      <p:sp>
        <p:nvSpPr>
          <p:cNvPr id="233" name="Google Shape;233;p33"/>
          <p:cNvSpPr txBox="1"/>
          <p:nvPr>
            <p:ph idx="17" type="subTitle"/>
          </p:nvPr>
        </p:nvSpPr>
        <p:spPr>
          <a:xfrm>
            <a:off x="7362425" y="4067725"/>
            <a:ext cx="1374300" cy="627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Inter SemiBold"/>
              <a:buNone/>
              <a:defRPr sz="1200"/>
            </a:lvl1pPr>
            <a:lvl2pPr lvl="1" algn="ctr">
              <a:spcBef>
                <a:spcPts val="0"/>
              </a:spcBef>
              <a:spcAft>
                <a:spcPts val="0"/>
              </a:spcAft>
              <a:buSzPts val="1600"/>
              <a:buFont typeface="Inter SemiBold"/>
              <a:buNone/>
              <a:defRPr sz="1600"/>
            </a:lvl2pPr>
            <a:lvl3pPr lvl="2" algn="ctr">
              <a:spcBef>
                <a:spcPts val="0"/>
              </a:spcBef>
              <a:spcAft>
                <a:spcPts val="0"/>
              </a:spcAft>
              <a:buSzPts val="1600"/>
              <a:buFont typeface="Inter SemiBold"/>
              <a:buNone/>
              <a:defRPr sz="1600"/>
            </a:lvl3pPr>
            <a:lvl4pPr lvl="3" algn="ctr">
              <a:spcBef>
                <a:spcPts val="0"/>
              </a:spcBef>
              <a:spcAft>
                <a:spcPts val="0"/>
              </a:spcAft>
              <a:buSzPts val="1600"/>
              <a:buFont typeface="Inter SemiBold"/>
              <a:buNone/>
              <a:defRPr sz="1600"/>
            </a:lvl4pPr>
            <a:lvl5pPr lvl="4" algn="ctr">
              <a:spcBef>
                <a:spcPts val="0"/>
              </a:spcBef>
              <a:spcAft>
                <a:spcPts val="0"/>
              </a:spcAft>
              <a:buSzPts val="1600"/>
              <a:buFont typeface="Inter SemiBold"/>
              <a:buNone/>
              <a:defRPr sz="1600"/>
            </a:lvl5pPr>
            <a:lvl6pPr lvl="5" algn="ctr">
              <a:spcBef>
                <a:spcPts val="0"/>
              </a:spcBef>
              <a:spcAft>
                <a:spcPts val="0"/>
              </a:spcAft>
              <a:buSzPts val="1600"/>
              <a:buFont typeface="Inter SemiBold"/>
              <a:buNone/>
              <a:defRPr sz="1600"/>
            </a:lvl6pPr>
            <a:lvl7pPr lvl="6" algn="ctr">
              <a:spcBef>
                <a:spcPts val="0"/>
              </a:spcBef>
              <a:spcAft>
                <a:spcPts val="0"/>
              </a:spcAft>
              <a:buSzPts val="1600"/>
              <a:buFont typeface="Inter SemiBold"/>
              <a:buNone/>
              <a:defRPr sz="1600"/>
            </a:lvl7pPr>
            <a:lvl8pPr lvl="7" algn="ctr">
              <a:spcBef>
                <a:spcPts val="0"/>
              </a:spcBef>
              <a:spcAft>
                <a:spcPts val="0"/>
              </a:spcAft>
              <a:buSzPts val="1600"/>
              <a:buFont typeface="Inter SemiBold"/>
              <a:buNone/>
              <a:defRPr sz="1600"/>
            </a:lvl8pPr>
            <a:lvl9pPr lvl="8" algn="ctr">
              <a:spcBef>
                <a:spcPts val="0"/>
              </a:spcBef>
              <a:spcAft>
                <a:spcPts val="0"/>
              </a:spcAft>
              <a:buSzPts val="1600"/>
              <a:buFont typeface="Inter SemiBold"/>
              <a:buNone/>
              <a:defRPr sz="1600"/>
            </a:lvl9pPr>
          </a:lstStyle>
          <a:p/>
        </p:txBody>
      </p:sp>
      <p:sp>
        <p:nvSpPr>
          <p:cNvPr id="234" name="Google Shape;234;p33"/>
          <p:cNvSpPr/>
          <p:nvPr/>
        </p:nvSpPr>
        <p:spPr>
          <a:xfrm>
            <a:off x="603475"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nter"/>
                <a:ea typeface="Inter"/>
                <a:cs typeface="Inter"/>
                <a:sym typeface="Inter"/>
              </a:rPr>
              <a:t>Confidential</a:t>
            </a:r>
            <a:endParaRPr sz="700">
              <a:solidFill>
                <a:schemeClr val="dk1"/>
              </a:solidFill>
              <a:latin typeface="Inter"/>
              <a:ea typeface="Inter"/>
              <a:cs typeface="Inter"/>
              <a:sym typeface="Inter"/>
            </a:endParaRPr>
          </a:p>
        </p:txBody>
      </p:sp>
      <p:sp>
        <p:nvSpPr>
          <p:cNvPr id="235" name="Google Shape;235;p33"/>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dk1"/>
                </a:solidFill>
                <a:latin typeface="Inter Light"/>
                <a:ea typeface="Inter Light"/>
                <a:cs typeface="Inter Light"/>
                <a:sym typeface="Inter Light"/>
              </a:defRPr>
            </a:lvl1pPr>
            <a:lvl2pPr lvl="1" algn="ctr">
              <a:buNone/>
              <a:defRPr sz="800">
                <a:solidFill>
                  <a:schemeClr val="dk1"/>
                </a:solidFill>
                <a:latin typeface="Inter Light"/>
                <a:ea typeface="Inter Light"/>
                <a:cs typeface="Inter Light"/>
                <a:sym typeface="Inter Light"/>
              </a:defRPr>
            </a:lvl2pPr>
            <a:lvl3pPr lvl="2" algn="ctr">
              <a:buNone/>
              <a:defRPr sz="800">
                <a:solidFill>
                  <a:schemeClr val="dk1"/>
                </a:solidFill>
                <a:latin typeface="Inter Light"/>
                <a:ea typeface="Inter Light"/>
                <a:cs typeface="Inter Light"/>
                <a:sym typeface="Inter Light"/>
              </a:defRPr>
            </a:lvl3pPr>
            <a:lvl4pPr lvl="3" algn="ctr">
              <a:buNone/>
              <a:defRPr sz="800">
                <a:solidFill>
                  <a:schemeClr val="dk1"/>
                </a:solidFill>
                <a:latin typeface="Inter Light"/>
                <a:ea typeface="Inter Light"/>
                <a:cs typeface="Inter Light"/>
                <a:sym typeface="Inter Light"/>
              </a:defRPr>
            </a:lvl4pPr>
            <a:lvl5pPr lvl="4" algn="ctr">
              <a:buNone/>
              <a:defRPr sz="800">
                <a:solidFill>
                  <a:schemeClr val="dk1"/>
                </a:solidFill>
                <a:latin typeface="Inter Light"/>
                <a:ea typeface="Inter Light"/>
                <a:cs typeface="Inter Light"/>
                <a:sym typeface="Inter Light"/>
              </a:defRPr>
            </a:lvl5pPr>
            <a:lvl6pPr lvl="5" algn="ctr">
              <a:buNone/>
              <a:defRPr sz="800">
                <a:solidFill>
                  <a:schemeClr val="dk1"/>
                </a:solidFill>
                <a:latin typeface="Inter Light"/>
                <a:ea typeface="Inter Light"/>
                <a:cs typeface="Inter Light"/>
                <a:sym typeface="Inter Light"/>
              </a:defRPr>
            </a:lvl6pPr>
            <a:lvl7pPr lvl="6" algn="ctr">
              <a:buNone/>
              <a:defRPr sz="800">
                <a:solidFill>
                  <a:schemeClr val="dk1"/>
                </a:solidFill>
                <a:latin typeface="Inter Light"/>
                <a:ea typeface="Inter Light"/>
                <a:cs typeface="Inter Light"/>
                <a:sym typeface="Inter Light"/>
              </a:defRPr>
            </a:lvl7pPr>
            <a:lvl8pPr lvl="7" algn="ctr">
              <a:buNone/>
              <a:defRPr sz="800">
                <a:solidFill>
                  <a:schemeClr val="dk1"/>
                </a:solidFill>
                <a:latin typeface="Inter Light"/>
                <a:ea typeface="Inter Light"/>
                <a:cs typeface="Inter Light"/>
                <a:sym typeface="Inter Light"/>
              </a:defRPr>
            </a:lvl8pPr>
            <a:lvl9pPr lvl="8" algn="ctr">
              <a:buNone/>
              <a:defRPr sz="800">
                <a:solidFill>
                  <a:schemeClr val="dk1"/>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
        <p:nvSpPr>
          <p:cNvPr id="236" name="Google Shape;236;p33"/>
          <p:cNvSpPr/>
          <p:nvPr/>
        </p:nvSpPr>
        <p:spPr>
          <a:xfrm>
            <a:off x="1644650" y="4749800"/>
            <a:ext cx="768000" cy="1905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Copyright ©</a:t>
            </a:r>
            <a:endParaRPr sz="700">
              <a:solidFill>
                <a:schemeClr val="dk1"/>
              </a:solidFill>
              <a:latin typeface="Inter"/>
              <a:ea typeface="Inter"/>
              <a:cs typeface="Inter"/>
              <a:sym typeface="Inte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p:cSld name="CUSTOM_1_1">
    <p:bg>
      <p:bgPr>
        <a:solidFill>
          <a:schemeClr val="dk2"/>
        </a:solidFill>
      </p:bgPr>
    </p:bg>
    <p:spTree>
      <p:nvGrpSpPr>
        <p:cNvPr id="237" name="Shape 237"/>
        <p:cNvGrpSpPr/>
        <p:nvPr/>
      </p:nvGrpSpPr>
      <p:grpSpPr>
        <a:xfrm>
          <a:off x="0" y="0"/>
          <a:ext cx="0" cy="0"/>
          <a:chOff x="0" y="0"/>
          <a:chExt cx="0" cy="0"/>
        </a:xfrm>
      </p:grpSpPr>
      <p:sp>
        <p:nvSpPr>
          <p:cNvPr id="238" name="Google Shape;238;p34"/>
          <p:cNvSpPr/>
          <p:nvPr>
            <p:ph idx="2" type="pic"/>
          </p:nvPr>
        </p:nvSpPr>
        <p:spPr>
          <a:xfrm>
            <a:off x="228625" y="592625"/>
            <a:ext cx="2205000" cy="1215600"/>
          </a:xfrm>
          <a:prstGeom prst="roundRect">
            <a:avLst>
              <a:gd fmla="val 3655" name="adj"/>
            </a:avLst>
          </a:prstGeom>
          <a:noFill/>
          <a:ln>
            <a:noFill/>
          </a:ln>
        </p:spPr>
      </p:sp>
      <p:sp>
        <p:nvSpPr>
          <p:cNvPr id="239" name="Google Shape;239;p34"/>
          <p:cNvSpPr/>
          <p:nvPr>
            <p:ph idx="3" type="pic"/>
          </p:nvPr>
        </p:nvSpPr>
        <p:spPr>
          <a:xfrm>
            <a:off x="3931925" y="592625"/>
            <a:ext cx="2205000" cy="1215600"/>
          </a:xfrm>
          <a:prstGeom prst="roundRect">
            <a:avLst>
              <a:gd fmla="val 3655" name="adj"/>
            </a:avLst>
          </a:prstGeom>
          <a:noFill/>
          <a:ln>
            <a:noFill/>
          </a:ln>
        </p:spPr>
      </p:sp>
      <p:sp>
        <p:nvSpPr>
          <p:cNvPr id="240" name="Google Shape;240;p34"/>
          <p:cNvSpPr/>
          <p:nvPr>
            <p:ph idx="4" type="pic"/>
          </p:nvPr>
        </p:nvSpPr>
        <p:spPr>
          <a:xfrm>
            <a:off x="7635600" y="592625"/>
            <a:ext cx="1135200" cy="1215600"/>
          </a:xfrm>
          <a:prstGeom prst="roundRect">
            <a:avLst>
              <a:gd fmla="val 3655" name="adj"/>
            </a:avLst>
          </a:prstGeom>
          <a:noFill/>
          <a:ln>
            <a:noFill/>
          </a:ln>
        </p:spPr>
      </p:sp>
      <p:sp>
        <p:nvSpPr>
          <p:cNvPr id="241" name="Google Shape;241;p34"/>
          <p:cNvSpPr/>
          <p:nvPr>
            <p:ph idx="5" type="pic"/>
          </p:nvPr>
        </p:nvSpPr>
        <p:spPr>
          <a:xfrm>
            <a:off x="2575300" y="593225"/>
            <a:ext cx="1215000" cy="1215000"/>
          </a:xfrm>
          <a:prstGeom prst="ellipse">
            <a:avLst/>
          </a:prstGeom>
          <a:noFill/>
          <a:ln>
            <a:noFill/>
          </a:ln>
        </p:spPr>
      </p:sp>
      <p:sp>
        <p:nvSpPr>
          <p:cNvPr id="242" name="Google Shape;242;p34"/>
          <p:cNvSpPr/>
          <p:nvPr>
            <p:ph idx="6" type="pic"/>
          </p:nvPr>
        </p:nvSpPr>
        <p:spPr>
          <a:xfrm>
            <a:off x="6278800" y="593225"/>
            <a:ext cx="1215000" cy="1215000"/>
          </a:xfrm>
          <a:prstGeom prst="ellipse">
            <a:avLst/>
          </a:prstGeom>
          <a:noFill/>
          <a:ln>
            <a:noFill/>
          </a:ln>
        </p:spPr>
      </p:sp>
      <p:sp>
        <p:nvSpPr>
          <p:cNvPr id="243" name="Google Shape;243;p34"/>
          <p:cNvSpPr/>
          <p:nvPr>
            <p:ph idx="7" type="pic"/>
          </p:nvPr>
        </p:nvSpPr>
        <p:spPr>
          <a:xfrm>
            <a:off x="228613" y="1964250"/>
            <a:ext cx="1215000" cy="1215000"/>
          </a:xfrm>
          <a:prstGeom prst="ellipse">
            <a:avLst/>
          </a:prstGeom>
          <a:noFill/>
          <a:ln>
            <a:noFill/>
          </a:ln>
        </p:spPr>
      </p:sp>
      <p:sp>
        <p:nvSpPr>
          <p:cNvPr id="244" name="Google Shape;244;p34"/>
          <p:cNvSpPr/>
          <p:nvPr>
            <p:ph idx="8" type="pic"/>
          </p:nvPr>
        </p:nvSpPr>
        <p:spPr>
          <a:xfrm>
            <a:off x="1545425" y="1963950"/>
            <a:ext cx="2205000" cy="1215600"/>
          </a:xfrm>
          <a:prstGeom prst="roundRect">
            <a:avLst>
              <a:gd fmla="val 3655" name="adj"/>
            </a:avLst>
          </a:prstGeom>
          <a:noFill/>
          <a:ln>
            <a:noFill/>
          </a:ln>
        </p:spPr>
      </p:sp>
      <p:sp>
        <p:nvSpPr>
          <p:cNvPr id="245" name="Google Shape;245;p34"/>
          <p:cNvSpPr/>
          <p:nvPr>
            <p:ph idx="9" type="pic"/>
          </p:nvPr>
        </p:nvSpPr>
        <p:spPr>
          <a:xfrm>
            <a:off x="3932063" y="1963950"/>
            <a:ext cx="1135200" cy="1215600"/>
          </a:xfrm>
          <a:prstGeom prst="roundRect">
            <a:avLst>
              <a:gd fmla="val 3655" name="adj"/>
            </a:avLst>
          </a:prstGeom>
          <a:noFill/>
          <a:ln>
            <a:noFill/>
          </a:ln>
        </p:spPr>
      </p:sp>
      <p:sp>
        <p:nvSpPr>
          <p:cNvPr id="246" name="Google Shape;246;p34"/>
          <p:cNvSpPr/>
          <p:nvPr>
            <p:ph idx="13" type="pic"/>
          </p:nvPr>
        </p:nvSpPr>
        <p:spPr>
          <a:xfrm>
            <a:off x="5248888" y="1963950"/>
            <a:ext cx="2205000" cy="1215600"/>
          </a:xfrm>
          <a:prstGeom prst="roundRect">
            <a:avLst>
              <a:gd fmla="val 3655" name="adj"/>
            </a:avLst>
          </a:prstGeom>
          <a:noFill/>
          <a:ln>
            <a:noFill/>
          </a:ln>
        </p:spPr>
      </p:sp>
      <p:sp>
        <p:nvSpPr>
          <p:cNvPr id="247" name="Google Shape;247;p34"/>
          <p:cNvSpPr/>
          <p:nvPr>
            <p:ph idx="14" type="pic"/>
          </p:nvPr>
        </p:nvSpPr>
        <p:spPr>
          <a:xfrm>
            <a:off x="7555713" y="1964250"/>
            <a:ext cx="1215000" cy="1215000"/>
          </a:xfrm>
          <a:prstGeom prst="ellipse">
            <a:avLst/>
          </a:prstGeom>
          <a:noFill/>
          <a:ln>
            <a:noFill/>
          </a:ln>
        </p:spPr>
      </p:sp>
      <p:sp>
        <p:nvSpPr>
          <p:cNvPr id="248" name="Google Shape;248;p34"/>
          <p:cNvSpPr/>
          <p:nvPr>
            <p:ph idx="15" type="pic"/>
          </p:nvPr>
        </p:nvSpPr>
        <p:spPr>
          <a:xfrm>
            <a:off x="228625" y="3335275"/>
            <a:ext cx="2205000" cy="1215600"/>
          </a:xfrm>
          <a:prstGeom prst="roundRect">
            <a:avLst>
              <a:gd fmla="val 3655" name="adj"/>
            </a:avLst>
          </a:prstGeom>
          <a:noFill/>
          <a:ln>
            <a:noFill/>
          </a:ln>
        </p:spPr>
      </p:sp>
      <p:sp>
        <p:nvSpPr>
          <p:cNvPr id="249" name="Google Shape;249;p34"/>
          <p:cNvSpPr/>
          <p:nvPr>
            <p:ph idx="16" type="pic"/>
          </p:nvPr>
        </p:nvSpPr>
        <p:spPr>
          <a:xfrm>
            <a:off x="3931925" y="3335275"/>
            <a:ext cx="2205000" cy="1215600"/>
          </a:xfrm>
          <a:prstGeom prst="roundRect">
            <a:avLst>
              <a:gd fmla="val 3655" name="adj"/>
            </a:avLst>
          </a:prstGeom>
          <a:noFill/>
          <a:ln>
            <a:noFill/>
          </a:ln>
        </p:spPr>
      </p:sp>
      <p:sp>
        <p:nvSpPr>
          <p:cNvPr id="250" name="Google Shape;250;p34"/>
          <p:cNvSpPr/>
          <p:nvPr>
            <p:ph idx="17" type="pic"/>
          </p:nvPr>
        </p:nvSpPr>
        <p:spPr>
          <a:xfrm>
            <a:off x="7635600" y="3335275"/>
            <a:ext cx="1135200" cy="1215600"/>
          </a:xfrm>
          <a:prstGeom prst="roundRect">
            <a:avLst>
              <a:gd fmla="val 3655" name="adj"/>
            </a:avLst>
          </a:prstGeom>
          <a:noFill/>
          <a:ln>
            <a:noFill/>
          </a:ln>
        </p:spPr>
      </p:sp>
      <p:sp>
        <p:nvSpPr>
          <p:cNvPr id="251" name="Google Shape;251;p34"/>
          <p:cNvSpPr/>
          <p:nvPr>
            <p:ph idx="18" type="pic"/>
          </p:nvPr>
        </p:nvSpPr>
        <p:spPr>
          <a:xfrm>
            <a:off x="2575300" y="3335875"/>
            <a:ext cx="1215000" cy="1215000"/>
          </a:xfrm>
          <a:prstGeom prst="ellipse">
            <a:avLst/>
          </a:prstGeom>
          <a:noFill/>
          <a:ln>
            <a:noFill/>
          </a:ln>
        </p:spPr>
      </p:sp>
      <p:sp>
        <p:nvSpPr>
          <p:cNvPr id="252" name="Google Shape;252;p34"/>
          <p:cNvSpPr/>
          <p:nvPr>
            <p:ph idx="19" type="pic"/>
          </p:nvPr>
        </p:nvSpPr>
        <p:spPr>
          <a:xfrm>
            <a:off x="6278800" y="3335875"/>
            <a:ext cx="1215000" cy="1215000"/>
          </a:xfrm>
          <a:prstGeom prst="ellipse">
            <a:avLst/>
          </a:prstGeom>
          <a:noFill/>
          <a:ln>
            <a:noFill/>
          </a:ln>
        </p:spPr>
      </p:sp>
      <p:sp>
        <p:nvSpPr>
          <p:cNvPr id="253" name="Google Shape;253;p34"/>
          <p:cNvSpPr txBox="1"/>
          <p:nvPr/>
        </p:nvSpPr>
        <p:spPr>
          <a:xfrm>
            <a:off x="420872" y="203200"/>
            <a:ext cx="428700" cy="3936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sz="800">
                <a:solidFill>
                  <a:schemeClr val="lt2"/>
                </a:solidFill>
                <a:latin typeface="Inter Light"/>
                <a:ea typeface="Inter Light"/>
                <a:cs typeface="Inter Light"/>
                <a:sym typeface="Inter Light"/>
              </a:rPr>
              <a:t>‹#›</a:t>
            </a:fld>
            <a:endParaRPr sz="800">
              <a:solidFill>
                <a:schemeClr val="lt2"/>
              </a:solidFill>
              <a:latin typeface="Inter Light"/>
              <a:ea typeface="Inter Light"/>
              <a:cs typeface="Inter Light"/>
              <a:sym typeface="Inter Light"/>
            </a:endParaRPr>
          </a:p>
        </p:txBody>
      </p:sp>
      <p:cxnSp>
        <p:nvCxnSpPr>
          <p:cNvPr id="254" name="Google Shape;254;p34"/>
          <p:cNvCxnSpPr/>
          <p:nvPr/>
        </p:nvCxnSpPr>
        <p:spPr>
          <a:xfrm rot="10800000">
            <a:off x="560525" y="279400"/>
            <a:ext cx="149400" cy="0"/>
          </a:xfrm>
          <a:prstGeom prst="straightConnector1">
            <a:avLst/>
          </a:prstGeom>
          <a:noFill/>
          <a:ln cap="flat" cmpd="sng" w="9525">
            <a:solidFill>
              <a:schemeClr val="lt2"/>
            </a:solidFill>
            <a:prstDash val="solid"/>
            <a:round/>
            <a:headEnd len="med" w="med" type="none"/>
            <a:tailEnd len="med" w="med" type="none"/>
          </a:ln>
        </p:spPr>
      </p:cxnSp>
      <p:sp>
        <p:nvSpPr>
          <p:cNvPr id="255" name="Google Shape;255;p34"/>
          <p:cNvSpPr/>
          <p:nvPr/>
        </p:nvSpPr>
        <p:spPr>
          <a:xfrm>
            <a:off x="603475"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Inter"/>
                <a:ea typeface="Inter"/>
                <a:cs typeface="Inter"/>
                <a:sym typeface="Inter"/>
              </a:rPr>
              <a:t>Confidential</a:t>
            </a:r>
            <a:endParaRPr sz="700">
              <a:solidFill>
                <a:schemeClr val="lt2"/>
              </a:solidFill>
              <a:latin typeface="Inter"/>
              <a:ea typeface="Inter"/>
              <a:cs typeface="Inter"/>
              <a:sym typeface="Inter"/>
            </a:endParaRPr>
          </a:p>
        </p:txBody>
      </p:sp>
      <p:sp>
        <p:nvSpPr>
          <p:cNvPr id="256" name="Google Shape;256;p34"/>
          <p:cNvSpPr/>
          <p:nvPr/>
        </p:nvSpPr>
        <p:spPr>
          <a:xfrm>
            <a:off x="1644650" y="4749800"/>
            <a:ext cx="768000" cy="1905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700">
                <a:solidFill>
                  <a:schemeClr val="lt2"/>
                </a:solidFill>
                <a:latin typeface="Inter"/>
                <a:ea typeface="Inter"/>
                <a:cs typeface="Inter"/>
                <a:sym typeface="Inter"/>
              </a:rPr>
              <a:t>Copyright ©</a:t>
            </a:r>
            <a:endParaRPr sz="700">
              <a:solidFill>
                <a:schemeClr val="lt2"/>
              </a:solidFill>
              <a:latin typeface="Inter"/>
              <a:ea typeface="Inter"/>
              <a:cs typeface="Inter"/>
              <a:sym typeface="Inte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257" name="Shape 257"/>
        <p:cNvGrpSpPr/>
        <p:nvPr/>
      </p:nvGrpSpPr>
      <p:grpSpPr>
        <a:xfrm>
          <a:off x="0" y="0"/>
          <a:ext cx="0" cy="0"/>
          <a:chOff x="0" y="0"/>
          <a:chExt cx="0" cy="0"/>
        </a:xfrm>
      </p:grpSpPr>
      <p:sp>
        <p:nvSpPr>
          <p:cNvPr id="258" name="Google Shape;258;p3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3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260" name="Google Shape;26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61" name="Shape 261"/>
        <p:cNvGrpSpPr/>
        <p:nvPr/>
      </p:nvGrpSpPr>
      <p:grpSpPr>
        <a:xfrm>
          <a:off x="0" y="0"/>
          <a:ext cx="0" cy="0"/>
          <a:chOff x="0" y="0"/>
          <a:chExt cx="0" cy="0"/>
        </a:xfrm>
      </p:grpSpPr>
      <p:sp>
        <p:nvSpPr>
          <p:cNvPr id="262" name="Google Shape;262;p3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3" name="Google Shape;263;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264" name="Shape 264"/>
        <p:cNvGrpSpPr/>
        <p:nvPr/>
      </p:nvGrpSpPr>
      <p:grpSpPr>
        <a:xfrm>
          <a:off x="0" y="0"/>
          <a:ext cx="0" cy="0"/>
          <a:chOff x="0" y="0"/>
          <a:chExt cx="0" cy="0"/>
        </a:xfrm>
      </p:grpSpPr>
      <p:sp>
        <p:nvSpPr>
          <p:cNvPr id="265" name="Google Shape;265;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66" name="Google Shape;266;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7" name="Google Shape;26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68" name="Shape 268"/>
        <p:cNvGrpSpPr/>
        <p:nvPr/>
      </p:nvGrpSpPr>
      <p:grpSpPr>
        <a:xfrm>
          <a:off x="0" y="0"/>
          <a:ext cx="0" cy="0"/>
          <a:chOff x="0" y="0"/>
          <a:chExt cx="0" cy="0"/>
        </a:xfrm>
      </p:grpSpPr>
      <p:sp>
        <p:nvSpPr>
          <p:cNvPr id="269" name="Google Shape;269;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0" name="Google Shape;270;p3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1" name="Google Shape;271;p3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2" name="Google Shape;27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73" name="Shape 273"/>
        <p:cNvGrpSpPr/>
        <p:nvPr/>
      </p:nvGrpSpPr>
      <p:grpSpPr>
        <a:xfrm>
          <a:off x="0" y="0"/>
          <a:ext cx="0" cy="0"/>
          <a:chOff x="0" y="0"/>
          <a:chExt cx="0" cy="0"/>
        </a:xfrm>
      </p:grpSpPr>
      <p:sp>
        <p:nvSpPr>
          <p:cNvPr id="274" name="Google Shape;274;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5" name="Google Shape;275;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76" name="Shape 276"/>
        <p:cNvGrpSpPr/>
        <p:nvPr/>
      </p:nvGrpSpPr>
      <p:grpSpPr>
        <a:xfrm>
          <a:off x="0" y="0"/>
          <a:ext cx="0" cy="0"/>
          <a:chOff x="0" y="0"/>
          <a:chExt cx="0" cy="0"/>
        </a:xfrm>
      </p:grpSpPr>
      <p:sp>
        <p:nvSpPr>
          <p:cNvPr id="277" name="Google Shape;277;p4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8" name="Google Shape;278;p4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9" name="Google Shape;27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80" name="Shape 280"/>
        <p:cNvGrpSpPr/>
        <p:nvPr/>
      </p:nvGrpSpPr>
      <p:grpSpPr>
        <a:xfrm>
          <a:off x="0" y="0"/>
          <a:ext cx="0" cy="0"/>
          <a:chOff x="0" y="0"/>
          <a:chExt cx="0" cy="0"/>
        </a:xfrm>
      </p:grpSpPr>
      <p:sp>
        <p:nvSpPr>
          <p:cNvPr id="281" name="Google Shape;281;p4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82" name="Google Shape;282;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1">
    <p:spTree>
      <p:nvGrpSpPr>
        <p:cNvPr id="283" name="Shape 283"/>
        <p:cNvGrpSpPr/>
        <p:nvPr/>
      </p:nvGrpSpPr>
      <p:grpSpPr>
        <a:xfrm>
          <a:off x="0" y="0"/>
          <a:ext cx="0" cy="0"/>
          <a:chOff x="0" y="0"/>
          <a:chExt cx="0" cy="0"/>
        </a:xfrm>
      </p:grpSpPr>
      <p:sp>
        <p:nvSpPr>
          <p:cNvPr id="284" name="Google Shape;284;p4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286" name="Google Shape;286;p4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87" name="Google Shape;287;p4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8" name="Google Shape;288;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289" name="Shape 289"/>
        <p:cNvGrpSpPr/>
        <p:nvPr/>
      </p:nvGrpSpPr>
      <p:grpSpPr>
        <a:xfrm>
          <a:off x="0" y="0"/>
          <a:ext cx="0" cy="0"/>
          <a:chOff x="0" y="0"/>
          <a:chExt cx="0" cy="0"/>
        </a:xfrm>
      </p:grpSpPr>
      <p:sp>
        <p:nvSpPr>
          <p:cNvPr id="290" name="Google Shape;290;p4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
        <p:nvSpPr>
          <p:cNvPr id="291" name="Google Shape;291;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292" name="Shape 292"/>
        <p:cNvGrpSpPr/>
        <p:nvPr/>
      </p:nvGrpSpPr>
      <p:grpSpPr>
        <a:xfrm>
          <a:off x="0" y="0"/>
          <a:ext cx="0" cy="0"/>
          <a:chOff x="0" y="0"/>
          <a:chExt cx="0" cy="0"/>
        </a:xfrm>
      </p:grpSpPr>
      <p:sp>
        <p:nvSpPr>
          <p:cNvPr id="293" name="Google Shape;293;p4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94" name="Google Shape;294;p4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295" name="Google Shape;295;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
  <p:cSld name="BLANK_1">
    <p:spTree>
      <p:nvGrpSpPr>
        <p:cNvPr id="296" name="Shape 296"/>
        <p:cNvGrpSpPr/>
        <p:nvPr/>
      </p:nvGrpSpPr>
      <p:grpSpPr>
        <a:xfrm>
          <a:off x="0" y="0"/>
          <a:ext cx="0" cy="0"/>
          <a:chOff x="0" y="0"/>
          <a:chExt cx="0" cy="0"/>
        </a:xfrm>
      </p:grpSpPr>
      <p:sp>
        <p:nvSpPr>
          <p:cNvPr id="297" name="Google Shape;29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298" name="Shape 298"/>
        <p:cNvGrpSpPr/>
        <p:nvPr/>
      </p:nvGrpSpPr>
      <p:grpSpPr>
        <a:xfrm>
          <a:off x="0" y="0"/>
          <a:ext cx="0" cy="0"/>
          <a:chOff x="0" y="0"/>
          <a:chExt cx="0" cy="0"/>
        </a:xfrm>
      </p:grpSpPr>
      <p:sp>
        <p:nvSpPr>
          <p:cNvPr id="299" name="Google Shape;299;p46"/>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00" name="Google Shape;30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1" name="Google Shape;301;p46"/>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2" name="Google Shape;302;p46"/>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46"/>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4" name="Google Shape;304;p46"/>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5" name="Google Shape;305;p46"/>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6" name="Google Shape;306;p46"/>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307" name="Shape 307"/>
        <p:cNvGrpSpPr/>
        <p:nvPr/>
      </p:nvGrpSpPr>
      <p:grpSpPr>
        <a:xfrm>
          <a:off x="0" y="0"/>
          <a:ext cx="0" cy="0"/>
          <a:chOff x="0" y="0"/>
          <a:chExt cx="0" cy="0"/>
        </a:xfrm>
      </p:grpSpPr>
      <p:sp>
        <p:nvSpPr>
          <p:cNvPr id="308" name="Google Shape;308;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09" name="Google Shape;309;p47"/>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0" name="Google Shape;310;p47"/>
          <p:cNvSpPr/>
          <p:nvPr>
            <p:ph idx="2" type="pic"/>
          </p:nvPr>
        </p:nvSpPr>
        <p:spPr>
          <a:xfrm>
            <a:off x="4992024" y="1152775"/>
            <a:ext cx="3840300" cy="3416400"/>
          </a:xfrm>
          <a:prstGeom prst="rect">
            <a:avLst/>
          </a:prstGeom>
          <a:noFill/>
          <a:ln>
            <a:noFill/>
          </a:ln>
        </p:spPr>
      </p:sp>
      <p:sp>
        <p:nvSpPr>
          <p:cNvPr id="311" name="Google Shape;311;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2">
    <p:spTree>
      <p:nvGrpSpPr>
        <p:cNvPr id="312" name="Shape 312"/>
        <p:cNvGrpSpPr/>
        <p:nvPr/>
      </p:nvGrpSpPr>
      <p:grpSpPr>
        <a:xfrm>
          <a:off x="0" y="0"/>
          <a:ext cx="0" cy="0"/>
          <a:chOff x="0" y="0"/>
          <a:chExt cx="0" cy="0"/>
        </a:xfrm>
      </p:grpSpPr>
      <p:sp>
        <p:nvSpPr>
          <p:cNvPr id="313" name="Google Shape;31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4" name="Google Shape;314;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5" name="Google Shape;315;p48"/>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8"/>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8"/>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8" name="Google Shape;318;p48"/>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19" name="Shape 319"/>
        <p:cNvGrpSpPr/>
        <p:nvPr/>
      </p:nvGrpSpPr>
      <p:grpSpPr>
        <a:xfrm>
          <a:off x="0" y="0"/>
          <a:ext cx="0" cy="0"/>
          <a:chOff x="0" y="0"/>
          <a:chExt cx="0" cy="0"/>
        </a:xfrm>
      </p:grpSpPr>
      <p:sp>
        <p:nvSpPr>
          <p:cNvPr id="320" name="Google Shape;320;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49"/>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2" name="Google Shape;322;p49"/>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3" name="Google Shape;323;p49"/>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4" name="Google Shape;324;p4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25" name="Google Shape;325;p49"/>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49"/>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49"/>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328" name="Shape 328"/>
        <p:cNvGrpSpPr/>
        <p:nvPr/>
      </p:nvGrpSpPr>
      <p:grpSpPr>
        <a:xfrm>
          <a:off x="0" y="0"/>
          <a:ext cx="0" cy="0"/>
          <a:chOff x="0" y="0"/>
          <a:chExt cx="0" cy="0"/>
        </a:xfrm>
      </p:grpSpPr>
      <p:sp>
        <p:nvSpPr>
          <p:cNvPr id="329" name="Google Shape;32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0" name="Google Shape;330;p50"/>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1" name="Google Shape;331;p50"/>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2" name="Google Shape;332;p50"/>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3" name="Google Shape;333;p50"/>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4" name="Google Shape;334;p50"/>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5" name="Google Shape;335;p50"/>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6" name="Google Shape;336;p50"/>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7" name="Google Shape;337;p50"/>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8" name="Google Shape;338;p50"/>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339" name="Shape 339"/>
        <p:cNvGrpSpPr/>
        <p:nvPr/>
      </p:nvGrpSpPr>
      <p:grpSpPr>
        <a:xfrm>
          <a:off x="0" y="0"/>
          <a:ext cx="0" cy="0"/>
          <a:chOff x="0" y="0"/>
          <a:chExt cx="0" cy="0"/>
        </a:xfrm>
      </p:grpSpPr>
      <p:sp>
        <p:nvSpPr>
          <p:cNvPr id="340" name="Google Shape;340;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41" name="Google Shape;34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5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343" name="Shape 343"/>
        <p:cNvGrpSpPr/>
        <p:nvPr/>
      </p:nvGrpSpPr>
      <p:grpSpPr>
        <a:xfrm>
          <a:off x="0" y="0"/>
          <a:ext cx="0" cy="0"/>
          <a:chOff x="0" y="0"/>
          <a:chExt cx="0" cy="0"/>
        </a:xfrm>
      </p:grpSpPr>
      <p:sp>
        <p:nvSpPr>
          <p:cNvPr id="344" name="Google Shape;344;p52"/>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52"/>
          <p:cNvSpPr/>
          <p:nvPr>
            <p:ph idx="2" type="pic"/>
          </p:nvPr>
        </p:nvSpPr>
        <p:spPr>
          <a:xfrm>
            <a:off x="4804825" y="1133300"/>
            <a:ext cx="4027500" cy="2392800"/>
          </a:xfrm>
          <a:prstGeom prst="rect">
            <a:avLst/>
          </a:prstGeom>
          <a:noFill/>
          <a:ln>
            <a:noFill/>
          </a:ln>
        </p:spPr>
      </p:sp>
      <p:sp>
        <p:nvSpPr>
          <p:cNvPr id="346" name="Google Shape;346;p52"/>
          <p:cNvSpPr/>
          <p:nvPr>
            <p:ph idx="3" type="pic"/>
          </p:nvPr>
        </p:nvSpPr>
        <p:spPr>
          <a:xfrm>
            <a:off x="311725" y="1133300"/>
            <a:ext cx="4027500" cy="2392800"/>
          </a:xfrm>
          <a:prstGeom prst="rect">
            <a:avLst/>
          </a:prstGeom>
          <a:noFill/>
          <a:ln>
            <a:noFill/>
          </a:ln>
        </p:spPr>
      </p:sp>
      <p:sp>
        <p:nvSpPr>
          <p:cNvPr id="347" name="Google Shape;347;p52"/>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8" name="Google Shape;34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9" name="Google Shape;349;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50" name="Google Shape;350;p52"/>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51" name="Google Shape;351;p52"/>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352" name="Shape 352"/>
        <p:cNvGrpSpPr/>
        <p:nvPr/>
      </p:nvGrpSpPr>
      <p:grpSpPr>
        <a:xfrm>
          <a:off x="0" y="0"/>
          <a:ext cx="0" cy="0"/>
          <a:chOff x="0" y="0"/>
          <a:chExt cx="0" cy="0"/>
        </a:xfrm>
      </p:grpSpPr>
      <p:sp>
        <p:nvSpPr>
          <p:cNvPr id="353" name="Google Shape;353;p53"/>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4" name="Google Shape;354;p53"/>
          <p:cNvSpPr/>
          <p:nvPr>
            <p:ph idx="2" type="pic"/>
          </p:nvPr>
        </p:nvSpPr>
        <p:spPr>
          <a:xfrm>
            <a:off x="6205225" y="1128325"/>
            <a:ext cx="2627100" cy="2273100"/>
          </a:xfrm>
          <a:prstGeom prst="rect">
            <a:avLst/>
          </a:prstGeom>
          <a:noFill/>
          <a:ln>
            <a:noFill/>
          </a:ln>
        </p:spPr>
      </p:sp>
      <p:sp>
        <p:nvSpPr>
          <p:cNvPr id="355" name="Google Shape;355;p53"/>
          <p:cNvSpPr/>
          <p:nvPr>
            <p:ph idx="3" type="pic"/>
          </p:nvPr>
        </p:nvSpPr>
        <p:spPr>
          <a:xfrm>
            <a:off x="311725" y="1128325"/>
            <a:ext cx="2627100" cy="2273100"/>
          </a:xfrm>
          <a:prstGeom prst="rect">
            <a:avLst/>
          </a:prstGeom>
          <a:noFill/>
          <a:ln>
            <a:noFill/>
          </a:ln>
        </p:spPr>
      </p:sp>
      <p:sp>
        <p:nvSpPr>
          <p:cNvPr id="356" name="Google Shape;356;p53"/>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7" name="Google Shape;357;p53"/>
          <p:cNvSpPr/>
          <p:nvPr>
            <p:ph idx="5" type="pic"/>
          </p:nvPr>
        </p:nvSpPr>
        <p:spPr>
          <a:xfrm>
            <a:off x="3255250" y="1128325"/>
            <a:ext cx="2627100" cy="2273100"/>
          </a:xfrm>
          <a:prstGeom prst="rect">
            <a:avLst/>
          </a:prstGeom>
          <a:noFill/>
          <a:ln>
            <a:noFill/>
          </a:ln>
        </p:spPr>
      </p:sp>
      <p:sp>
        <p:nvSpPr>
          <p:cNvPr id="358" name="Google Shape;358;p53"/>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60" name="Google Shape;360;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61" name="Google Shape;361;p53"/>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62" name="Google Shape;362;p53"/>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63" name="Google Shape;363;p53"/>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364" name="Shape 364"/>
        <p:cNvGrpSpPr/>
        <p:nvPr/>
      </p:nvGrpSpPr>
      <p:grpSpPr>
        <a:xfrm>
          <a:off x="0" y="0"/>
          <a:ext cx="0" cy="0"/>
          <a:chOff x="0" y="0"/>
          <a:chExt cx="0" cy="0"/>
        </a:xfrm>
      </p:grpSpPr>
      <p:sp>
        <p:nvSpPr>
          <p:cNvPr id="365" name="Google Shape;365;p54"/>
          <p:cNvSpPr/>
          <p:nvPr>
            <p:ph idx="2" type="pic"/>
          </p:nvPr>
        </p:nvSpPr>
        <p:spPr>
          <a:xfrm>
            <a:off x="311700" y="445025"/>
            <a:ext cx="8520600" cy="4218300"/>
          </a:xfrm>
          <a:prstGeom prst="rect">
            <a:avLst/>
          </a:prstGeom>
          <a:noFill/>
          <a:ln>
            <a:noFill/>
          </a:ln>
        </p:spPr>
      </p:sp>
      <p:sp>
        <p:nvSpPr>
          <p:cNvPr id="366" name="Google Shape;366;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367" name="Shape 367"/>
        <p:cNvGrpSpPr/>
        <p:nvPr/>
      </p:nvGrpSpPr>
      <p:grpSpPr>
        <a:xfrm>
          <a:off x="0" y="0"/>
          <a:ext cx="0" cy="0"/>
          <a:chOff x="0" y="0"/>
          <a:chExt cx="0" cy="0"/>
        </a:xfrm>
      </p:grpSpPr>
      <p:sp>
        <p:nvSpPr>
          <p:cNvPr id="368" name="Google Shape;36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69" name="Google Shape;369;p55"/>
          <p:cNvSpPr/>
          <p:nvPr>
            <p:ph idx="2" type="pic"/>
          </p:nvPr>
        </p:nvSpPr>
        <p:spPr>
          <a:xfrm>
            <a:off x="3389600" y="118913"/>
            <a:ext cx="1643700" cy="1535100"/>
          </a:xfrm>
          <a:prstGeom prst="rect">
            <a:avLst/>
          </a:prstGeom>
          <a:noFill/>
          <a:ln>
            <a:noFill/>
          </a:ln>
        </p:spPr>
      </p:sp>
      <p:sp>
        <p:nvSpPr>
          <p:cNvPr id="370" name="Google Shape;370;p55"/>
          <p:cNvSpPr/>
          <p:nvPr>
            <p:ph idx="3" type="pic"/>
          </p:nvPr>
        </p:nvSpPr>
        <p:spPr>
          <a:xfrm>
            <a:off x="5195935" y="118913"/>
            <a:ext cx="1643700" cy="1535100"/>
          </a:xfrm>
          <a:prstGeom prst="rect">
            <a:avLst/>
          </a:prstGeom>
          <a:noFill/>
          <a:ln>
            <a:noFill/>
          </a:ln>
        </p:spPr>
      </p:sp>
      <p:sp>
        <p:nvSpPr>
          <p:cNvPr id="371" name="Google Shape;371;p55"/>
          <p:cNvSpPr/>
          <p:nvPr>
            <p:ph idx="4" type="pic"/>
          </p:nvPr>
        </p:nvSpPr>
        <p:spPr>
          <a:xfrm>
            <a:off x="7002270" y="118913"/>
            <a:ext cx="1643700" cy="1535100"/>
          </a:xfrm>
          <a:prstGeom prst="rect">
            <a:avLst/>
          </a:prstGeom>
          <a:noFill/>
          <a:ln>
            <a:noFill/>
          </a:ln>
        </p:spPr>
      </p:sp>
      <p:sp>
        <p:nvSpPr>
          <p:cNvPr id="372" name="Google Shape;372;p55"/>
          <p:cNvSpPr/>
          <p:nvPr>
            <p:ph idx="5" type="pic"/>
          </p:nvPr>
        </p:nvSpPr>
        <p:spPr>
          <a:xfrm>
            <a:off x="3389588" y="1804212"/>
            <a:ext cx="1643700" cy="1535100"/>
          </a:xfrm>
          <a:prstGeom prst="rect">
            <a:avLst/>
          </a:prstGeom>
          <a:noFill/>
          <a:ln>
            <a:noFill/>
          </a:ln>
        </p:spPr>
      </p:sp>
      <p:sp>
        <p:nvSpPr>
          <p:cNvPr id="373" name="Google Shape;373;p55"/>
          <p:cNvSpPr/>
          <p:nvPr>
            <p:ph idx="6" type="pic"/>
          </p:nvPr>
        </p:nvSpPr>
        <p:spPr>
          <a:xfrm>
            <a:off x="5195922" y="1804212"/>
            <a:ext cx="1643700" cy="1535100"/>
          </a:xfrm>
          <a:prstGeom prst="rect">
            <a:avLst/>
          </a:prstGeom>
          <a:noFill/>
          <a:ln>
            <a:noFill/>
          </a:ln>
        </p:spPr>
      </p:sp>
      <p:sp>
        <p:nvSpPr>
          <p:cNvPr id="374" name="Google Shape;374;p55"/>
          <p:cNvSpPr/>
          <p:nvPr>
            <p:ph idx="7" type="pic"/>
          </p:nvPr>
        </p:nvSpPr>
        <p:spPr>
          <a:xfrm>
            <a:off x="7002257" y="1804212"/>
            <a:ext cx="1643700" cy="1535100"/>
          </a:xfrm>
          <a:prstGeom prst="rect">
            <a:avLst/>
          </a:prstGeom>
          <a:noFill/>
          <a:ln>
            <a:noFill/>
          </a:ln>
        </p:spPr>
      </p:sp>
      <p:sp>
        <p:nvSpPr>
          <p:cNvPr id="375" name="Google Shape;375;p55"/>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76" name="Google Shape;376;p55"/>
          <p:cNvSpPr/>
          <p:nvPr>
            <p:ph idx="8" type="pic"/>
          </p:nvPr>
        </p:nvSpPr>
        <p:spPr>
          <a:xfrm>
            <a:off x="3389588" y="3489487"/>
            <a:ext cx="1643700" cy="1535100"/>
          </a:xfrm>
          <a:prstGeom prst="rect">
            <a:avLst/>
          </a:prstGeom>
          <a:noFill/>
          <a:ln>
            <a:noFill/>
          </a:ln>
        </p:spPr>
      </p:sp>
      <p:sp>
        <p:nvSpPr>
          <p:cNvPr id="377" name="Google Shape;377;p55"/>
          <p:cNvSpPr/>
          <p:nvPr>
            <p:ph idx="9" type="pic"/>
          </p:nvPr>
        </p:nvSpPr>
        <p:spPr>
          <a:xfrm>
            <a:off x="5195922" y="3489487"/>
            <a:ext cx="1643700" cy="1535100"/>
          </a:xfrm>
          <a:prstGeom prst="rect">
            <a:avLst/>
          </a:prstGeom>
          <a:noFill/>
          <a:ln>
            <a:noFill/>
          </a:ln>
        </p:spPr>
      </p:sp>
      <p:sp>
        <p:nvSpPr>
          <p:cNvPr id="378" name="Google Shape;378;p5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With Image)" type="title">
  <p:cSld name="TITLE">
    <p:bg>
      <p:bgPr>
        <a:solidFill>
          <a:srgbClr val="FFF5DC"/>
        </a:solidFill>
      </p:bgPr>
    </p:bg>
    <p:spTree>
      <p:nvGrpSpPr>
        <p:cNvPr id="383" name="Shape 383"/>
        <p:cNvGrpSpPr/>
        <p:nvPr/>
      </p:nvGrpSpPr>
      <p:grpSpPr>
        <a:xfrm>
          <a:off x="0" y="0"/>
          <a:ext cx="0" cy="0"/>
          <a:chOff x="0" y="0"/>
          <a:chExt cx="0" cy="0"/>
        </a:xfrm>
      </p:grpSpPr>
      <p:sp>
        <p:nvSpPr>
          <p:cNvPr id="384" name="Google Shape;384;p57"/>
          <p:cNvSpPr txBox="1"/>
          <p:nvPr>
            <p:ph type="ctrTitle"/>
          </p:nvPr>
        </p:nvSpPr>
        <p:spPr>
          <a:xfrm>
            <a:off x="274500" y="1945725"/>
            <a:ext cx="3585300" cy="1860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rgbClr val="222F3E"/>
              </a:buClr>
              <a:buSzPts val="4500"/>
              <a:buNone/>
              <a:defRPr sz="4500">
                <a:solidFill>
                  <a:srgbClr val="222F3E"/>
                </a:solidFill>
              </a:defRPr>
            </a:lvl1pPr>
            <a:lvl2pPr lvl="1">
              <a:lnSpc>
                <a:spcPct val="80000"/>
              </a:lnSpc>
              <a:spcBef>
                <a:spcPts val="0"/>
              </a:spcBef>
              <a:spcAft>
                <a:spcPts val="0"/>
              </a:spcAft>
              <a:buClr>
                <a:srgbClr val="222F3E"/>
              </a:buClr>
              <a:buSzPts val="4500"/>
              <a:buNone/>
              <a:defRPr sz="4500">
                <a:solidFill>
                  <a:srgbClr val="222F3E"/>
                </a:solidFill>
              </a:defRPr>
            </a:lvl2pPr>
            <a:lvl3pPr lvl="2">
              <a:lnSpc>
                <a:spcPct val="80000"/>
              </a:lnSpc>
              <a:spcBef>
                <a:spcPts val="0"/>
              </a:spcBef>
              <a:spcAft>
                <a:spcPts val="0"/>
              </a:spcAft>
              <a:buClr>
                <a:srgbClr val="222F3E"/>
              </a:buClr>
              <a:buSzPts val="4500"/>
              <a:buNone/>
              <a:defRPr sz="4500">
                <a:solidFill>
                  <a:srgbClr val="222F3E"/>
                </a:solidFill>
              </a:defRPr>
            </a:lvl3pPr>
            <a:lvl4pPr lvl="3">
              <a:lnSpc>
                <a:spcPct val="80000"/>
              </a:lnSpc>
              <a:spcBef>
                <a:spcPts val="0"/>
              </a:spcBef>
              <a:spcAft>
                <a:spcPts val="0"/>
              </a:spcAft>
              <a:buClr>
                <a:srgbClr val="222F3E"/>
              </a:buClr>
              <a:buSzPts val="4500"/>
              <a:buNone/>
              <a:defRPr sz="4500">
                <a:solidFill>
                  <a:srgbClr val="222F3E"/>
                </a:solidFill>
              </a:defRPr>
            </a:lvl4pPr>
            <a:lvl5pPr lvl="4">
              <a:lnSpc>
                <a:spcPct val="80000"/>
              </a:lnSpc>
              <a:spcBef>
                <a:spcPts val="0"/>
              </a:spcBef>
              <a:spcAft>
                <a:spcPts val="0"/>
              </a:spcAft>
              <a:buClr>
                <a:srgbClr val="222F3E"/>
              </a:buClr>
              <a:buSzPts val="4500"/>
              <a:buNone/>
              <a:defRPr sz="4500">
                <a:solidFill>
                  <a:srgbClr val="222F3E"/>
                </a:solidFill>
              </a:defRPr>
            </a:lvl5pPr>
            <a:lvl6pPr lvl="5">
              <a:lnSpc>
                <a:spcPct val="80000"/>
              </a:lnSpc>
              <a:spcBef>
                <a:spcPts val="0"/>
              </a:spcBef>
              <a:spcAft>
                <a:spcPts val="0"/>
              </a:spcAft>
              <a:buClr>
                <a:srgbClr val="222F3E"/>
              </a:buClr>
              <a:buSzPts val="4500"/>
              <a:buNone/>
              <a:defRPr sz="4500">
                <a:solidFill>
                  <a:srgbClr val="222F3E"/>
                </a:solidFill>
              </a:defRPr>
            </a:lvl6pPr>
            <a:lvl7pPr lvl="6">
              <a:lnSpc>
                <a:spcPct val="80000"/>
              </a:lnSpc>
              <a:spcBef>
                <a:spcPts val="0"/>
              </a:spcBef>
              <a:spcAft>
                <a:spcPts val="0"/>
              </a:spcAft>
              <a:buClr>
                <a:srgbClr val="222F3E"/>
              </a:buClr>
              <a:buSzPts val="4500"/>
              <a:buNone/>
              <a:defRPr sz="4500">
                <a:solidFill>
                  <a:srgbClr val="222F3E"/>
                </a:solidFill>
              </a:defRPr>
            </a:lvl7pPr>
            <a:lvl8pPr lvl="7">
              <a:lnSpc>
                <a:spcPct val="80000"/>
              </a:lnSpc>
              <a:spcBef>
                <a:spcPts val="0"/>
              </a:spcBef>
              <a:spcAft>
                <a:spcPts val="0"/>
              </a:spcAft>
              <a:buClr>
                <a:srgbClr val="222F3E"/>
              </a:buClr>
              <a:buSzPts val="4500"/>
              <a:buNone/>
              <a:defRPr sz="4500">
                <a:solidFill>
                  <a:srgbClr val="222F3E"/>
                </a:solidFill>
              </a:defRPr>
            </a:lvl8pPr>
            <a:lvl9pPr lvl="8">
              <a:lnSpc>
                <a:spcPct val="80000"/>
              </a:lnSpc>
              <a:spcBef>
                <a:spcPts val="0"/>
              </a:spcBef>
              <a:spcAft>
                <a:spcPts val="0"/>
              </a:spcAft>
              <a:buClr>
                <a:srgbClr val="222F3E"/>
              </a:buClr>
              <a:buSzPts val="4500"/>
              <a:buNone/>
              <a:defRPr sz="4500">
                <a:solidFill>
                  <a:srgbClr val="222F3E"/>
                </a:solidFill>
              </a:defRPr>
            </a:lvl9pPr>
          </a:lstStyle>
          <a:p/>
        </p:txBody>
      </p:sp>
      <p:sp>
        <p:nvSpPr>
          <p:cNvPr id="385" name="Google Shape;385;p57"/>
          <p:cNvSpPr txBox="1"/>
          <p:nvPr>
            <p:ph idx="1" type="subTitle"/>
          </p:nvPr>
        </p:nvSpPr>
        <p:spPr>
          <a:xfrm>
            <a:off x="274503" y="1468675"/>
            <a:ext cx="3697200" cy="439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222F3E"/>
              </a:buClr>
              <a:buSzPts val="1300"/>
              <a:buNone/>
              <a:defRPr sz="1300">
                <a:solidFill>
                  <a:srgbClr val="222F3E"/>
                </a:solidFill>
              </a:defRPr>
            </a:lvl1pPr>
            <a:lvl2pPr lvl="1">
              <a:lnSpc>
                <a:spcPct val="100000"/>
              </a:lnSpc>
              <a:spcBef>
                <a:spcPts val="0"/>
              </a:spcBef>
              <a:spcAft>
                <a:spcPts val="0"/>
              </a:spcAft>
              <a:buClr>
                <a:srgbClr val="222F3E"/>
              </a:buClr>
              <a:buSzPts val="1300"/>
              <a:buNone/>
              <a:defRPr sz="1300">
                <a:solidFill>
                  <a:srgbClr val="222F3E"/>
                </a:solidFill>
              </a:defRPr>
            </a:lvl2pPr>
            <a:lvl3pPr lvl="2">
              <a:lnSpc>
                <a:spcPct val="100000"/>
              </a:lnSpc>
              <a:spcBef>
                <a:spcPts val="0"/>
              </a:spcBef>
              <a:spcAft>
                <a:spcPts val="0"/>
              </a:spcAft>
              <a:buClr>
                <a:srgbClr val="222F3E"/>
              </a:buClr>
              <a:buSzPts val="1300"/>
              <a:buNone/>
              <a:defRPr sz="1300">
                <a:solidFill>
                  <a:srgbClr val="222F3E"/>
                </a:solidFill>
              </a:defRPr>
            </a:lvl3pPr>
            <a:lvl4pPr lvl="3">
              <a:lnSpc>
                <a:spcPct val="100000"/>
              </a:lnSpc>
              <a:spcBef>
                <a:spcPts val="0"/>
              </a:spcBef>
              <a:spcAft>
                <a:spcPts val="0"/>
              </a:spcAft>
              <a:buClr>
                <a:srgbClr val="222F3E"/>
              </a:buClr>
              <a:buSzPts val="1300"/>
              <a:buNone/>
              <a:defRPr sz="1300">
                <a:solidFill>
                  <a:srgbClr val="222F3E"/>
                </a:solidFill>
              </a:defRPr>
            </a:lvl4pPr>
            <a:lvl5pPr lvl="4">
              <a:lnSpc>
                <a:spcPct val="100000"/>
              </a:lnSpc>
              <a:spcBef>
                <a:spcPts val="0"/>
              </a:spcBef>
              <a:spcAft>
                <a:spcPts val="0"/>
              </a:spcAft>
              <a:buClr>
                <a:srgbClr val="222F3E"/>
              </a:buClr>
              <a:buSzPts val="1300"/>
              <a:buNone/>
              <a:defRPr sz="1300">
                <a:solidFill>
                  <a:srgbClr val="222F3E"/>
                </a:solidFill>
              </a:defRPr>
            </a:lvl5pPr>
            <a:lvl6pPr lvl="5">
              <a:lnSpc>
                <a:spcPct val="100000"/>
              </a:lnSpc>
              <a:spcBef>
                <a:spcPts val="0"/>
              </a:spcBef>
              <a:spcAft>
                <a:spcPts val="0"/>
              </a:spcAft>
              <a:buClr>
                <a:srgbClr val="222F3E"/>
              </a:buClr>
              <a:buSzPts val="1300"/>
              <a:buNone/>
              <a:defRPr sz="1300">
                <a:solidFill>
                  <a:srgbClr val="222F3E"/>
                </a:solidFill>
              </a:defRPr>
            </a:lvl6pPr>
            <a:lvl7pPr lvl="6">
              <a:lnSpc>
                <a:spcPct val="100000"/>
              </a:lnSpc>
              <a:spcBef>
                <a:spcPts val="0"/>
              </a:spcBef>
              <a:spcAft>
                <a:spcPts val="0"/>
              </a:spcAft>
              <a:buClr>
                <a:srgbClr val="222F3E"/>
              </a:buClr>
              <a:buSzPts val="1300"/>
              <a:buNone/>
              <a:defRPr sz="1300">
                <a:solidFill>
                  <a:srgbClr val="222F3E"/>
                </a:solidFill>
              </a:defRPr>
            </a:lvl7pPr>
            <a:lvl8pPr lvl="7">
              <a:lnSpc>
                <a:spcPct val="100000"/>
              </a:lnSpc>
              <a:spcBef>
                <a:spcPts val="0"/>
              </a:spcBef>
              <a:spcAft>
                <a:spcPts val="0"/>
              </a:spcAft>
              <a:buClr>
                <a:srgbClr val="222F3E"/>
              </a:buClr>
              <a:buSzPts val="1300"/>
              <a:buNone/>
              <a:defRPr sz="1300">
                <a:solidFill>
                  <a:srgbClr val="222F3E"/>
                </a:solidFill>
              </a:defRPr>
            </a:lvl8pPr>
            <a:lvl9pPr lvl="8">
              <a:lnSpc>
                <a:spcPct val="100000"/>
              </a:lnSpc>
              <a:spcBef>
                <a:spcPts val="0"/>
              </a:spcBef>
              <a:spcAft>
                <a:spcPts val="0"/>
              </a:spcAft>
              <a:buClr>
                <a:srgbClr val="222F3E"/>
              </a:buClr>
              <a:buSzPts val="1300"/>
              <a:buNone/>
              <a:defRPr sz="1300">
                <a:solidFill>
                  <a:srgbClr val="222F3E"/>
                </a:solidFill>
              </a:defRPr>
            </a:lvl9pPr>
          </a:lstStyle>
          <a:p/>
        </p:txBody>
      </p:sp>
      <p:sp>
        <p:nvSpPr>
          <p:cNvPr id="386" name="Google Shape;386;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57"/>
          <p:cNvSpPr/>
          <p:nvPr>
            <p:ph idx="2" type="pic"/>
          </p:nvPr>
        </p:nvSpPr>
        <p:spPr>
          <a:xfrm>
            <a:off x="3980875" y="0"/>
            <a:ext cx="5152800" cy="5152800"/>
          </a:xfrm>
          <a:prstGeom prst="rect">
            <a:avLst/>
          </a:prstGeom>
          <a:noFill/>
          <a:ln>
            <a:noFill/>
          </a:ln>
        </p:spPr>
      </p:sp>
      <p:pic>
        <p:nvPicPr>
          <p:cNvPr id="388" name="Google Shape;388;p57" title="NOVI Brand Logo.png"/>
          <p:cNvPicPr preferRelativeResize="0"/>
          <p:nvPr/>
        </p:nvPicPr>
        <p:blipFill>
          <a:blip r:embed="rId2">
            <a:alphaModFix/>
          </a:blip>
          <a:stretch>
            <a:fillRect/>
          </a:stretch>
        </p:blipFill>
        <p:spPr>
          <a:xfrm>
            <a:off x="2925327" y="4626027"/>
            <a:ext cx="593373" cy="225700"/>
          </a:xfrm>
          <a:prstGeom prst="rect">
            <a:avLst/>
          </a:prstGeom>
          <a:noFill/>
          <a:ln>
            <a:noFill/>
          </a:ln>
        </p:spPr>
      </p:pic>
      <p:sp>
        <p:nvSpPr>
          <p:cNvPr id="389" name="Google Shape;389;p57"/>
          <p:cNvSpPr txBox="1"/>
          <p:nvPr>
            <p:ph idx="3" type="subTitle"/>
          </p:nvPr>
        </p:nvSpPr>
        <p:spPr>
          <a:xfrm>
            <a:off x="274500" y="4606752"/>
            <a:ext cx="1701900" cy="332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222F3E"/>
              </a:buClr>
              <a:buSzPts val="800"/>
              <a:buNone/>
              <a:defRPr sz="800">
                <a:solidFill>
                  <a:srgbClr val="222F3E"/>
                </a:solidFill>
              </a:defRPr>
            </a:lvl1pPr>
            <a:lvl2pPr lvl="1">
              <a:lnSpc>
                <a:spcPct val="100000"/>
              </a:lnSpc>
              <a:spcBef>
                <a:spcPts val="0"/>
              </a:spcBef>
              <a:spcAft>
                <a:spcPts val="0"/>
              </a:spcAft>
              <a:buClr>
                <a:srgbClr val="222F3E"/>
              </a:buClr>
              <a:buSzPts val="800"/>
              <a:buNone/>
              <a:defRPr sz="800">
                <a:solidFill>
                  <a:srgbClr val="222F3E"/>
                </a:solidFill>
              </a:defRPr>
            </a:lvl2pPr>
            <a:lvl3pPr lvl="2">
              <a:lnSpc>
                <a:spcPct val="100000"/>
              </a:lnSpc>
              <a:spcBef>
                <a:spcPts val="0"/>
              </a:spcBef>
              <a:spcAft>
                <a:spcPts val="0"/>
              </a:spcAft>
              <a:buClr>
                <a:srgbClr val="222F3E"/>
              </a:buClr>
              <a:buSzPts val="800"/>
              <a:buNone/>
              <a:defRPr sz="800">
                <a:solidFill>
                  <a:srgbClr val="222F3E"/>
                </a:solidFill>
              </a:defRPr>
            </a:lvl3pPr>
            <a:lvl4pPr lvl="3">
              <a:lnSpc>
                <a:spcPct val="100000"/>
              </a:lnSpc>
              <a:spcBef>
                <a:spcPts val="0"/>
              </a:spcBef>
              <a:spcAft>
                <a:spcPts val="0"/>
              </a:spcAft>
              <a:buClr>
                <a:srgbClr val="222F3E"/>
              </a:buClr>
              <a:buSzPts val="800"/>
              <a:buNone/>
              <a:defRPr sz="800">
                <a:solidFill>
                  <a:srgbClr val="222F3E"/>
                </a:solidFill>
              </a:defRPr>
            </a:lvl4pPr>
            <a:lvl5pPr lvl="4">
              <a:lnSpc>
                <a:spcPct val="100000"/>
              </a:lnSpc>
              <a:spcBef>
                <a:spcPts val="0"/>
              </a:spcBef>
              <a:spcAft>
                <a:spcPts val="0"/>
              </a:spcAft>
              <a:buClr>
                <a:srgbClr val="222F3E"/>
              </a:buClr>
              <a:buSzPts val="800"/>
              <a:buNone/>
              <a:defRPr sz="800">
                <a:solidFill>
                  <a:srgbClr val="222F3E"/>
                </a:solidFill>
              </a:defRPr>
            </a:lvl5pPr>
            <a:lvl6pPr lvl="5">
              <a:lnSpc>
                <a:spcPct val="100000"/>
              </a:lnSpc>
              <a:spcBef>
                <a:spcPts val="0"/>
              </a:spcBef>
              <a:spcAft>
                <a:spcPts val="0"/>
              </a:spcAft>
              <a:buClr>
                <a:srgbClr val="222F3E"/>
              </a:buClr>
              <a:buSzPts val="800"/>
              <a:buNone/>
              <a:defRPr sz="800">
                <a:solidFill>
                  <a:srgbClr val="222F3E"/>
                </a:solidFill>
              </a:defRPr>
            </a:lvl6pPr>
            <a:lvl7pPr lvl="6">
              <a:lnSpc>
                <a:spcPct val="100000"/>
              </a:lnSpc>
              <a:spcBef>
                <a:spcPts val="0"/>
              </a:spcBef>
              <a:spcAft>
                <a:spcPts val="0"/>
              </a:spcAft>
              <a:buClr>
                <a:srgbClr val="222F3E"/>
              </a:buClr>
              <a:buSzPts val="800"/>
              <a:buNone/>
              <a:defRPr sz="800">
                <a:solidFill>
                  <a:srgbClr val="222F3E"/>
                </a:solidFill>
              </a:defRPr>
            </a:lvl7pPr>
            <a:lvl8pPr lvl="7">
              <a:lnSpc>
                <a:spcPct val="100000"/>
              </a:lnSpc>
              <a:spcBef>
                <a:spcPts val="0"/>
              </a:spcBef>
              <a:spcAft>
                <a:spcPts val="0"/>
              </a:spcAft>
              <a:buClr>
                <a:srgbClr val="222F3E"/>
              </a:buClr>
              <a:buSzPts val="800"/>
              <a:buNone/>
              <a:defRPr sz="800">
                <a:solidFill>
                  <a:srgbClr val="222F3E"/>
                </a:solidFill>
              </a:defRPr>
            </a:lvl8pPr>
            <a:lvl9pPr lvl="8">
              <a:lnSpc>
                <a:spcPct val="100000"/>
              </a:lnSpc>
              <a:spcBef>
                <a:spcPts val="0"/>
              </a:spcBef>
              <a:spcAft>
                <a:spcPts val="0"/>
              </a:spcAft>
              <a:buClr>
                <a:srgbClr val="222F3E"/>
              </a:buClr>
              <a:buSzPts val="800"/>
              <a:buNone/>
              <a:defRPr sz="800">
                <a:solidFill>
                  <a:srgbClr val="222F3E"/>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For Talks)">
  <p:cSld name="TITLE_2">
    <p:bg>
      <p:bgPr>
        <a:solidFill>
          <a:srgbClr val="222F3E"/>
        </a:solidFill>
      </p:bgPr>
    </p:bg>
    <p:spTree>
      <p:nvGrpSpPr>
        <p:cNvPr id="390" name="Shape 390"/>
        <p:cNvGrpSpPr/>
        <p:nvPr/>
      </p:nvGrpSpPr>
      <p:grpSpPr>
        <a:xfrm>
          <a:off x="0" y="0"/>
          <a:ext cx="0" cy="0"/>
          <a:chOff x="0" y="0"/>
          <a:chExt cx="0" cy="0"/>
        </a:xfrm>
      </p:grpSpPr>
      <p:sp>
        <p:nvSpPr>
          <p:cNvPr id="391" name="Google Shape;391;p58"/>
          <p:cNvSpPr txBox="1"/>
          <p:nvPr>
            <p:ph type="ctrTitle"/>
          </p:nvPr>
        </p:nvSpPr>
        <p:spPr>
          <a:xfrm>
            <a:off x="274500" y="1207400"/>
            <a:ext cx="4691400" cy="1860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lt1"/>
              </a:buClr>
              <a:buSzPts val="4500"/>
              <a:buNone/>
              <a:defRPr sz="4500">
                <a:solidFill>
                  <a:schemeClr val="lt1"/>
                </a:solidFill>
              </a:defRPr>
            </a:lvl1pPr>
            <a:lvl2pPr lvl="1">
              <a:lnSpc>
                <a:spcPct val="80000"/>
              </a:lnSpc>
              <a:spcBef>
                <a:spcPts val="0"/>
              </a:spcBef>
              <a:spcAft>
                <a:spcPts val="0"/>
              </a:spcAft>
              <a:buClr>
                <a:schemeClr val="lt1"/>
              </a:buClr>
              <a:buSzPts val="4500"/>
              <a:buNone/>
              <a:defRPr sz="4500">
                <a:solidFill>
                  <a:schemeClr val="lt1"/>
                </a:solidFill>
              </a:defRPr>
            </a:lvl2pPr>
            <a:lvl3pPr lvl="2">
              <a:lnSpc>
                <a:spcPct val="80000"/>
              </a:lnSpc>
              <a:spcBef>
                <a:spcPts val="0"/>
              </a:spcBef>
              <a:spcAft>
                <a:spcPts val="0"/>
              </a:spcAft>
              <a:buClr>
                <a:schemeClr val="lt1"/>
              </a:buClr>
              <a:buSzPts val="4500"/>
              <a:buNone/>
              <a:defRPr sz="4500">
                <a:solidFill>
                  <a:schemeClr val="lt1"/>
                </a:solidFill>
              </a:defRPr>
            </a:lvl3pPr>
            <a:lvl4pPr lvl="3">
              <a:lnSpc>
                <a:spcPct val="80000"/>
              </a:lnSpc>
              <a:spcBef>
                <a:spcPts val="0"/>
              </a:spcBef>
              <a:spcAft>
                <a:spcPts val="0"/>
              </a:spcAft>
              <a:buClr>
                <a:schemeClr val="lt1"/>
              </a:buClr>
              <a:buSzPts val="4500"/>
              <a:buNone/>
              <a:defRPr sz="4500">
                <a:solidFill>
                  <a:schemeClr val="lt1"/>
                </a:solidFill>
              </a:defRPr>
            </a:lvl4pPr>
            <a:lvl5pPr lvl="4">
              <a:lnSpc>
                <a:spcPct val="80000"/>
              </a:lnSpc>
              <a:spcBef>
                <a:spcPts val="0"/>
              </a:spcBef>
              <a:spcAft>
                <a:spcPts val="0"/>
              </a:spcAft>
              <a:buClr>
                <a:schemeClr val="lt1"/>
              </a:buClr>
              <a:buSzPts val="4500"/>
              <a:buNone/>
              <a:defRPr sz="4500">
                <a:solidFill>
                  <a:schemeClr val="lt1"/>
                </a:solidFill>
              </a:defRPr>
            </a:lvl5pPr>
            <a:lvl6pPr lvl="5">
              <a:lnSpc>
                <a:spcPct val="80000"/>
              </a:lnSpc>
              <a:spcBef>
                <a:spcPts val="0"/>
              </a:spcBef>
              <a:spcAft>
                <a:spcPts val="0"/>
              </a:spcAft>
              <a:buClr>
                <a:schemeClr val="lt1"/>
              </a:buClr>
              <a:buSzPts val="4500"/>
              <a:buNone/>
              <a:defRPr sz="4500">
                <a:solidFill>
                  <a:schemeClr val="lt1"/>
                </a:solidFill>
              </a:defRPr>
            </a:lvl6pPr>
            <a:lvl7pPr lvl="6">
              <a:lnSpc>
                <a:spcPct val="80000"/>
              </a:lnSpc>
              <a:spcBef>
                <a:spcPts val="0"/>
              </a:spcBef>
              <a:spcAft>
                <a:spcPts val="0"/>
              </a:spcAft>
              <a:buClr>
                <a:schemeClr val="lt1"/>
              </a:buClr>
              <a:buSzPts val="4500"/>
              <a:buNone/>
              <a:defRPr sz="4500">
                <a:solidFill>
                  <a:schemeClr val="lt1"/>
                </a:solidFill>
              </a:defRPr>
            </a:lvl7pPr>
            <a:lvl8pPr lvl="7">
              <a:lnSpc>
                <a:spcPct val="80000"/>
              </a:lnSpc>
              <a:spcBef>
                <a:spcPts val="0"/>
              </a:spcBef>
              <a:spcAft>
                <a:spcPts val="0"/>
              </a:spcAft>
              <a:buClr>
                <a:schemeClr val="lt1"/>
              </a:buClr>
              <a:buSzPts val="4500"/>
              <a:buNone/>
              <a:defRPr sz="4500">
                <a:solidFill>
                  <a:schemeClr val="lt1"/>
                </a:solidFill>
              </a:defRPr>
            </a:lvl8pPr>
            <a:lvl9pPr lvl="8">
              <a:lnSpc>
                <a:spcPct val="80000"/>
              </a:lnSpc>
              <a:spcBef>
                <a:spcPts val="0"/>
              </a:spcBef>
              <a:spcAft>
                <a:spcPts val="0"/>
              </a:spcAft>
              <a:buClr>
                <a:schemeClr val="lt1"/>
              </a:buClr>
              <a:buSzPts val="4500"/>
              <a:buNone/>
              <a:defRPr sz="4500">
                <a:solidFill>
                  <a:schemeClr val="lt1"/>
                </a:solidFill>
              </a:defRPr>
            </a:lvl9pPr>
          </a:lstStyle>
          <a:p/>
        </p:txBody>
      </p:sp>
      <p:sp>
        <p:nvSpPr>
          <p:cNvPr id="392" name="Google Shape;392;p58"/>
          <p:cNvSpPr txBox="1"/>
          <p:nvPr>
            <p:ph idx="1" type="subTitle"/>
          </p:nvPr>
        </p:nvSpPr>
        <p:spPr>
          <a:xfrm>
            <a:off x="274503" y="806550"/>
            <a:ext cx="3697200" cy="439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300"/>
              <a:buFont typeface="Roboto Medium"/>
              <a:buNone/>
              <a:defRPr sz="1300">
                <a:solidFill>
                  <a:schemeClr val="lt1"/>
                </a:solidFill>
                <a:latin typeface="Roboto Medium"/>
                <a:ea typeface="Roboto Medium"/>
                <a:cs typeface="Roboto Medium"/>
                <a:sym typeface="Roboto Medium"/>
              </a:defRPr>
            </a:lvl1pPr>
            <a:lvl2pPr lvl="1">
              <a:lnSpc>
                <a:spcPct val="100000"/>
              </a:lnSpc>
              <a:spcBef>
                <a:spcPts val="0"/>
              </a:spcBef>
              <a:spcAft>
                <a:spcPts val="0"/>
              </a:spcAft>
              <a:buClr>
                <a:schemeClr val="lt1"/>
              </a:buClr>
              <a:buSzPts val="1300"/>
              <a:buFont typeface="Roboto Medium"/>
              <a:buNone/>
              <a:defRPr sz="1300">
                <a:solidFill>
                  <a:schemeClr val="lt1"/>
                </a:solidFill>
                <a:latin typeface="Roboto Medium"/>
                <a:ea typeface="Roboto Medium"/>
                <a:cs typeface="Roboto Medium"/>
                <a:sym typeface="Roboto Medium"/>
              </a:defRPr>
            </a:lvl2pPr>
            <a:lvl3pPr lvl="2">
              <a:lnSpc>
                <a:spcPct val="100000"/>
              </a:lnSpc>
              <a:spcBef>
                <a:spcPts val="0"/>
              </a:spcBef>
              <a:spcAft>
                <a:spcPts val="0"/>
              </a:spcAft>
              <a:buClr>
                <a:schemeClr val="lt1"/>
              </a:buClr>
              <a:buSzPts val="1300"/>
              <a:buFont typeface="Roboto Medium"/>
              <a:buNone/>
              <a:defRPr sz="1300">
                <a:solidFill>
                  <a:schemeClr val="lt1"/>
                </a:solidFill>
                <a:latin typeface="Roboto Medium"/>
                <a:ea typeface="Roboto Medium"/>
                <a:cs typeface="Roboto Medium"/>
                <a:sym typeface="Roboto Medium"/>
              </a:defRPr>
            </a:lvl3pPr>
            <a:lvl4pPr lvl="3">
              <a:lnSpc>
                <a:spcPct val="100000"/>
              </a:lnSpc>
              <a:spcBef>
                <a:spcPts val="0"/>
              </a:spcBef>
              <a:spcAft>
                <a:spcPts val="0"/>
              </a:spcAft>
              <a:buClr>
                <a:schemeClr val="lt1"/>
              </a:buClr>
              <a:buSzPts val="1300"/>
              <a:buFont typeface="Roboto Medium"/>
              <a:buNone/>
              <a:defRPr sz="1300">
                <a:solidFill>
                  <a:schemeClr val="lt1"/>
                </a:solidFill>
                <a:latin typeface="Roboto Medium"/>
                <a:ea typeface="Roboto Medium"/>
                <a:cs typeface="Roboto Medium"/>
                <a:sym typeface="Roboto Medium"/>
              </a:defRPr>
            </a:lvl4pPr>
            <a:lvl5pPr lvl="4">
              <a:lnSpc>
                <a:spcPct val="100000"/>
              </a:lnSpc>
              <a:spcBef>
                <a:spcPts val="0"/>
              </a:spcBef>
              <a:spcAft>
                <a:spcPts val="0"/>
              </a:spcAft>
              <a:buClr>
                <a:schemeClr val="lt1"/>
              </a:buClr>
              <a:buSzPts val="1300"/>
              <a:buFont typeface="Roboto Medium"/>
              <a:buNone/>
              <a:defRPr sz="1300">
                <a:solidFill>
                  <a:schemeClr val="lt1"/>
                </a:solidFill>
                <a:latin typeface="Roboto Medium"/>
                <a:ea typeface="Roboto Medium"/>
                <a:cs typeface="Roboto Medium"/>
                <a:sym typeface="Roboto Medium"/>
              </a:defRPr>
            </a:lvl5pPr>
            <a:lvl6pPr lvl="5">
              <a:lnSpc>
                <a:spcPct val="100000"/>
              </a:lnSpc>
              <a:spcBef>
                <a:spcPts val="0"/>
              </a:spcBef>
              <a:spcAft>
                <a:spcPts val="0"/>
              </a:spcAft>
              <a:buClr>
                <a:schemeClr val="lt1"/>
              </a:buClr>
              <a:buSzPts val="1300"/>
              <a:buFont typeface="Roboto Medium"/>
              <a:buNone/>
              <a:defRPr sz="1300">
                <a:solidFill>
                  <a:schemeClr val="lt1"/>
                </a:solidFill>
                <a:latin typeface="Roboto Medium"/>
                <a:ea typeface="Roboto Medium"/>
                <a:cs typeface="Roboto Medium"/>
                <a:sym typeface="Roboto Medium"/>
              </a:defRPr>
            </a:lvl6pPr>
            <a:lvl7pPr lvl="6">
              <a:lnSpc>
                <a:spcPct val="100000"/>
              </a:lnSpc>
              <a:spcBef>
                <a:spcPts val="0"/>
              </a:spcBef>
              <a:spcAft>
                <a:spcPts val="0"/>
              </a:spcAft>
              <a:buClr>
                <a:schemeClr val="lt1"/>
              </a:buClr>
              <a:buSzPts val="1300"/>
              <a:buFont typeface="Roboto Medium"/>
              <a:buNone/>
              <a:defRPr sz="1300">
                <a:solidFill>
                  <a:schemeClr val="lt1"/>
                </a:solidFill>
                <a:latin typeface="Roboto Medium"/>
                <a:ea typeface="Roboto Medium"/>
                <a:cs typeface="Roboto Medium"/>
                <a:sym typeface="Roboto Medium"/>
              </a:defRPr>
            </a:lvl7pPr>
            <a:lvl8pPr lvl="7">
              <a:lnSpc>
                <a:spcPct val="100000"/>
              </a:lnSpc>
              <a:spcBef>
                <a:spcPts val="0"/>
              </a:spcBef>
              <a:spcAft>
                <a:spcPts val="0"/>
              </a:spcAft>
              <a:buClr>
                <a:schemeClr val="lt1"/>
              </a:buClr>
              <a:buSzPts val="1300"/>
              <a:buFont typeface="Roboto Medium"/>
              <a:buNone/>
              <a:defRPr sz="1300">
                <a:solidFill>
                  <a:schemeClr val="lt1"/>
                </a:solidFill>
                <a:latin typeface="Roboto Medium"/>
                <a:ea typeface="Roboto Medium"/>
                <a:cs typeface="Roboto Medium"/>
                <a:sym typeface="Roboto Medium"/>
              </a:defRPr>
            </a:lvl8pPr>
            <a:lvl9pPr lvl="8">
              <a:lnSpc>
                <a:spcPct val="100000"/>
              </a:lnSpc>
              <a:spcBef>
                <a:spcPts val="0"/>
              </a:spcBef>
              <a:spcAft>
                <a:spcPts val="0"/>
              </a:spcAft>
              <a:buClr>
                <a:schemeClr val="lt1"/>
              </a:buClr>
              <a:buSzPts val="1300"/>
              <a:buFont typeface="Roboto Medium"/>
              <a:buNone/>
              <a:defRPr sz="1300">
                <a:solidFill>
                  <a:schemeClr val="lt1"/>
                </a:solidFill>
                <a:latin typeface="Roboto Medium"/>
                <a:ea typeface="Roboto Medium"/>
                <a:cs typeface="Roboto Medium"/>
                <a:sym typeface="Roboto Medium"/>
              </a:defRPr>
            </a:lvl9pPr>
          </a:lstStyle>
          <a:p/>
        </p:txBody>
      </p:sp>
      <p:sp>
        <p:nvSpPr>
          <p:cNvPr id="393" name="Google Shape;393;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4" name="Google Shape;394;p58"/>
          <p:cNvSpPr/>
          <p:nvPr>
            <p:ph idx="2" type="pic"/>
          </p:nvPr>
        </p:nvSpPr>
        <p:spPr>
          <a:xfrm>
            <a:off x="5327375" y="0"/>
            <a:ext cx="3816600" cy="5152800"/>
          </a:xfrm>
          <a:prstGeom prst="rect">
            <a:avLst/>
          </a:prstGeom>
          <a:noFill/>
          <a:ln>
            <a:noFill/>
          </a:ln>
        </p:spPr>
      </p:sp>
      <p:pic>
        <p:nvPicPr>
          <p:cNvPr id="395" name="Google Shape;395;p58" title="NOVI Brand Logo.png"/>
          <p:cNvPicPr preferRelativeResize="0"/>
          <p:nvPr/>
        </p:nvPicPr>
        <p:blipFill>
          <a:blip r:embed="rId2">
            <a:alphaModFix/>
          </a:blip>
          <a:stretch>
            <a:fillRect/>
          </a:stretch>
        </p:blipFill>
        <p:spPr>
          <a:xfrm>
            <a:off x="4372665" y="4626027"/>
            <a:ext cx="593373" cy="225700"/>
          </a:xfrm>
          <a:prstGeom prst="rect">
            <a:avLst/>
          </a:prstGeom>
          <a:noFill/>
          <a:ln>
            <a:noFill/>
          </a:ln>
        </p:spPr>
      </p:pic>
      <p:sp>
        <p:nvSpPr>
          <p:cNvPr id="396" name="Google Shape;396;p58"/>
          <p:cNvSpPr txBox="1"/>
          <p:nvPr>
            <p:ph idx="3" type="subTitle"/>
          </p:nvPr>
        </p:nvSpPr>
        <p:spPr>
          <a:xfrm>
            <a:off x="274503" y="3516013"/>
            <a:ext cx="3697200" cy="439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300"/>
              <a:buNone/>
              <a:defRPr sz="1300">
                <a:solidFill>
                  <a:schemeClr val="lt1"/>
                </a:solidFill>
              </a:defRPr>
            </a:lvl1pPr>
            <a:lvl2pPr lvl="1">
              <a:lnSpc>
                <a:spcPct val="100000"/>
              </a:lnSpc>
              <a:spcBef>
                <a:spcPts val="0"/>
              </a:spcBef>
              <a:spcAft>
                <a:spcPts val="0"/>
              </a:spcAft>
              <a:buClr>
                <a:schemeClr val="lt1"/>
              </a:buClr>
              <a:buSzPts val="1300"/>
              <a:buNone/>
              <a:defRPr sz="1300">
                <a:solidFill>
                  <a:schemeClr val="lt1"/>
                </a:solidFill>
              </a:defRPr>
            </a:lvl2pPr>
            <a:lvl3pPr lvl="2">
              <a:lnSpc>
                <a:spcPct val="100000"/>
              </a:lnSpc>
              <a:spcBef>
                <a:spcPts val="0"/>
              </a:spcBef>
              <a:spcAft>
                <a:spcPts val="0"/>
              </a:spcAft>
              <a:buClr>
                <a:schemeClr val="lt1"/>
              </a:buClr>
              <a:buSzPts val="1300"/>
              <a:buNone/>
              <a:defRPr sz="1300">
                <a:solidFill>
                  <a:schemeClr val="lt1"/>
                </a:solidFill>
              </a:defRPr>
            </a:lvl3pPr>
            <a:lvl4pPr lvl="3">
              <a:lnSpc>
                <a:spcPct val="100000"/>
              </a:lnSpc>
              <a:spcBef>
                <a:spcPts val="0"/>
              </a:spcBef>
              <a:spcAft>
                <a:spcPts val="0"/>
              </a:spcAft>
              <a:buClr>
                <a:schemeClr val="lt1"/>
              </a:buClr>
              <a:buSzPts val="1300"/>
              <a:buNone/>
              <a:defRPr sz="1300">
                <a:solidFill>
                  <a:schemeClr val="lt1"/>
                </a:solidFill>
              </a:defRPr>
            </a:lvl4pPr>
            <a:lvl5pPr lvl="4">
              <a:lnSpc>
                <a:spcPct val="100000"/>
              </a:lnSpc>
              <a:spcBef>
                <a:spcPts val="0"/>
              </a:spcBef>
              <a:spcAft>
                <a:spcPts val="0"/>
              </a:spcAft>
              <a:buClr>
                <a:schemeClr val="lt1"/>
              </a:buClr>
              <a:buSzPts val="1300"/>
              <a:buNone/>
              <a:defRPr sz="1300">
                <a:solidFill>
                  <a:schemeClr val="lt1"/>
                </a:solidFill>
              </a:defRPr>
            </a:lvl5pPr>
            <a:lvl6pPr lvl="5">
              <a:lnSpc>
                <a:spcPct val="100000"/>
              </a:lnSpc>
              <a:spcBef>
                <a:spcPts val="0"/>
              </a:spcBef>
              <a:spcAft>
                <a:spcPts val="0"/>
              </a:spcAft>
              <a:buClr>
                <a:schemeClr val="lt1"/>
              </a:buClr>
              <a:buSzPts val="1300"/>
              <a:buNone/>
              <a:defRPr sz="1300">
                <a:solidFill>
                  <a:schemeClr val="lt1"/>
                </a:solidFill>
              </a:defRPr>
            </a:lvl6pPr>
            <a:lvl7pPr lvl="6">
              <a:lnSpc>
                <a:spcPct val="100000"/>
              </a:lnSpc>
              <a:spcBef>
                <a:spcPts val="0"/>
              </a:spcBef>
              <a:spcAft>
                <a:spcPts val="0"/>
              </a:spcAft>
              <a:buClr>
                <a:schemeClr val="lt1"/>
              </a:buClr>
              <a:buSzPts val="1300"/>
              <a:buNone/>
              <a:defRPr sz="1300">
                <a:solidFill>
                  <a:schemeClr val="lt1"/>
                </a:solidFill>
              </a:defRPr>
            </a:lvl7pPr>
            <a:lvl8pPr lvl="7">
              <a:lnSpc>
                <a:spcPct val="100000"/>
              </a:lnSpc>
              <a:spcBef>
                <a:spcPts val="0"/>
              </a:spcBef>
              <a:spcAft>
                <a:spcPts val="0"/>
              </a:spcAft>
              <a:buClr>
                <a:schemeClr val="lt1"/>
              </a:buClr>
              <a:buSzPts val="1300"/>
              <a:buNone/>
              <a:defRPr sz="1300">
                <a:solidFill>
                  <a:schemeClr val="lt1"/>
                </a:solidFill>
              </a:defRPr>
            </a:lvl8pPr>
            <a:lvl9pPr lvl="8">
              <a:lnSpc>
                <a:spcPct val="100000"/>
              </a:lnSpc>
              <a:spcBef>
                <a:spcPts val="0"/>
              </a:spcBef>
              <a:spcAft>
                <a:spcPts val="0"/>
              </a:spcAft>
              <a:buClr>
                <a:schemeClr val="lt1"/>
              </a:buClr>
              <a:buSzPts val="1300"/>
              <a:buNone/>
              <a:defRPr sz="1300">
                <a:solidFill>
                  <a:schemeClr val="lt1"/>
                </a:solidFill>
              </a:defRPr>
            </a:lvl9pPr>
          </a:lstStyle>
          <a:p/>
        </p:txBody>
      </p:sp>
      <p:sp>
        <p:nvSpPr>
          <p:cNvPr id="397" name="Google Shape;397;p58"/>
          <p:cNvSpPr txBox="1"/>
          <p:nvPr>
            <p:ph idx="4" type="subTitle"/>
          </p:nvPr>
        </p:nvSpPr>
        <p:spPr>
          <a:xfrm>
            <a:off x="274503" y="3791186"/>
            <a:ext cx="3697200" cy="439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900"/>
              <a:buNone/>
              <a:defRPr sz="900">
                <a:solidFill>
                  <a:schemeClr val="lt1"/>
                </a:solidFill>
              </a:defRPr>
            </a:lvl1pPr>
            <a:lvl2pPr lvl="1">
              <a:lnSpc>
                <a:spcPct val="100000"/>
              </a:lnSpc>
              <a:spcBef>
                <a:spcPts val="0"/>
              </a:spcBef>
              <a:spcAft>
                <a:spcPts val="0"/>
              </a:spcAft>
              <a:buClr>
                <a:schemeClr val="lt1"/>
              </a:buClr>
              <a:buSzPts val="900"/>
              <a:buNone/>
              <a:defRPr sz="900">
                <a:solidFill>
                  <a:schemeClr val="lt1"/>
                </a:solidFill>
              </a:defRPr>
            </a:lvl2pPr>
            <a:lvl3pPr lvl="2">
              <a:lnSpc>
                <a:spcPct val="100000"/>
              </a:lnSpc>
              <a:spcBef>
                <a:spcPts val="0"/>
              </a:spcBef>
              <a:spcAft>
                <a:spcPts val="0"/>
              </a:spcAft>
              <a:buClr>
                <a:schemeClr val="lt1"/>
              </a:buClr>
              <a:buSzPts val="900"/>
              <a:buNone/>
              <a:defRPr sz="900">
                <a:solidFill>
                  <a:schemeClr val="lt1"/>
                </a:solidFill>
              </a:defRPr>
            </a:lvl3pPr>
            <a:lvl4pPr lvl="3">
              <a:lnSpc>
                <a:spcPct val="100000"/>
              </a:lnSpc>
              <a:spcBef>
                <a:spcPts val="0"/>
              </a:spcBef>
              <a:spcAft>
                <a:spcPts val="0"/>
              </a:spcAft>
              <a:buClr>
                <a:schemeClr val="lt1"/>
              </a:buClr>
              <a:buSzPts val="900"/>
              <a:buNone/>
              <a:defRPr sz="900">
                <a:solidFill>
                  <a:schemeClr val="lt1"/>
                </a:solidFill>
              </a:defRPr>
            </a:lvl4pPr>
            <a:lvl5pPr lvl="4">
              <a:lnSpc>
                <a:spcPct val="100000"/>
              </a:lnSpc>
              <a:spcBef>
                <a:spcPts val="0"/>
              </a:spcBef>
              <a:spcAft>
                <a:spcPts val="0"/>
              </a:spcAft>
              <a:buClr>
                <a:schemeClr val="lt1"/>
              </a:buClr>
              <a:buSzPts val="900"/>
              <a:buNone/>
              <a:defRPr sz="900">
                <a:solidFill>
                  <a:schemeClr val="lt1"/>
                </a:solidFill>
              </a:defRPr>
            </a:lvl5pPr>
            <a:lvl6pPr lvl="5">
              <a:lnSpc>
                <a:spcPct val="100000"/>
              </a:lnSpc>
              <a:spcBef>
                <a:spcPts val="0"/>
              </a:spcBef>
              <a:spcAft>
                <a:spcPts val="0"/>
              </a:spcAft>
              <a:buClr>
                <a:schemeClr val="lt1"/>
              </a:buClr>
              <a:buSzPts val="900"/>
              <a:buNone/>
              <a:defRPr sz="900">
                <a:solidFill>
                  <a:schemeClr val="lt1"/>
                </a:solidFill>
              </a:defRPr>
            </a:lvl6pPr>
            <a:lvl7pPr lvl="6">
              <a:lnSpc>
                <a:spcPct val="100000"/>
              </a:lnSpc>
              <a:spcBef>
                <a:spcPts val="0"/>
              </a:spcBef>
              <a:spcAft>
                <a:spcPts val="0"/>
              </a:spcAft>
              <a:buClr>
                <a:schemeClr val="lt1"/>
              </a:buClr>
              <a:buSzPts val="900"/>
              <a:buNone/>
              <a:defRPr sz="900">
                <a:solidFill>
                  <a:schemeClr val="lt1"/>
                </a:solidFill>
              </a:defRPr>
            </a:lvl7pPr>
            <a:lvl8pPr lvl="7">
              <a:lnSpc>
                <a:spcPct val="100000"/>
              </a:lnSpc>
              <a:spcBef>
                <a:spcPts val="0"/>
              </a:spcBef>
              <a:spcAft>
                <a:spcPts val="0"/>
              </a:spcAft>
              <a:buClr>
                <a:schemeClr val="lt1"/>
              </a:buClr>
              <a:buSzPts val="900"/>
              <a:buNone/>
              <a:defRPr sz="900">
                <a:solidFill>
                  <a:schemeClr val="lt1"/>
                </a:solidFill>
              </a:defRPr>
            </a:lvl8pPr>
            <a:lvl9pPr lvl="8">
              <a:lnSpc>
                <a:spcPct val="100000"/>
              </a:lnSpc>
              <a:spcBef>
                <a:spcPts val="0"/>
              </a:spcBef>
              <a:spcAft>
                <a:spcPts val="0"/>
              </a:spcAft>
              <a:buClr>
                <a:schemeClr val="lt1"/>
              </a:buClr>
              <a:buSzPts val="900"/>
              <a:buNone/>
              <a:defRPr sz="900">
                <a:solidFill>
                  <a:schemeClr val="lt1"/>
                </a:solidFill>
              </a:defRPr>
            </a:lvl9pPr>
          </a:lstStyle>
          <a:p/>
        </p:txBody>
      </p:sp>
      <p:sp>
        <p:nvSpPr>
          <p:cNvPr id="398" name="Google Shape;398;p58"/>
          <p:cNvSpPr txBox="1"/>
          <p:nvPr>
            <p:ph idx="5" type="subTitle"/>
          </p:nvPr>
        </p:nvSpPr>
        <p:spPr>
          <a:xfrm>
            <a:off x="274500" y="4606752"/>
            <a:ext cx="1701900" cy="332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800"/>
              <a:buNone/>
              <a:defRPr sz="800">
                <a:solidFill>
                  <a:schemeClr val="lt1"/>
                </a:solidFill>
              </a:defRPr>
            </a:lvl1pPr>
            <a:lvl2pPr lvl="1">
              <a:lnSpc>
                <a:spcPct val="100000"/>
              </a:lnSpc>
              <a:spcBef>
                <a:spcPts val="0"/>
              </a:spcBef>
              <a:spcAft>
                <a:spcPts val="0"/>
              </a:spcAft>
              <a:buClr>
                <a:schemeClr val="lt1"/>
              </a:buClr>
              <a:buSzPts val="800"/>
              <a:buNone/>
              <a:defRPr sz="800">
                <a:solidFill>
                  <a:schemeClr val="lt1"/>
                </a:solidFill>
              </a:defRPr>
            </a:lvl2pPr>
            <a:lvl3pPr lvl="2">
              <a:lnSpc>
                <a:spcPct val="100000"/>
              </a:lnSpc>
              <a:spcBef>
                <a:spcPts val="0"/>
              </a:spcBef>
              <a:spcAft>
                <a:spcPts val="0"/>
              </a:spcAft>
              <a:buClr>
                <a:schemeClr val="lt1"/>
              </a:buClr>
              <a:buSzPts val="800"/>
              <a:buNone/>
              <a:defRPr sz="800">
                <a:solidFill>
                  <a:schemeClr val="lt1"/>
                </a:solidFill>
              </a:defRPr>
            </a:lvl3pPr>
            <a:lvl4pPr lvl="3">
              <a:lnSpc>
                <a:spcPct val="100000"/>
              </a:lnSpc>
              <a:spcBef>
                <a:spcPts val="0"/>
              </a:spcBef>
              <a:spcAft>
                <a:spcPts val="0"/>
              </a:spcAft>
              <a:buClr>
                <a:schemeClr val="lt1"/>
              </a:buClr>
              <a:buSzPts val="800"/>
              <a:buNone/>
              <a:defRPr sz="800">
                <a:solidFill>
                  <a:schemeClr val="lt1"/>
                </a:solidFill>
              </a:defRPr>
            </a:lvl4pPr>
            <a:lvl5pPr lvl="4">
              <a:lnSpc>
                <a:spcPct val="100000"/>
              </a:lnSpc>
              <a:spcBef>
                <a:spcPts val="0"/>
              </a:spcBef>
              <a:spcAft>
                <a:spcPts val="0"/>
              </a:spcAft>
              <a:buClr>
                <a:schemeClr val="lt1"/>
              </a:buClr>
              <a:buSzPts val="800"/>
              <a:buNone/>
              <a:defRPr sz="800">
                <a:solidFill>
                  <a:schemeClr val="lt1"/>
                </a:solidFill>
              </a:defRPr>
            </a:lvl5pPr>
            <a:lvl6pPr lvl="5">
              <a:lnSpc>
                <a:spcPct val="100000"/>
              </a:lnSpc>
              <a:spcBef>
                <a:spcPts val="0"/>
              </a:spcBef>
              <a:spcAft>
                <a:spcPts val="0"/>
              </a:spcAft>
              <a:buClr>
                <a:schemeClr val="lt1"/>
              </a:buClr>
              <a:buSzPts val="800"/>
              <a:buNone/>
              <a:defRPr sz="800">
                <a:solidFill>
                  <a:schemeClr val="lt1"/>
                </a:solidFill>
              </a:defRPr>
            </a:lvl6pPr>
            <a:lvl7pPr lvl="6">
              <a:lnSpc>
                <a:spcPct val="100000"/>
              </a:lnSpc>
              <a:spcBef>
                <a:spcPts val="0"/>
              </a:spcBef>
              <a:spcAft>
                <a:spcPts val="0"/>
              </a:spcAft>
              <a:buClr>
                <a:schemeClr val="lt1"/>
              </a:buClr>
              <a:buSzPts val="800"/>
              <a:buNone/>
              <a:defRPr sz="800">
                <a:solidFill>
                  <a:schemeClr val="lt1"/>
                </a:solidFill>
              </a:defRPr>
            </a:lvl7pPr>
            <a:lvl8pPr lvl="7">
              <a:lnSpc>
                <a:spcPct val="100000"/>
              </a:lnSpc>
              <a:spcBef>
                <a:spcPts val="0"/>
              </a:spcBef>
              <a:spcAft>
                <a:spcPts val="0"/>
              </a:spcAft>
              <a:buClr>
                <a:schemeClr val="lt1"/>
              </a:buClr>
              <a:buSzPts val="800"/>
              <a:buNone/>
              <a:defRPr sz="800">
                <a:solidFill>
                  <a:schemeClr val="lt1"/>
                </a:solidFill>
              </a:defRPr>
            </a:lvl8pPr>
            <a:lvl9pPr lvl="8">
              <a:lnSpc>
                <a:spcPct val="100000"/>
              </a:lnSpc>
              <a:spcBef>
                <a:spcPts val="0"/>
              </a:spcBef>
              <a:spcAft>
                <a:spcPts val="0"/>
              </a:spcAft>
              <a:buClr>
                <a:schemeClr val="lt1"/>
              </a:buClr>
              <a:buSzPts val="800"/>
              <a:buNone/>
              <a:defRPr sz="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artnerships)">
  <p:cSld name="TITLE_2_1">
    <p:bg>
      <p:bgPr>
        <a:solidFill>
          <a:srgbClr val="222F3E"/>
        </a:solidFill>
      </p:bgPr>
    </p:bg>
    <p:spTree>
      <p:nvGrpSpPr>
        <p:cNvPr id="399" name="Shape 399"/>
        <p:cNvGrpSpPr/>
        <p:nvPr/>
      </p:nvGrpSpPr>
      <p:grpSpPr>
        <a:xfrm>
          <a:off x="0" y="0"/>
          <a:ext cx="0" cy="0"/>
          <a:chOff x="0" y="0"/>
          <a:chExt cx="0" cy="0"/>
        </a:xfrm>
      </p:grpSpPr>
      <p:sp>
        <p:nvSpPr>
          <p:cNvPr id="400" name="Google Shape;400;p59"/>
          <p:cNvSpPr txBox="1"/>
          <p:nvPr>
            <p:ph type="ctrTitle"/>
          </p:nvPr>
        </p:nvSpPr>
        <p:spPr>
          <a:xfrm>
            <a:off x="274500" y="1532750"/>
            <a:ext cx="5705700" cy="1271400"/>
          </a:xfrm>
          <a:prstGeom prst="rect">
            <a:avLst/>
          </a:prstGeom>
        </p:spPr>
        <p:txBody>
          <a:bodyPr anchorCtr="0" anchor="ctr" bIns="91425" lIns="91425" spcFirstLastPara="1" rIns="91425" wrap="square" tIns="91425">
            <a:normAutofit/>
          </a:bodyPr>
          <a:lstStyle>
            <a:lvl1pPr lvl="0">
              <a:lnSpc>
                <a:spcPct val="80000"/>
              </a:lnSpc>
              <a:spcBef>
                <a:spcPts val="0"/>
              </a:spcBef>
              <a:spcAft>
                <a:spcPts val="0"/>
              </a:spcAft>
              <a:buClr>
                <a:schemeClr val="lt1"/>
              </a:buClr>
              <a:buSzPts val="4500"/>
              <a:buNone/>
              <a:defRPr sz="4500">
                <a:solidFill>
                  <a:schemeClr val="lt1"/>
                </a:solidFill>
              </a:defRPr>
            </a:lvl1pPr>
            <a:lvl2pPr lvl="1">
              <a:lnSpc>
                <a:spcPct val="80000"/>
              </a:lnSpc>
              <a:spcBef>
                <a:spcPts val="0"/>
              </a:spcBef>
              <a:spcAft>
                <a:spcPts val="0"/>
              </a:spcAft>
              <a:buClr>
                <a:schemeClr val="lt1"/>
              </a:buClr>
              <a:buSzPts val="4500"/>
              <a:buNone/>
              <a:defRPr sz="4500">
                <a:solidFill>
                  <a:schemeClr val="lt1"/>
                </a:solidFill>
              </a:defRPr>
            </a:lvl2pPr>
            <a:lvl3pPr lvl="2">
              <a:lnSpc>
                <a:spcPct val="80000"/>
              </a:lnSpc>
              <a:spcBef>
                <a:spcPts val="0"/>
              </a:spcBef>
              <a:spcAft>
                <a:spcPts val="0"/>
              </a:spcAft>
              <a:buClr>
                <a:schemeClr val="lt1"/>
              </a:buClr>
              <a:buSzPts val="4500"/>
              <a:buNone/>
              <a:defRPr sz="4500">
                <a:solidFill>
                  <a:schemeClr val="lt1"/>
                </a:solidFill>
              </a:defRPr>
            </a:lvl3pPr>
            <a:lvl4pPr lvl="3">
              <a:lnSpc>
                <a:spcPct val="80000"/>
              </a:lnSpc>
              <a:spcBef>
                <a:spcPts val="0"/>
              </a:spcBef>
              <a:spcAft>
                <a:spcPts val="0"/>
              </a:spcAft>
              <a:buClr>
                <a:schemeClr val="lt1"/>
              </a:buClr>
              <a:buSzPts val="4500"/>
              <a:buNone/>
              <a:defRPr sz="4500">
                <a:solidFill>
                  <a:schemeClr val="lt1"/>
                </a:solidFill>
              </a:defRPr>
            </a:lvl4pPr>
            <a:lvl5pPr lvl="4">
              <a:lnSpc>
                <a:spcPct val="80000"/>
              </a:lnSpc>
              <a:spcBef>
                <a:spcPts val="0"/>
              </a:spcBef>
              <a:spcAft>
                <a:spcPts val="0"/>
              </a:spcAft>
              <a:buClr>
                <a:schemeClr val="lt1"/>
              </a:buClr>
              <a:buSzPts val="4500"/>
              <a:buNone/>
              <a:defRPr sz="4500">
                <a:solidFill>
                  <a:schemeClr val="lt1"/>
                </a:solidFill>
              </a:defRPr>
            </a:lvl5pPr>
            <a:lvl6pPr lvl="5">
              <a:lnSpc>
                <a:spcPct val="80000"/>
              </a:lnSpc>
              <a:spcBef>
                <a:spcPts val="0"/>
              </a:spcBef>
              <a:spcAft>
                <a:spcPts val="0"/>
              </a:spcAft>
              <a:buClr>
                <a:schemeClr val="lt1"/>
              </a:buClr>
              <a:buSzPts val="4500"/>
              <a:buNone/>
              <a:defRPr sz="4500">
                <a:solidFill>
                  <a:schemeClr val="lt1"/>
                </a:solidFill>
              </a:defRPr>
            </a:lvl6pPr>
            <a:lvl7pPr lvl="6">
              <a:lnSpc>
                <a:spcPct val="80000"/>
              </a:lnSpc>
              <a:spcBef>
                <a:spcPts val="0"/>
              </a:spcBef>
              <a:spcAft>
                <a:spcPts val="0"/>
              </a:spcAft>
              <a:buClr>
                <a:schemeClr val="lt1"/>
              </a:buClr>
              <a:buSzPts val="4500"/>
              <a:buNone/>
              <a:defRPr sz="4500">
                <a:solidFill>
                  <a:schemeClr val="lt1"/>
                </a:solidFill>
              </a:defRPr>
            </a:lvl7pPr>
            <a:lvl8pPr lvl="7">
              <a:lnSpc>
                <a:spcPct val="80000"/>
              </a:lnSpc>
              <a:spcBef>
                <a:spcPts val="0"/>
              </a:spcBef>
              <a:spcAft>
                <a:spcPts val="0"/>
              </a:spcAft>
              <a:buClr>
                <a:schemeClr val="lt1"/>
              </a:buClr>
              <a:buSzPts val="4500"/>
              <a:buNone/>
              <a:defRPr sz="4500">
                <a:solidFill>
                  <a:schemeClr val="lt1"/>
                </a:solidFill>
              </a:defRPr>
            </a:lvl8pPr>
            <a:lvl9pPr lvl="8">
              <a:lnSpc>
                <a:spcPct val="80000"/>
              </a:lnSpc>
              <a:spcBef>
                <a:spcPts val="0"/>
              </a:spcBef>
              <a:spcAft>
                <a:spcPts val="0"/>
              </a:spcAft>
              <a:buClr>
                <a:schemeClr val="lt1"/>
              </a:buClr>
              <a:buSzPts val="4500"/>
              <a:buNone/>
              <a:defRPr sz="4500">
                <a:solidFill>
                  <a:schemeClr val="lt1"/>
                </a:solidFill>
              </a:defRPr>
            </a:lvl9pPr>
          </a:lstStyle>
          <a:p/>
        </p:txBody>
      </p:sp>
      <p:sp>
        <p:nvSpPr>
          <p:cNvPr id="401" name="Google Shape;401;p59"/>
          <p:cNvSpPr txBox="1"/>
          <p:nvPr>
            <p:ph idx="1" type="subTitle"/>
          </p:nvPr>
        </p:nvSpPr>
        <p:spPr>
          <a:xfrm>
            <a:off x="274500" y="4606752"/>
            <a:ext cx="1701900" cy="332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800"/>
              <a:buNone/>
              <a:defRPr sz="800">
                <a:solidFill>
                  <a:schemeClr val="lt1"/>
                </a:solidFill>
              </a:defRPr>
            </a:lvl1pPr>
            <a:lvl2pPr lvl="1">
              <a:lnSpc>
                <a:spcPct val="100000"/>
              </a:lnSpc>
              <a:spcBef>
                <a:spcPts val="0"/>
              </a:spcBef>
              <a:spcAft>
                <a:spcPts val="0"/>
              </a:spcAft>
              <a:buClr>
                <a:schemeClr val="lt1"/>
              </a:buClr>
              <a:buSzPts val="800"/>
              <a:buNone/>
              <a:defRPr sz="800">
                <a:solidFill>
                  <a:schemeClr val="lt1"/>
                </a:solidFill>
              </a:defRPr>
            </a:lvl2pPr>
            <a:lvl3pPr lvl="2">
              <a:lnSpc>
                <a:spcPct val="100000"/>
              </a:lnSpc>
              <a:spcBef>
                <a:spcPts val="0"/>
              </a:spcBef>
              <a:spcAft>
                <a:spcPts val="0"/>
              </a:spcAft>
              <a:buClr>
                <a:schemeClr val="lt1"/>
              </a:buClr>
              <a:buSzPts val="800"/>
              <a:buNone/>
              <a:defRPr sz="800">
                <a:solidFill>
                  <a:schemeClr val="lt1"/>
                </a:solidFill>
              </a:defRPr>
            </a:lvl3pPr>
            <a:lvl4pPr lvl="3">
              <a:lnSpc>
                <a:spcPct val="100000"/>
              </a:lnSpc>
              <a:spcBef>
                <a:spcPts val="0"/>
              </a:spcBef>
              <a:spcAft>
                <a:spcPts val="0"/>
              </a:spcAft>
              <a:buClr>
                <a:schemeClr val="lt1"/>
              </a:buClr>
              <a:buSzPts val="800"/>
              <a:buNone/>
              <a:defRPr sz="800">
                <a:solidFill>
                  <a:schemeClr val="lt1"/>
                </a:solidFill>
              </a:defRPr>
            </a:lvl4pPr>
            <a:lvl5pPr lvl="4">
              <a:lnSpc>
                <a:spcPct val="100000"/>
              </a:lnSpc>
              <a:spcBef>
                <a:spcPts val="0"/>
              </a:spcBef>
              <a:spcAft>
                <a:spcPts val="0"/>
              </a:spcAft>
              <a:buClr>
                <a:schemeClr val="lt1"/>
              </a:buClr>
              <a:buSzPts val="800"/>
              <a:buNone/>
              <a:defRPr sz="800">
                <a:solidFill>
                  <a:schemeClr val="lt1"/>
                </a:solidFill>
              </a:defRPr>
            </a:lvl5pPr>
            <a:lvl6pPr lvl="5">
              <a:lnSpc>
                <a:spcPct val="100000"/>
              </a:lnSpc>
              <a:spcBef>
                <a:spcPts val="0"/>
              </a:spcBef>
              <a:spcAft>
                <a:spcPts val="0"/>
              </a:spcAft>
              <a:buClr>
                <a:schemeClr val="lt1"/>
              </a:buClr>
              <a:buSzPts val="800"/>
              <a:buNone/>
              <a:defRPr sz="800">
                <a:solidFill>
                  <a:schemeClr val="lt1"/>
                </a:solidFill>
              </a:defRPr>
            </a:lvl6pPr>
            <a:lvl7pPr lvl="6">
              <a:lnSpc>
                <a:spcPct val="100000"/>
              </a:lnSpc>
              <a:spcBef>
                <a:spcPts val="0"/>
              </a:spcBef>
              <a:spcAft>
                <a:spcPts val="0"/>
              </a:spcAft>
              <a:buClr>
                <a:schemeClr val="lt1"/>
              </a:buClr>
              <a:buSzPts val="800"/>
              <a:buNone/>
              <a:defRPr sz="800">
                <a:solidFill>
                  <a:schemeClr val="lt1"/>
                </a:solidFill>
              </a:defRPr>
            </a:lvl7pPr>
            <a:lvl8pPr lvl="7">
              <a:lnSpc>
                <a:spcPct val="100000"/>
              </a:lnSpc>
              <a:spcBef>
                <a:spcPts val="0"/>
              </a:spcBef>
              <a:spcAft>
                <a:spcPts val="0"/>
              </a:spcAft>
              <a:buClr>
                <a:schemeClr val="lt1"/>
              </a:buClr>
              <a:buSzPts val="800"/>
              <a:buNone/>
              <a:defRPr sz="800">
                <a:solidFill>
                  <a:schemeClr val="lt1"/>
                </a:solidFill>
              </a:defRPr>
            </a:lvl8pPr>
            <a:lvl9pPr lvl="8">
              <a:lnSpc>
                <a:spcPct val="100000"/>
              </a:lnSpc>
              <a:spcBef>
                <a:spcPts val="0"/>
              </a:spcBef>
              <a:spcAft>
                <a:spcPts val="0"/>
              </a:spcAft>
              <a:buClr>
                <a:schemeClr val="lt1"/>
              </a:buClr>
              <a:buSzPts val="800"/>
              <a:buNone/>
              <a:defRPr sz="800">
                <a:solidFill>
                  <a:schemeClr val="lt1"/>
                </a:solidFill>
              </a:defRPr>
            </a:lvl9pPr>
          </a:lstStyle>
          <a:p/>
        </p:txBody>
      </p:sp>
      <p:sp>
        <p:nvSpPr>
          <p:cNvPr id="402" name="Google Shape;402;p59"/>
          <p:cNvSpPr/>
          <p:nvPr>
            <p:ph idx="2" type="pic"/>
          </p:nvPr>
        </p:nvSpPr>
        <p:spPr>
          <a:xfrm>
            <a:off x="393393" y="3648036"/>
            <a:ext cx="1591800" cy="565500"/>
          </a:xfrm>
          <a:prstGeom prst="rect">
            <a:avLst/>
          </a:prstGeom>
          <a:noFill/>
          <a:ln>
            <a:noFill/>
          </a:ln>
        </p:spPr>
      </p:sp>
      <p:cxnSp>
        <p:nvCxnSpPr>
          <p:cNvPr id="403" name="Google Shape;403;p59"/>
          <p:cNvCxnSpPr/>
          <p:nvPr/>
        </p:nvCxnSpPr>
        <p:spPr>
          <a:xfrm>
            <a:off x="2362600" y="3656225"/>
            <a:ext cx="0" cy="5811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Without Image)">
  <p:cSld name="TITLE_1">
    <p:bg>
      <p:bgPr>
        <a:solidFill>
          <a:srgbClr val="FFF5DC"/>
        </a:solidFill>
      </p:bgPr>
    </p:bg>
    <p:spTree>
      <p:nvGrpSpPr>
        <p:cNvPr id="404" name="Shape 404"/>
        <p:cNvGrpSpPr/>
        <p:nvPr/>
      </p:nvGrpSpPr>
      <p:grpSpPr>
        <a:xfrm>
          <a:off x="0" y="0"/>
          <a:ext cx="0" cy="0"/>
          <a:chOff x="0" y="0"/>
          <a:chExt cx="0" cy="0"/>
        </a:xfrm>
      </p:grpSpPr>
      <p:sp>
        <p:nvSpPr>
          <p:cNvPr id="405" name="Google Shape;405;p60"/>
          <p:cNvSpPr txBox="1"/>
          <p:nvPr>
            <p:ph type="ctrTitle"/>
          </p:nvPr>
        </p:nvSpPr>
        <p:spPr>
          <a:xfrm>
            <a:off x="274500" y="1793325"/>
            <a:ext cx="3585300" cy="1860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rgbClr val="222F3E"/>
              </a:buClr>
              <a:buSzPts val="4400"/>
              <a:buNone/>
              <a:defRPr sz="4400">
                <a:solidFill>
                  <a:srgbClr val="222F3E"/>
                </a:solidFill>
              </a:defRPr>
            </a:lvl1pPr>
            <a:lvl2pPr lvl="1">
              <a:lnSpc>
                <a:spcPct val="80000"/>
              </a:lnSpc>
              <a:spcBef>
                <a:spcPts val="0"/>
              </a:spcBef>
              <a:spcAft>
                <a:spcPts val="0"/>
              </a:spcAft>
              <a:buClr>
                <a:srgbClr val="222F3E"/>
              </a:buClr>
              <a:buSzPts val="4400"/>
              <a:buNone/>
              <a:defRPr sz="4400">
                <a:solidFill>
                  <a:srgbClr val="222F3E"/>
                </a:solidFill>
              </a:defRPr>
            </a:lvl2pPr>
            <a:lvl3pPr lvl="2">
              <a:lnSpc>
                <a:spcPct val="80000"/>
              </a:lnSpc>
              <a:spcBef>
                <a:spcPts val="0"/>
              </a:spcBef>
              <a:spcAft>
                <a:spcPts val="0"/>
              </a:spcAft>
              <a:buClr>
                <a:srgbClr val="222F3E"/>
              </a:buClr>
              <a:buSzPts val="4400"/>
              <a:buNone/>
              <a:defRPr sz="4400">
                <a:solidFill>
                  <a:srgbClr val="222F3E"/>
                </a:solidFill>
              </a:defRPr>
            </a:lvl3pPr>
            <a:lvl4pPr lvl="3">
              <a:lnSpc>
                <a:spcPct val="80000"/>
              </a:lnSpc>
              <a:spcBef>
                <a:spcPts val="0"/>
              </a:spcBef>
              <a:spcAft>
                <a:spcPts val="0"/>
              </a:spcAft>
              <a:buClr>
                <a:srgbClr val="222F3E"/>
              </a:buClr>
              <a:buSzPts val="4400"/>
              <a:buNone/>
              <a:defRPr sz="4400">
                <a:solidFill>
                  <a:srgbClr val="222F3E"/>
                </a:solidFill>
              </a:defRPr>
            </a:lvl4pPr>
            <a:lvl5pPr lvl="4">
              <a:lnSpc>
                <a:spcPct val="80000"/>
              </a:lnSpc>
              <a:spcBef>
                <a:spcPts val="0"/>
              </a:spcBef>
              <a:spcAft>
                <a:spcPts val="0"/>
              </a:spcAft>
              <a:buClr>
                <a:srgbClr val="222F3E"/>
              </a:buClr>
              <a:buSzPts val="4400"/>
              <a:buNone/>
              <a:defRPr sz="4400">
                <a:solidFill>
                  <a:srgbClr val="222F3E"/>
                </a:solidFill>
              </a:defRPr>
            </a:lvl5pPr>
            <a:lvl6pPr lvl="5">
              <a:lnSpc>
                <a:spcPct val="80000"/>
              </a:lnSpc>
              <a:spcBef>
                <a:spcPts val="0"/>
              </a:spcBef>
              <a:spcAft>
                <a:spcPts val="0"/>
              </a:spcAft>
              <a:buClr>
                <a:srgbClr val="222F3E"/>
              </a:buClr>
              <a:buSzPts val="4400"/>
              <a:buNone/>
              <a:defRPr sz="4400">
                <a:solidFill>
                  <a:srgbClr val="222F3E"/>
                </a:solidFill>
              </a:defRPr>
            </a:lvl6pPr>
            <a:lvl7pPr lvl="6">
              <a:lnSpc>
                <a:spcPct val="80000"/>
              </a:lnSpc>
              <a:spcBef>
                <a:spcPts val="0"/>
              </a:spcBef>
              <a:spcAft>
                <a:spcPts val="0"/>
              </a:spcAft>
              <a:buClr>
                <a:srgbClr val="222F3E"/>
              </a:buClr>
              <a:buSzPts val="4400"/>
              <a:buNone/>
              <a:defRPr sz="4400">
                <a:solidFill>
                  <a:srgbClr val="222F3E"/>
                </a:solidFill>
              </a:defRPr>
            </a:lvl7pPr>
            <a:lvl8pPr lvl="7">
              <a:lnSpc>
                <a:spcPct val="80000"/>
              </a:lnSpc>
              <a:spcBef>
                <a:spcPts val="0"/>
              </a:spcBef>
              <a:spcAft>
                <a:spcPts val="0"/>
              </a:spcAft>
              <a:buClr>
                <a:srgbClr val="222F3E"/>
              </a:buClr>
              <a:buSzPts val="4400"/>
              <a:buNone/>
              <a:defRPr sz="4400">
                <a:solidFill>
                  <a:srgbClr val="222F3E"/>
                </a:solidFill>
              </a:defRPr>
            </a:lvl8pPr>
            <a:lvl9pPr lvl="8">
              <a:lnSpc>
                <a:spcPct val="80000"/>
              </a:lnSpc>
              <a:spcBef>
                <a:spcPts val="0"/>
              </a:spcBef>
              <a:spcAft>
                <a:spcPts val="0"/>
              </a:spcAft>
              <a:buClr>
                <a:srgbClr val="222F3E"/>
              </a:buClr>
              <a:buSzPts val="4400"/>
              <a:buNone/>
              <a:defRPr sz="4400">
                <a:solidFill>
                  <a:srgbClr val="222F3E"/>
                </a:solidFill>
              </a:defRPr>
            </a:lvl9pPr>
          </a:lstStyle>
          <a:p/>
        </p:txBody>
      </p:sp>
      <p:sp>
        <p:nvSpPr>
          <p:cNvPr id="406" name="Google Shape;406;p60"/>
          <p:cNvSpPr txBox="1"/>
          <p:nvPr>
            <p:ph idx="1" type="subTitle"/>
          </p:nvPr>
        </p:nvSpPr>
        <p:spPr>
          <a:xfrm>
            <a:off x="274503" y="1316275"/>
            <a:ext cx="3697200" cy="439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222F3E"/>
              </a:buClr>
              <a:buSzPts val="1300"/>
              <a:buNone/>
              <a:defRPr sz="1300">
                <a:solidFill>
                  <a:srgbClr val="222F3E"/>
                </a:solidFill>
              </a:defRPr>
            </a:lvl1pPr>
            <a:lvl2pPr lvl="1">
              <a:lnSpc>
                <a:spcPct val="100000"/>
              </a:lnSpc>
              <a:spcBef>
                <a:spcPts val="0"/>
              </a:spcBef>
              <a:spcAft>
                <a:spcPts val="0"/>
              </a:spcAft>
              <a:buClr>
                <a:srgbClr val="222F3E"/>
              </a:buClr>
              <a:buSzPts val="1300"/>
              <a:buNone/>
              <a:defRPr sz="1300">
                <a:solidFill>
                  <a:srgbClr val="222F3E"/>
                </a:solidFill>
              </a:defRPr>
            </a:lvl2pPr>
            <a:lvl3pPr lvl="2">
              <a:lnSpc>
                <a:spcPct val="100000"/>
              </a:lnSpc>
              <a:spcBef>
                <a:spcPts val="0"/>
              </a:spcBef>
              <a:spcAft>
                <a:spcPts val="0"/>
              </a:spcAft>
              <a:buClr>
                <a:srgbClr val="222F3E"/>
              </a:buClr>
              <a:buSzPts val="1300"/>
              <a:buNone/>
              <a:defRPr sz="1300">
                <a:solidFill>
                  <a:srgbClr val="222F3E"/>
                </a:solidFill>
              </a:defRPr>
            </a:lvl3pPr>
            <a:lvl4pPr lvl="3">
              <a:lnSpc>
                <a:spcPct val="100000"/>
              </a:lnSpc>
              <a:spcBef>
                <a:spcPts val="0"/>
              </a:spcBef>
              <a:spcAft>
                <a:spcPts val="0"/>
              </a:spcAft>
              <a:buClr>
                <a:srgbClr val="222F3E"/>
              </a:buClr>
              <a:buSzPts val="1300"/>
              <a:buNone/>
              <a:defRPr sz="1300">
                <a:solidFill>
                  <a:srgbClr val="222F3E"/>
                </a:solidFill>
              </a:defRPr>
            </a:lvl4pPr>
            <a:lvl5pPr lvl="4">
              <a:lnSpc>
                <a:spcPct val="100000"/>
              </a:lnSpc>
              <a:spcBef>
                <a:spcPts val="0"/>
              </a:spcBef>
              <a:spcAft>
                <a:spcPts val="0"/>
              </a:spcAft>
              <a:buClr>
                <a:srgbClr val="222F3E"/>
              </a:buClr>
              <a:buSzPts val="1300"/>
              <a:buNone/>
              <a:defRPr sz="1300">
                <a:solidFill>
                  <a:srgbClr val="222F3E"/>
                </a:solidFill>
              </a:defRPr>
            </a:lvl5pPr>
            <a:lvl6pPr lvl="5">
              <a:lnSpc>
                <a:spcPct val="100000"/>
              </a:lnSpc>
              <a:spcBef>
                <a:spcPts val="0"/>
              </a:spcBef>
              <a:spcAft>
                <a:spcPts val="0"/>
              </a:spcAft>
              <a:buClr>
                <a:srgbClr val="222F3E"/>
              </a:buClr>
              <a:buSzPts val="1300"/>
              <a:buNone/>
              <a:defRPr sz="1300">
                <a:solidFill>
                  <a:srgbClr val="222F3E"/>
                </a:solidFill>
              </a:defRPr>
            </a:lvl6pPr>
            <a:lvl7pPr lvl="6">
              <a:lnSpc>
                <a:spcPct val="100000"/>
              </a:lnSpc>
              <a:spcBef>
                <a:spcPts val="0"/>
              </a:spcBef>
              <a:spcAft>
                <a:spcPts val="0"/>
              </a:spcAft>
              <a:buClr>
                <a:srgbClr val="222F3E"/>
              </a:buClr>
              <a:buSzPts val="1300"/>
              <a:buNone/>
              <a:defRPr sz="1300">
                <a:solidFill>
                  <a:srgbClr val="222F3E"/>
                </a:solidFill>
              </a:defRPr>
            </a:lvl7pPr>
            <a:lvl8pPr lvl="7">
              <a:lnSpc>
                <a:spcPct val="100000"/>
              </a:lnSpc>
              <a:spcBef>
                <a:spcPts val="0"/>
              </a:spcBef>
              <a:spcAft>
                <a:spcPts val="0"/>
              </a:spcAft>
              <a:buClr>
                <a:srgbClr val="222F3E"/>
              </a:buClr>
              <a:buSzPts val="1300"/>
              <a:buNone/>
              <a:defRPr sz="1300">
                <a:solidFill>
                  <a:srgbClr val="222F3E"/>
                </a:solidFill>
              </a:defRPr>
            </a:lvl8pPr>
            <a:lvl9pPr lvl="8">
              <a:lnSpc>
                <a:spcPct val="100000"/>
              </a:lnSpc>
              <a:spcBef>
                <a:spcPts val="0"/>
              </a:spcBef>
              <a:spcAft>
                <a:spcPts val="0"/>
              </a:spcAft>
              <a:buClr>
                <a:srgbClr val="222F3E"/>
              </a:buClr>
              <a:buSzPts val="1300"/>
              <a:buNone/>
              <a:defRPr sz="1300">
                <a:solidFill>
                  <a:srgbClr val="222F3E"/>
                </a:solidFill>
              </a:defRPr>
            </a:lvl9pPr>
          </a:lstStyle>
          <a:p/>
        </p:txBody>
      </p:sp>
      <p:sp>
        <p:nvSpPr>
          <p:cNvPr id="407" name="Google Shape;407;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08" name="Google Shape;408;p60" title="NOVI Brand Logo.png"/>
          <p:cNvPicPr preferRelativeResize="0"/>
          <p:nvPr/>
        </p:nvPicPr>
        <p:blipFill>
          <a:blip r:embed="rId2">
            <a:alphaModFix/>
          </a:blip>
          <a:stretch>
            <a:fillRect/>
          </a:stretch>
        </p:blipFill>
        <p:spPr>
          <a:xfrm>
            <a:off x="2925327" y="4626027"/>
            <a:ext cx="593373" cy="225700"/>
          </a:xfrm>
          <a:prstGeom prst="rect">
            <a:avLst/>
          </a:prstGeom>
          <a:noFill/>
          <a:ln>
            <a:noFill/>
          </a:ln>
        </p:spPr>
      </p:pic>
      <p:pic>
        <p:nvPicPr>
          <p:cNvPr id="409" name="Google Shape;409;p60" title="Cover-Background.png"/>
          <p:cNvPicPr preferRelativeResize="0"/>
          <p:nvPr/>
        </p:nvPicPr>
        <p:blipFill rotWithShape="1">
          <a:blip r:embed="rId3">
            <a:alphaModFix/>
          </a:blip>
          <a:srcRect b="0" l="0" r="-160" t="0"/>
          <a:stretch/>
        </p:blipFill>
        <p:spPr>
          <a:xfrm>
            <a:off x="3971700" y="0"/>
            <a:ext cx="5180576" cy="5150650"/>
          </a:xfrm>
          <a:prstGeom prst="rect">
            <a:avLst/>
          </a:prstGeom>
          <a:noFill/>
          <a:ln>
            <a:noFill/>
          </a:ln>
        </p:spPr>
      </p:pic>
      <p:sp>
        <p:nvSpPr>
          <p:cNvPr id="410" name="Google Shape;410;p60"/>
          <p:cNvSpPr txBox="1"/>
          <p:nvPr>
            <p:ph idx="2" type="subTitle"/>
          </p:nvPr>
        </p:nvSpPr>
        <p:spPr>
          <a:xfrm>
            <a:off x="274500" y="4645748"/>
            <a:ext cx="1701900" cy="332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222F3E"/>
              </a:buClr>
              <a:buSzPts val="800"/>
              <a:buNone/>
              <a:defRPr sz="800">
                <a:solidFill>
                  <a:srgbClr val="222F3E"/>
                </a:solidFill>
              </a:defRPr>
            </a:lvl1pPr>
            <a:lvl2pPr lvl="1">
              <a:lnSpc>
                <a:spcPct val="100000"/>
              </a:lnSpc>
              <a:spcBef>
                <a:spcPts val="0"/>
              </a:spcBef>
              <a:spcAft>
                <a:spcPts val="0"/>
              </a:spcAft>
              <a:buClr>
                <a:srgbClr val="222F3E"/>
              </a:buClr>
              <a:buSzPts val="800"/>
              <a:buNone/>
              <a:defRPr sz="800">
                <a:solidFill>
                  <a:srgbClr val="222F3E"/>
                </a:solidFill>
              </a:defRPr>
            </a:lvl2pPr>
            <a:lvl3pPr lvl="2">
              <a:lnSpc>
                <a:spcPct val="100000"/>
              </a:lnSpc>
              <a:spcBef>
                <a:spcPts val="0"/>
              </a:spcBef>
              <a:spcAft>
                <a:spcPts val="0"/>
              </a:spcAft>
              <a:buClr>
                <a:srgbClr val="222F3E"/>
              </a:buClr>
              <a:buSzPts val="800"/>
              <a:buNone/>
              <a:defRPr sz="800">
                <a:solidFill>
                  <a:srgbClr val="222F3E"/>
                </a:solidFill>
              </a:defRPr>
            </a:lvl3pPr>
            <a:lvl4pPr lvl="3">
              <a:lnSpc>
                <a:spcPct val="100000"/>
              </a:lnSpc>
              <a:spcBef>
                <a:spcPts val="0"/>
              </a:spcBef>
              <a:spcAft>
                <a:spcPts val="0"/>
              </a:spcAft>
              <a:buClr>
                <a:srgbClr val="222F3E"/>
              </a:buClr>
              <a:buSzPts val="800"/>
              <a:buNone/>
              <a:defRPr sz="800">
                <a:solidFill>
                  <a:srgbClr val="222F3E"/>
                </a:solidFill>
              </a:defRPr>
            </a:lvl4pPr>
            <a:lvl5pPr lvl="4">
              <a:lnSpc>
                <a:spcPct val="100000"/>
              </a:lnSpc>
              <a:spcBef>
                <a:spcPts val="0"/>
              </a:spcBef>
              <a:spcAft>
                <a:spcPts val="0"/>
              </a:spcAft>
              <a:buClr>
                <a:srgbClr val="222F3E"/>
              </a:buClr>
              <a:buSzPts val="800"/>
              <a:buNone/>
              <a:defRPr sz="800">
                <a:solidFill>
                  <a:srgbClr val="222F3E"/>
                </a:solidFill>
              </a:defRPr>
            </a:lvl5pPr>
            <a:lvl6pPr lvl="5">
              <a:lnSpc>
                <a:spcPct val="100000"/>
              </a:lnSpc>
              <a:spcBef>
                <a:spcPts val="0"/>
              </a:spcBef>
              <a:spcAft>
                <a:spcPts val="0"/>
              </a:spcAft>
              <a:buClr>
                <a:srgbClr val="222F3E"/>
              </a:buClr>
              <a:buSzPts val="800"/>
              <a:buNone/>
              <a:defRPr sz="800">
                <a:solidFill>
                  <a:srgbClr val="222F3E"/>
                </a:solidFill>
              </a:defRPr>
            </a:lvl6pPr>
            <a:lvl7pPr lvl="6">
              <a:lnSpc>
                <a:spcPct val="100000"/>
              </a:lnSpc>
              <a:spcBef>
                <a:spcPts val="0"/>
              </a:spcBef>
              <a:spcAft>
                <a:spcPts val="0"/>
              </a:spcAft>
              <a:buClr>
                <a:srgbClr val="222F3E"/>
              </a:buClr>
              <a:buSzPts val="800"/>
              <a:buNone/>
              <a:defRPr sz="800">
                <a:solidFill>
                  <a:srgbClr val="222F3E"/>
                </a:solidFill>
              </a:defRPr>
            </a:lvl7pPr>
            <a:lvl8pPr lvl="7">
              <a:lnSpc>
                <a:spcPct val="100000"/>
              </a:lnSpc>
              <a:spcBef>
                <a:spcPts val="0"/>
              </a:spcBef>
              <a:spcAft>
                <a:spcPts val="0"/>
              </a:spcAft>
              <a:buClr>
                <a:srgbClr val="222F3E"/>
              </a:buClr>
              <a:buSzPts val="800"/>
              <a:buNone/>
              <a:defRPr sz="800">
                <a:solidFill>
                  <a:srgbClr val="222F3E"/>
                </a:solidFill>
              </a:defRPr>
            </a:lvl8pPr>
            <a:lvl9pPr lvl="8">
              <a:lnSpc>
                <a:spcPct val="100000"/>
              </a:lnSpc>
              <a:spcBef>
                <a:spcPts val="0"/>
              </a:spcBef>
              <a:spcAft>
                <a:spcPts val="0"/>
              </a:spcAft>
              <a:buClr>
                <a:srgbClr val="222F3E"/>
              </a:buClr>
              <a:buSzPts val="800"/>
              <a:buNone/>
              <a:defRPr sz="800">
                <a:solidFill>
                  <a:srgbClr val="222F3E"/>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type="secHead">
  <p:cSld name="SECTION_HEADER">
    <p:bg>
      <p:bgPr>
        <a:solidFill>
          <a:srgbClr val="FFF5DC"/>
        </a:solidFill>
      </p:bgPr>
    </p:bg>
    <p:spTree>
      <p:nvGrpSpPr>
        <p:cNvPr id="411" name="Shape 411"/>
        <p:cNvGrpSpPr/>
        <p:nvPr/>
      </p:nvGrpSpPr>
      <p:grpSpPr>
        <a:xfrm>
          <a:off x="0" y="0"/>
          <a:ext cx="0" cy="0"/>
          <a:chOff x="0" y="0"/>
          <a:chExt cx="0" cy="0"/>
        </a:xfrm>
      </p:grpSpPr>
      <p:sp>
        <p:nvSpPr>
          <p:cNvPr id="412" name="Google Shape;412;p61"/>
          <p:cNvSpPr txBox="1"/>
          <p:nvPr>
            <p:ph type="title"/>
          </p:nvPr>
        </p:nvSpPr>
        <p:spPr>
          <a:xfrm>
            <a:off x="4774750" y="628900"/>
            <a:ext cx="3627300" cy="2090700"/>
          </a:xfrm>
          <a:prstGeom prst="rect">
            <a:avLst/>
          </a:prstGeom>
        </p:spPr>
        <p:txBody>
          <a:bodyPr anchorCtr="0" anchor="ctr" bIns="91425" lIns="91425" spcFirstLastPara="1" rIns="91425" wrap="square" tIns="91425">
            <a:normAutofit/>
          </a:bodyPr>
          <a:lstStyle>
            <a:lvl1pPr lvl="0">
              <a:lnSpc>
                <a:spcPct val="80000"/>
              </a:lnSpc>
              <a:spcBef>
                <a:spcPts val="0"/>
              </a:spcBef>
              <a:spcAft>
                <a:spcPts val="0"/>
              </a:spcAft>
              <a:buSzPts val="4200"/>
              <a:buNone/>
              <a:defRPr sz="4200"/>
            </a:lvl1pPr>
            <a:lvl2pPr lvl="1">
              <a:lnSpc>
                <a:spcPct val="80000"/>
              </a:lnSpc>
              <a:spcBef>
                <a:spcPts val="0"/>
              </a:spcBef>
              <a:spcAft>
                <a:spcPts val="0"/>
              </a:spcAft>
              <a:buSzPts val="4200"/>
              <a:buNone/>
              <a:defRPr sz="4200"/>
            </a:lvl2pPr>
            <a:lvl3pPr lvl="2">
              <a:lnSpc>
                <a:spcPct val="80000"/>
              </a:lnSpc>
              <a:spcBef>
                <a:spcPts val="0"/>
              </a:spcBef>
              <a:spcAft>
                <a:spcPts val="0"/>
              </a:spcAft>
              <a:buSzPts val="4200"/>
              <a:buNone/>
              <a:defRPr sz="4200"/>
            </a:lvl3pPr>
            <a:lvl4pPr lvl="3">
              <a:lnSpc>
                <a:spcPct val="80000"/>
              </a:lnSpc>
              <a:spcBef>
                <a:spcPts val="0"/>
              </a:spcBef>
              <a:spcAft>
                <a:spcPts val="0"/>
              </a:spcAft>
              <a:buSzPts val="4200"/>
              <a:buNone/>
              <a:defRPr sz="4200"/>
            </a:lvl4pPr>
            <a:lvl5pPr lvl="4">
              <a:lnSpc>
                <a:spcPct val="80000"/>
              </a:lnSpc>
              <a:spcBef>
                <a:spcPts val="0"/>
              </a:spcBef>
              <a:spcAft>
                <a:spcPts val="0"/>
              </a:spcAft>
              <a:buSzPts val="4200"/>
              <a:buNone/>
              <a:defRPr sz="4200"/>
            </a:lvl5pPr>
            <a:lvl6pPr lvl="5">
              <a:lnSpc>
                <a:spcPct val="80000"/>
              </a:lnSpc>
              <a:spcBef>
                <a:spcPts val="0"/>
              </a:spcBef>
              <a:spcAft>
                <a:spcPts val="0"/>
              </a:spcAft>
              <a:buSzPts val="4200"/>
              <a:buNone/>
              <a:defRPr sz="4200"/>
            </a:lvl6pPr>
            <a:lvl7pPr lvl="6">
              <a:lnSpc>
                <a:spcPct val="80000"/>
              </a:lnSpc>
              <a:spcBef>
                <a:spcPts val="0"/>
              </a:spcBef>
              <a:spcAft>
                <a:spcPts val="0"/>
              </a:spcAft>
              <a:buSzPts val="4200"/>
              <a:buNone/>
              <a:defRPr sz="4200"/>
            </a:lvl7pPr>
            <a:lvl8pPr lvl="7">
              <a:lnSpc>
                <a:spcPct val="80000"/>
              </a:lnSpc>
              <a:spcBef>
                <a:spcPts val="0"/>
              </a:spcBef>
              <a:spcAft>
                <a:spcPts val="0"/>
              </a:spcAft>
              <a:buSzPts val="4200"/>
              <a:buNone/>
              <a:defRPr sz="4200"/>
            </a:lvl8pPr>
            <a:lvl9pPr lvl="8">
              <a:lnSpc>
                <a:spcPct val="80000"/>
              </a:lnSpc>
              <a:spcBef>
                <a:spcPts val="0"/>
              </a:spcBef>
              <a:spcAft>
                <a:spcPts val="0"/>
              </a:spcAft>
              <a:buSzPts val="4200"/>
              <a:buNone/>
              <a:defRPr sz="4200"/>
            </a:lvl9pPr>
          </a:lstStyle>
          <a:p/>
        </p:txBody>
      </p:sp>
      <p:sp>
        <p:nvSpPr>
          <p:cNvPr id="413" name="Google Shape;413;p61"/>
          <p:cNvSpPr txBox="1"/>
          <p:nvPr>
            <p:ph idx="1" type="subTitle"/>
          </p:nvPr>
        </p:nvSpPr>
        <p:spPr>
          <a:xfrm>
            <a:off x="5668450" y="3359700"/>
            <a:ext cx="2954100" cy="1572300"/>
          </a:xfrm>
          <a:prstGeom prst="rect">
            <a:avLst/>
          </a:prstGeom>
        </p:spPr>
        <p:txBody>
          <a:bodyPr anchorCtr="0" anchor="t" bIns="91425" lIns="91425" spcFirstLastPara="1" rIns="91425" wrap="square" tIns="91425">
            <a:normAutofit/>
          </a:bodyPr>
          <a:lstStyle>
            <a:lvl1pPr lvl="0" algn="r">
              <a:spcBef>
                <a:spcPts val="0"/>
              </a:spcBef>
              <a:spcAft>
                <a:spcPts val="0"/>
              </a:spcAft>
              <a:buClr>
                <a:schemeClr val="dk1"/>
              </a:buClr>
              <a:buSzPts val="7800"/>
              <a:buNone/>
              <a:defRPr sz="7800">
                <a:solidFill>
                  <a:schemeClr val="dk1"/>
                </a:solidFill>
              </a:defRPr>
            </a:lvl1pPr>
            <a:lvl2pPr lvl="1">
              <a:spcBef>
                <a:spcPts val="0"/>
              </a:spcBef>
              <a:spcAft>
                <a:spcPts val="0"/>
              </a:spcAft>
              <a:buClr>
                <a:schemeClr val="dk1"/>
              </a:buClr>
              <a:buSzPts val="7800"/>
              <a:buNone/>
              <a:defRPr sz="7800">
                <a:solidFill>
                  <a:schemeClr val="dk1"/>
                </a:solidFill>
              </a:defRPr>
            </a:lvl2pPr>
            <a:lvl3pPr lvl="2">
              <a:spcBef>
                <a:spcPts val="0"/>
              </a:spcBef>
              <a:spcAft>
                <a:spcPts val="0"/>
              </a:spcAft>
              <a:buClr>
                <a:schemeClr val="dk1"/>
              </a:buClr>
              <a:buSzPts val="7800"/>
              <a:buNone/>
              <a:defRPr sz="7800">
                <a:solidFill>
                  <a:schemeClr val="dk1"/>
                </a:solidFill>
              </a:defRPr>
            </a:lvl3pPr>
            <a:lvl4pPr lvl="3">
              <a:spcBef>
                <a:spcPts val="0"/>
              </a:spcBef>
              <a:spcAft>
                <a:spcPts val="0"/>
              </a:spcAft>
              <a:buClr>
                <a:schemeClr val="dk1"/>
              </a:buClr>
              <a:buSzPts val="7800"/>
              <a:buNone/>
              <a:defRPr sz="7800">
                <a:solidFill>
                  <a:schemeClr val="dk1"/>
                </a:solidFill>
              </a:defRPr>
            </a:lvl4pPr>
            <a:lvl5pPr lvl="4">
              <a:spcBef>
                <a:spcPts val="0"/>
              </a:spcBef>
              <a:spcAft>
                <a:spcPts val="0"/>
              </a:spcAft>
              <a:buClr>
                <a:schemeClr val="dk1"/>
              </a:buClr>
              <a:buSzPts val="7800"/>
              <a:buNone/>
              <a:defRPr sz="7800">
                <a:solidFill>
                  <a:schemeClr val="dk1"/>
                </a:solidFill>
              </a:defRPr>
            </a:lvl5pPr>
            <a:lvl6pPr lvl="5">
              <a:spcBef>
                <a:spcPts val="0"/>
              </a:spcBef>
              <a:spcAft>
                <a:spcPts val="0"/>
              </a:spcAft>
              <a:buClr>
                <a:schemeClr val="dk1"/>
              </a:buClr>
              <a:buSzPts val="7800"/>
              <a:buNone/>
              <a:defRPr sz="7800">
                <a:solidFill>
                  <a:schemeClr val="dk1"/>
                </a:solidFill>
              </a:defRPr>
            </a:lvl6pPr>
            <a:lvl7pPr lvl="6">
              <a:spcBef>
                <a:spcPts val="0"/>
              </a:spcBef>
              <a:spcAft>
                <a:spcPts val="0"/>
              </a:spcAft>
              <a:buClr>
                <a:schemeClr val="dk1"/>
              </a:buClr>
              <a:buSzPts val="7800"/>
              <a:buNone/>
              <a:defRPr sz="7800">
                <a:solidFill>
                  <a:schemeClr val="dk1"/>
                </a:solidFill>
              </a:defRPr>
            </a:lvl7pPr>
            <a:lvl8pPr lvl="7">
              <a:spcBef>
                <a:spcPts val="0"/>
              </a:spcBef>
              <a:spcAft>
                <a:spcPts val="0"/>
              </a:spcAft>
              <a:buClr>
                <a:schemeClr val="dk1"/>
              </a:buClr>
              <a:buSzPts val="7800"/>
              <a:buNone/>
              <a:defRPr sz="7800">
                <a:solidFill>
                  <a:schemeClr val="dk1"/>
                </a:solidFill>
              </a:defRPr>
            </a:lvl8pPr>
            <a:lvl9pPr lvl="8">
              <a:spcBef>
                <a:spcPts val="0"/>
              </a:spcBef>
              <a:spcAft>
                <a:spcPts val="0"/>
              </a:spcAft>
              <a:buClr>
                <a:schemeClr val="dk1"/>
              </a:buClr>
              <a:buSzPts val="7800"/>
              <a:buNone/>
              <a:defRPr sz="7800">
                <a:solidFill>
                  <a:schemeClr val="dk1"/>
                </a:solidFill>
              </a:defRPr>
            </a:lvl9pPr>
          </a:lstStyle>
          <a:p/>
        </p:txBody>
      </p:sp>
      <p:sp>
        <p:nvSpPr>
          <p:cNvPr id="414" name="Google Shape;414;p61"/>
          <p:cNvSpPr/>
          <p:nvPr>
            <p:ph idx="2" type="pic"/>
          </p:nvPr>
        </p:nvSpPr>
        <p:spPr>
          <a:xfrm>
            <a:off x="0" y="-4650"/>
            <a:ext cx="4104600" cy="5152800"/>
          </a:xfrm>
          <a:prstGeom prst="rect">
            <a:avLst/>
          </a:prstGeom>
          <a:noFill/>
          <a:ln>
            <a:noFill/>
          </a:ln>
        </p:spPr>
      </p:sp>
      <p:pic>
        <p:nvPicPr>
          <p:cNvPr id="415" name="Google Shape;415;p61" title="Arrow.png"/>
          <p:cNvPicPr preferRelativeResize="0"/>
          <p:nvPr/>
        </p:nvPicPr>
        <p:blipFill>
          <a:blip r:embed="rId2">
            <a:alphaModFix/>
          </a:blip>
          <a:stretch>
            <a:fillRect/>
          </a:stretch>
        </p:blipFill>
        <p:spPr>
          <a:xfrm>
            <a:off x="4783016" y="3973300"/>
            <a:ext cx="553175" cy="5531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No Image)">
  <p:cSld name="SECTION_HEADER_1">
    <p:bg>
      <p:bgPr>
        <a:solidFill>
          <a:srgbClr val="FFF5DC"/>
        </a:solidFill>
      </p:bgPr>
    </p:bg>
    <p:spTree>
      <p:nvGrpSpPr>
        <p:cNvPr id="416" name="Shape 416"/>
        <p:cNvGrpSpPr/>
        <p:nvPr/>
      </p:nvGrpSpPr>
      <p:grpSpPr>
        <a:xfrm>
          <a:off x="0" y="0"/>
          <a:ext cx="0" cy="0"/>
          <a:chOff x="0" y="0"/>
          <a:chExt cx="0" cy="0"/>
        </a:xfrm>
      </p:grpSpPr>
      <p:sp>
        <p:nvSpPr>
          <p:cNvPr id="417" name="Google Shape;417;p62"/>
          <p:cNvSpPr txBox="1"/>
          <p:nvPr>
            <p:ph type="title"/>
          </p:nvPr>
        </p:nvSpPr>
        <p:spPr>
          <a:xfrm>
            <a:off x="4774750" y="628900"/>
            <a:ext cx="3627300" cy="2090700"/>
          </a:xfrm>
          <a:prstGeom prst="rect">
            <a:avLst/>
          </a:prstGeom>
        </p:spPr>
        <p:txBody>
          <a:bodyPr anchorCtr="0" anchor="ctr" bIns="91425" lIns="91425" spcFirstLastPara="1" rIns="91425" wrap="square" tIns="91425">
            <a:normAutofit/>
          </a:bodyPr>
          <a:lstStyle>
            <a:lvl1pPr lvl="0">
              <a:lnSpc>
                <a:spcPct val="80000"/>
              </a:lnSpc>
              <a:spcBef>
                <a:spcPts val="0"/>
              </a:spcBef>
              <a:spcAft>
                <a:spcPts val="0"/>
              </a:spcAft>
              <a:buSzPts val="4200"/>
              <a:buNone/>
              <a:defRPr sz="4200"/>
            </a:lvl1pPr>
            <a:lvl2pPr lvl="1">
              <a:lnSpc>
                <a:spcPct val="80000"/>
              </a:lnSpc>
              <a:spcBef>
                <a:spcPts val="0"/>
              </a:spcBef>
              <a:spcAft>
                <a:spcPts val="0"/>
              </a:spcAft>
              <a:buSzPts val="4200"/>
              <a:buNone/>
              <a:defRPr sz="4200"/>
            </a:lvl2pPr>
            <a:lvl3pPr lvl="2">
              <a:lnSpc>
                <a:spcPct val="80000"/>
              </a:lnSpc>
              <a:spcBef>
                <a:spcPts val="0"/>
              </a:spcBef>
              <a:spcAft>
                <a:spcPts val="0"/>
              </a:spcAft>
              <a:buSzPts val="4200"/>
              <a:buNone/>
              <a:defRPr sz="4200"/>
            </a:lvl3pPr>
            <a:lvl4pPr lvl="3">
              <a:lnSpc>
                <a:spcPct val="80000"/>
              </a:lnSpc>
              <a:spcBef>
                <a:spcPts val="0"/>
              </a:spcBef>
              <a:spcAft>
                <a:spcPts val="0"/>
              </a:spcAft>
              <a:buSzPts val="4200"/>
              <a:buNone/>
              <a:defRPr sz="4200"/>
            </a:lvl4pPr>
            <a:lvl5pPr lvl="4">
              <a:lnSpc>
                <a:spcPct val="80000"/>
              </a:lnSpc>
              <a:spcBef>
                <a:spcPts val="0"/>
              </a:spcBef>
              <a:spcAft>
                <a:spcPts val="0"/>
              </a:spcAft>
              <a:buSzPts val="4200"/>
              <a:buNone/>
              <a:defRPr sz="4200"/>
            </a:lvl5pPr>
            <a:lvl6pPr lvl="5">
              <a:lnSpc>
                <a:spcPct val="80000"/>
              </a:lnSpc>
              <a:spcBef>
                <a:spcPts val="0"/>
              </a:spcBef>
              <a:spcAft>
                <a:spcPts val="0"/>
              </a:spcAft>
              <a:buSzPts val="4200"/>
              <a:buNone/>
              <a:defRPr sz="4200"/>
            </a:lvl6pPr>
            <a:lvl7pPr lvl="6">
              <a:lnSpc>
                <a:spcPct val="80000"/>
              </a:lnSpc>
              <a:spcBef>
                <a:spcPts val="0"/>
              </a:spcBef>
              <a:spcAft>
                <a:spcPts val="0"/>
              </a:spcAft>
              <a:buSzPts val="4200"/>
              <a:buNone/>
              <a:defRPr sz="4200"/>
            </a:lvl7pPr>
            <a:lvl8pPr lvl="7">
              <a:lnSpc>
                <a:spcPct val="80000"/>
              </a:lnSpc>
              <a:spcBef>
                <a:spcPts val="0"/>
              </a:spcBef>
              <a:spcAft>
                <a:spcPts val="0"/>
              </a:spcAft>
              <a:buSzPts val="4200"/>
              <a:buNone/>
              <a:defRPr sz="4200"/>
            </a:lvl8pPr>
            <a:lvl9pPr lvl="8">
              <a:lnSpc>
                <a:spcPct val="80000"/>
              </a:lnSpc>
              <a:spcBef>
                <a:spcPts val="0"/>
              </a:spcBef>
              <a:spcAft>
                <a:spcPts val="0"/>
              </a:spcAft>
              <a:buSzPts val="4200"/>
              <a:buNone/>
              <a:defRPr sz="4200"/>
            </a:lvl9pPr>
          </a:lstStyle>
          <a:p/>
        </p:txBody>
      </p:sp>
      <p:sp>
        <p:nvSpPr>
          <p:cNvPr id="418" name="Google Shape;418;p62"/>
          <p:cNvSpPr txBox="1"/>
          <p:nvPr>
            <p:ph idx="1" type="subTitle"/>
          </p:nvPr>
        </p:nvSpPr>
        <p:spPr>
          <a:xfrm>
            <a:off x="5668450" y="3359700"/>
            <a:ext cx="2954100" cy="1572300"/>
          </a:xfrm>
          <a:prstGeom prst="rect">
            <a:avLst/>
          </a:prstGeom>
        </p:spPr>
        <p:txBody>
          <a:bodyPr anchorCtr="0" anchor="t" bIns="91425" lIns="91425" spcFirstLastPara="1" rIns="91425" wrap="square" tIns="91425">
            <a:normAutofit/>
          </a:bodyPr>
          <a:lstStyle>
            <a:lvl1pPr lvl="0" algn="r">
              <a:spcBef>
                <a:spcPts val="0"/>
              </a:spcBef>
              <a:spcAft>
                <a:spcPts val="0"/>
              </a:spcAft>
              <a:buClr>
                <a:schemeClr val="dk1"/>
              </a:buClr>
              <a:buSzPts val="7800"/>
              <a:buNone/>
              <a:defRPr sz="7800">
                <a:solidFill>
                  <a:schemeClr val="dk1"/>
                </a:solidFill>
              </a:defRPr>
            </a:lvl1pPr>
            <a:lvl2pPr lvl="1">
              <a:spcBef>
                <a:spcPts val="0"/>
              </a:spcBef>
              <a:spcAft>
                <a:spcPts val="0"/>
              </a:spcAft>
              <a:buClr>
                <a:schemeClr val="dk1"/>
              </a:buClr>
              <a:buSzPts val="7800"/>
              <a:buNone/>
              <a:defRPr sz="7800">
                <a:solidFill>
                  <a:schemeClr val="dk1"/>
                </a:solidFill>
              </a:defRPr>
            </a:lvl2pPr>
            <a:lvl3pPr lvl="2">
              <a:spcBef>
                <a:spcPts val="0"/>
              </a:spcBef>
              <a:spcAft>
                <a:spcPts val="0"/>
              </a:spcAft>
              <a:buClr>
                <a:schemeClr val="dk1"/>
              </a:buClr>
              <a:buSzPts val="7800"/>
              <a:buNone/>
              <a:defRPr sz="7800">
                <a:solidFill>
                  <a:schemeClr val="dk1"/>
                </a:solidFill>
              </a:defRPr>
            </a:lvl3pPr>
            <a:lvl4pPr lvl="3">
              <a:spcBef>
                <a:spcPts val="0"/>
              </a:spcBef>
              <a:spcAft>
                <a:spcPts val="0"/>
              </a:spcAft>
              <a:buClr>
                <a:schemeClr val="dk1"/>
              </a:buClr>
              <a:buSzPts val="7800"/>
              <a:buNone/>
              <a:defRPr sz="7800">
                <a:solidFill>
                  <a:schemeClr val="dk1"/>
                </a:solidFill>
              </a:defRPr>
            </a:lvl4pPr>
            <a:lvl5pPr lvl="4">
              <a:spcBef>
                <a:spcPts val="0"/>
              </a:spcBef>
              <a:spcAft>
                <a:spcPts val="0"/>
              </a:spcAft>
              <a:buClr>
                <a:schemeClr val="dk1"/>
              </a:buClr>
              <a:buSzPts val="7800"/>
              <a:buNone/>
              <a:defRPr sz="7800">
                <a:solidFill>
                  <a:schemeClr val="dk1"/>
                </a:solidFill>
              </a:defRPr>
            </a:lvl5pPr>
            <a:lvl6pPr lvl="5">
              <a:spcBef>
                <a:spcPts val="0"/>
              </a:spcBef>
              <a:spcAft>
                <a:spcPts val="0"/>
              </a:spcAft>
              <a:buClr>
                <a:schemeClr val="dk1"/>
              </a:buClr>
              <a:buSzPts val="7800"/>
              <a:buNone/>
              <a:defRPr sz="7800">
                <a:solidFill>
                  <a:schemeClr val="dk1"/>
                </a:solidFill>
              </a:defRPr>
            </a:lvl6pPr>
            <a:lvl7pPr lvl="6">
              <a:spcBef>
                <a:spcPts val="0"/>
              </a:spcBef>
              <a:spcAft>
                <a:spcPts val="0"/>
              </a:spcAft>
              <a:buClr>
                <a:schemeClr val="dk1"/>
              </a:buClr>
              <a:buSzPts val="7800"/>
              <a:buNone/>
              <a:defRPr sz="7800">
                <a:solidFill>
                  <a:schemeClr val="dk1"/>
                </a:solidFill>
              </a:defRPr>
            </a:lvl7pPr>
            <a:lvl8pPr lvl="7">
              <a:spcBef>
                <a:spcPts val="0"/>
              </a:spcBef>
              <a:spcAft>
                <a:spcPts val="0"/>
              </a:spcAft>
              <a:buClr>
                <a:schemeClr val="dk1"/>
              </a:buClr>
              <a:buSzPts val="7800"/>
              <a:buNone/>
              <a:defRPr sz="7800">
                <a:solidFill>
                  <a:schemeClr val="dk1"/>
                </a:solidFill>
              </a:defRPr>
            </a:lvl8pPr>
            <a:lvl9pPr lvl="8">
              <a:spcBef>
                <a:spcPts val="0"/>
              </a:spcBef>
              <a:spcAft>
                <a:spcPts val="0"/>
              </a:spcAft>
              <a:buClr>
                <a:schemeClr val="dk1"/>
              </a:buClr>
              <a:buSzPts val="7800"/>
              <a:buNone/>
              <a:defRPr sz="7800">
                <a:solidFill>
                  <a:schemeClr val="dk1"/>
                </a:solidFill>
              </a:defRPr>
            </a:lvl9pPr>
          </a:lstStyle>
          <a:p/>
        </p:txBody>
      </p:sp>
      <p:pic>
        <p:nvPicPr>
          <p:cNvPr id="419" name="Google Shape;419;p62" title="Arrow.png"/>
          <p:cNvPicPr preferRelativeResize="0"/>
          <p:nvPr/>
        </p:nvPicPr>
        <p:blipFill>
          <a:blip r:embed="rId2">
            <a:alphaModFix/>
          </a:blip>
          <a:stretch>
            <a:fillRect/>
          </a:stretch>
        </p:blipFill>
        <p:spPr>
          <a:xfrm>
            <a:off x="4783016" y="3973300"/>
            <a:ext cx="553175" cy="553175"/>
          </a:xfrm>
          <a:prstGeom prst="rect">
            <a:avLst/>
          </a:prstGeom>
          <a:noFill/>
          <a:ln>
            <a:noFill/>
          </a:ln>
        </p:spPr>
      </p:pic>
      <p:pic>
        <p:nvPicPr>
          <p:cNvPr id="420" name="Google Shape;420;p62" title="Div-Background.png"/>
          <p:cNvPicPr preferRelativeResize="0"/>
          <p:nvPr/>
        </p:nvPicPr>
        <p:blipFill rotWithShape="1">
          <a:blip r:embed="rId3">
            <a:alphaModFix/>
          </a:blip>
          <a:srcRect b="0" l="6341" r="0" t="0"/>
          <a:stretch/>
        </p:blipFill>
        <p:spPr>
          <a:xfrm>
            <a:off x="0" y="0"/>
            <a:ext cx="4103925" cy="51435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
    <p:bg>
      <p:bgPr>
        <a:solidFill>
          <a:srgbClr val="222F3E"/>
        </a:solidFill>
      </p:bgPr>
    </p:bg>
    <p:spTree>
      <p:nvGrpSpPr>
        <p:cNvPr id="421" name="Shape 421"/>
        <p:cNvGrpSpPr/>
        <p:nvPr/>
      </p:nvGrpSpPr>
      <p:grpSpPr>
        <a:xfrm>
          <a:off x="0" y="0"/>
          <a:ext cx="0" cy="0"/>
          <a:chOff x="0" y="0"/>
          <a:chExt cx="0" cy="0"/>
        </a:xfrm>
      </p:grpSpPr>
      <p:sp>
        <p:nvSpPr>
          <p:cNvPr id="422" name="Google Shape;422;p63"/>
          <p:cNvSpPr txBox="1"/>
          <p:nvPr/>
        </p:nvSpPr>
        <p:spPr>
          <a:xfrm>
            <a:off x="1014775" y="1479500"/>
            <a:ext cx="25176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rgbClr val="FFF5DC"/>
                </a:solidFill>
                <a:latin typeface="Roboto"/>
                <a:ea typeface="Roboto"/>
                <a:cs typeface="Roboto"/>
                <a:sym typeface="Roboto"/>
              </a:rPr>
              <a:t>Agenda</a:t>
            </a:r>
            <a:endParaRPr sz="5200">
              <a:solidFill>
                <a:srgbClr val="FFF5DC"/>
              </a:solidFill>
              <a:latin typeface="Roboto"/>
              <a:ea typeface="Roboto"/>
              <a:cs typeface="Roboto"/>
              <a:sym typeface="Roboto"/>
            </a:endParaRPr>
          </a:p>
        </p:txBody>
      </p:sp>
      <p:sp>
        <p:nvSpPr>
          <p:cNvPr id="423" name="Google Shape;423;p63"/>
          <p:cNvSpPr txBox="1"/>
          <p:nvPr>
            <p:ph idx="1" type="body"/>
          </p:nvPr>
        </p:nvSpPr>
        <p:spPr>
          <a:xfrm>
            <a:off x="5275175" y="1580200"/>
            <a:ext cx="3268800" cy="27783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Clr>
                <a:schemeClr val="lt1"/>
              </a:buClr>
              <a:buSzPts val="1500"/>
              <a:buChar char="●"/>
              <a:defRPr sz="15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sz="1100">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424" name="Google Shape;424;p63"/>
          <p:cNvSpPr/>
          <p:nvPr/>
        </p:nvSpPr>
        <p:spPr>
          <a:xfrm>
            <a:off x="4990225" y="1696425"/>
            <a:ext cx="68100" cy="1859100"/>
          </a:xfrm>
          <a:prstGeom prst="rect">
            <a:avLst/>
          </a:prstGeom>
          <a:solidFill>
            <a:srgbClr val="FFCE2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Text" type="twoColTx">
  <p:cSld name="TITLE_AND_TWO_COLUMNS">
    <p:spTree>
      <p:nvGrpSpPr>
        <p:cNvPr id="425" name="Shape 425"/>
        <p:cNvGrpSpPr/>
        <p:nvPr/>
      </p:nvGrpSpPr>
      <p:grpSpPr>
        <a:xfrm>
          <a:off x="0" y="0"/>
          <a:ext cx="0" cy="0"/>
          <a:chOff x="0" y="0"/>
          <a:chExt cx="0" cy="0"/>
        </a:xfrm>
      </p:grpSpPr>
      <p:sp>
        <p:nvSpPr>
          <p:cNvPr id="426" name="Google Shape;426;p64"/>
          <p:cNvSpPr txBox="1"/>
          <p:nvPr>
            <p:ph type="title"/>
          </p:nvPr>
        </p:nvSpPr>
        <p:spPr>
          <a:xfrm>
            <a:off x="311700" y="68207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427" name="Google Shape;427;p64"/>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sp>
        <p:nvSpPr>
          <p:cNvPr id="428" name="Google Shape;428;p64"/>
          <p:cNvSpPr txBox="1"/>
          <p:nvPr>
            <p:ph idx="1"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cxnSp>
        <p:nvCxnSpPr>
          <p:cNvPr id="429" name="Google Shape;429;p64"/>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430" name="Google Shape;430;p64"/>
          <p:cNvSpPr txBox="1"/>
          <p:nvPr>
            <p:ph idx="2" type="body"/>
          </p:nvPr>
        </p:nvSpPr>
        <p:spPr>
          <a:xfrm>
            <a:off x="322400" y="1733550"/>
            <a:ext cx="3902400" cy="3003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rgbClr val="171736"/>
              </a:buClr>
              <a:buSzPts val="1300"/>
              <a:buChar char="●"/>
              <a:defRPr sz="1300">
                <a:solidFill>
                  <a:srgbClr val="171736"/>
                </a:solidFill>
              </a:defRPr>
            </a:lvl1pPr>
            <a:lvl2pPr indent="-298450" lvl="1" marL="914400">
              <a:spcBef>
                <a:spcPts val="0"/>
              </a:spcBef>
              <a:spcAft>
                <a:spcPts val="0"/>
              </a:spcAft>
              <a:buClr>
                <a:srgbClr val="171736"/>
              </a:buClr>
              <a:buSzPts val="1100"/>
              <a:buChar char="○"/>
              <a:defRPr sz="1100">
                <a:solidFill>
                  <a:srgbClr val="171736"/>
                </a:solidFill>
              </a:defRPr>
            </a:lvl2pPr>
            <a:lvl3pPr indent="-298450" lvl="2" marL="1371600">
              <a:spcBef>
                <a:spcPts val="0"/>
              </a:spcBef>
              <a:spcAft>
                <a:spcPts val="0"/>
              </a:spcAft>
              <a:buClr>
                <a:srgbClr val="171736"/>
              </a:buClr>
              <a:buSzPts val="1100"/>
              <a:buChar char="■"/>
              <a:defRPr sz="1100">
                <a:solidFill>
                  <a:srgbClr val="171736"/>
                </a:solidFill>
              </a:defRPr>
            </a:lvl3pPr>
            <a:lvl4pPr indent="-298450" lvl="3" marL="1828800">
              <a:spcBef>
                <a:spcPts val="0"/>
              </a:spcBef>
              <a:spcAft>
                <a:spcPts val="0"/>
              </a:spcAft>
              <a:buClr>
                <a:srgbClr val="171736"/>
              </a:buClr>
              <a:buSzPts val="1100"/>
              <a:buChar char="●"/>
              <a:defRPr sz="1100">
                <a:solidFill>
                  <a:srgbClr val="171736"/>
                </a:solidFill>
              </a:defRPr>
            </a:lvl4pPr>
            <a:lvl5pPr indent="-298450" lvl="4" marL="2286000">
              <a:spcBef>
                <a:spcPts val="0"/>
              </a:spcBef>
              <a:spcAft>
                <a:spcPts val="0"/>
              </a:spcAft>
              <a:buClr>
                <a:srgbClr val="171736"/>
              </a:buClr>
              <a:buSzPts val="1100"/>
              <a:buChar char="○"/>
              <a:defRPr sz="1100">
                <a:solidFill>
                  <a:srgbClr val="171736"/>
                </a:solidFill>
              </a:defRPr>
            </a:lvl5pPr>
            <a:lvl6pPr indent="-298450" lvl="5" marL="2743200">
              <a:spcBef>
                <a:spcPts val="0"/>
              </a:spcBef>
              <a:spcAft>
                <a:spcPts val="0"/>
              </a:spcAft>
              <a:buClr>
                <a:srgbClr val="171736"/>
              </a:buClr>
              <a:buSzPts val="1100"/>
              <a:buChar char="■"/>
              <a:defRPr sz="1100">
                <a:solidFill>
                  <a:srgbClr val="171736"/>
                </a:solidFill>
              </a:defRPr>
            </a:lvl6pPr>
            <a:lvl7pPr indent="-298450" lvl="6" marL="3200400">
              <a:spcBef>
                <a:spcPts val="0"/>
              </a:spcBef>
              <a:spcAft>
                <a:spcPts val="0"/>
              </a:spcAft>
              <a:buClr>
                <a:srgbClr val="171736"/>
              </a:buClr>
              <a:buSzPts val="1100"/>
              <a:buChar char="●"/>
              <a:defRPr sz="1100">
                <a:solidFill>
                  <a:srgbClr val="171736"/>
                </a:solidFill>
              </a:defRPr>
            </a:lvl7pPr>
            <a:lvl8pPr indent="-298450" lvl="7" marL="3657600">
              <a:spcBef>
                <a:spcPts val="0"/>
              </a:spcBef>
              <a:spcAft>
                <a:spcPts val="0"/>
              </a:spcAft>
              <a:buClr>
                <a:srgbClr val="171736"/>
              </a:buClr>
              <a:buSzPts val="1100"/>
              <a:buChar char="○"/>
              <a:defRPr sz="1100">
                <a:solidFill>
                  <a:srgbClr val="171736"/>
                </a:solidFill>
              </a:defRPr>
            </a:lvl8pPr>
            <a:lvl9pPr indent="-298450" lvl="8" marL="4114800">
              <a:spcBef>
                <a:spcPts val="0"/>
              </a:spcBef>
              <a:spcAft>
                <a:spcPts val="0"/>
              </a:spcAft>
              <a:buClr>
                <a:srgbClr val="171736"/>
              </a:buClr>
              <a:buSzPts val="1100"/>
              <a:buChar char="■"/>
              <a:defRPr sz="1100">
                <a:solidFill>
                  <a:srgbClr val="171736"/>
                </a:solidFill>
              </a:defRPr>
            </a:lvl9pPr>
          </a:lstStyle>
          <a:p/>
        </p:txBody>
      </p:sp>
      <p:sp>
        <p:nvSpPr>
          <p:cNvPr id="431" name="Google Shape;431;p64"/>
          <p:cNvSpPr txBox="1"/>
          <p:nvPr>
            <p:ph idx="3" type="body"/>
          </p:nvPr>
        </p:nvSpPr>
        <p:spPr>
          <a:xfrm>
            <a:off x="4464600" y="1733550"/>
            <a:ext cx="3902400" cy="3003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rgbClr val="171736"/>
              </a:buClr>
              <a:buSzPts val="1300"/>
              <a:buChar char="●"/>
              <a:defRPr sz="1300">
                <a:solidFill>
                  <a:srgbClr val="171736"/>
                </a:solidFill>
              </a:defRPr>
            </a:lvl1pPr>
            <a:lvl2pPr indent="-298450" lvl="1" marL="914400">
              <a:spcBef>
                <a:spcPts val="0"/>
              </a:spcBef>
              <a:spcAft>
                <a:spcPts val="0"/>
              </a:spcAft>
              <a:buClr>
                <a:srgbClr val="171736"/>
              </a:buClr>
              <a:buSzPts val="1100"/>
              <a:buChar char="○"/>
              <a:defRPr sz="1100">
                <a:solidFill>
                  <a:srgbClr val="171736"/>
                </a:solidFill>
              </a:defRPr>
            </a:lvl2pPr>
            <a:lvl3pPr indent="-298450" lvl="2" marL="1371600">
              <a:spcBef>
                <a:spcPts val="0"/>
              </a:spcBef>
              <a:spcAft>
                <a:spcPts val="0"/>
              </a:spcAft>
              <a:buClr>
                <a:srgbClr val="171736"/>
              </a:buClr>
              <a:buSzPts val="1100"/>
              <a:buChar char="■"/>
              <a:defRPr sz="1100">
                <a:solidFill>
                  <a:srgbClr val="171736"/>
                </a:solidFill>
              </a:defRPr>
            </a:lvl3pPr>
            <a:lvl4pPr indent="-298450" lvl="3" marL="1828800">
              <a:spcBef>
                <a:spcPts val="0"/>
              </a:spcBef>
              <a:spcAft>
                <a:spcPts val="0"/>
              </a:spcAft>
              <a:buClr>
                <a:srgbClr val="171736"/>
              </a:buClr>
              <a:buSzPts val="1100"/>
              <a:buChar char="●"/>
              <a:defRPr sz="1100">
                <a:solidFill>
                  <a:srgbClr val="171736"/>
                </a:solidFill>
              </a:defRPr>
            </a:lvl4pPr>
            <a:lvl5pPr indent="-298450" lvl="4" marL="2286000">
              <a:spcBef>
                <a:spcPts val="0"/>
              </a:spcBef>
              <a:spcAft>
                <a:spcPts val="0"/>
              </a:spcAft>
              <a:buClr>
                <a:srgbClr val="171736"/>
              </a:buClr>
              <a:buSzPts val="1100"/>
              <a:buChar char="○"/>
              <a:defRPr sz="1100">
                <a:solidFill>
                  <a:srgbClr val="171736"/>
                </a:solidFill>
              </a:defRPr>
            </a:lvl5pPr>
            <a:lvl6pPr indent="-298450" lvl="5" marL="2743200">
              <a:spcBef>
                <a:spcPts val="0"/>
              </a:spcBef>
              <a:spcAft>
                <a:spcPts val="0"/>
              </a:spcAft>
              <a:buClr>
                <a:srgbClr val="171736"/>
              </a:buClr>
              <a:buSzPts val="1100"/>
              <a:buChar char="■"/>
              <a:defRPr sz="1100">
                <a:solidFill>
                  <a:srgbClr val="171736"/>
                </a:solidFill>
              </a:defRPr>
            </a:lvl6pPr>
            <a:lvl7pPr indent="-298450" lvl="6" marL="3200400">
              <a:spcBef>
                <a:spcPts val="0"/>
              </a:spcBef>
              <a:spcAft>
                <a:spcPts val="0"/>
              </a:spcAft>
              <a:buClr>
                <a:srgbClr val="171736"/>
              </a:buClr>
              <a:buSzPts val="1100"/>
              <a:buChar char="●"/>
              <a:defRPr sz="1100">
                <a:solidFill>
                  <a:srgbClr val="171736"/>
                </a:solidFill>
              </a:defRPr>
            </a:lvl7pPr>
            <a:lvl8pPr indent="-298450" lvl="7" marL="3657600">
              <a:spcBef>
                <a:spcPts val="0"/>
              </a:spcBef>
              <a:spcAft>
                <a:spcPts val="0"/>
              </a:spcAft>
              <a:buClr>
                <a:srgbClr val="171736"/>
              </a:buClr>
              <a:buSzPts val="1100"/>
              <a:buChar char="○"/>
              <a:defRPr sz="1100">
                <a:solidFill>
                  <a:srgbClr val="171736"/>
                </a:solidFill>
              </a:defRPr>
            </a:lvl8pPr>
            <a:lvl9pPr indent="-298450" lvl="8" marL="4114800">
              <a:spcBef>
                <a:spcPts val="0"/>
              </a:spcBef>
              <a:spcAft>
                <a:spcPts val="0"/>
              </a:spcAft>
              <a:buClr>
                <a:srgbClr val="171736"/>
              </a:buClr>
              <a:buSzPts val="1100"/>
              <a:buChar char="■"/>
              <a:defRPr sz="1100">
                <a:solidFill>
                  <a:srgbClr val="171736"/>
                </a:solidFill>
              </a:defRPr>
            </a:lvl9pPr>
          </a:lstStyle>
          <a:p/>
        </p:txBody>
      </p:sp>
      <p:sp>
        <p:nvSpPr>
          <p:cNvPr id="432" name="Google Shape;432;p64"/>
          <p:cNvSpPr txBox="1"/>
          <p:nvPr>
            <p:ph idx="4"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Text ">
  <p:cSld name="ONE_COLUMN_TEXT">
    <p:spTree>
      <p:nvGrpSpPr>
        <p:cNvPr id="433" name="Shape 433"/>
        <p:cNvGrpSpPr/>
        <p:nvPr/>
      </p:nvGrpSpPr>
      <p:grpSpPr>
        <a:xfrm>
          <a:off x="0" y="0"/>
          <a:ext cx="0" cy="0"/>
          <a:chOff x="0" y="0"/>
          <a:chExt cx="0" cy="0"/>
        </a:xfrm>
      </p:grpSpPr>
      <p:sp>
        <p:nvSpPr>
          <p:cNvPr id="434" name="Google Shape;434;p65"/>
          <p:cNvSpPr txBox="1"/>
          <p:nvPr>
            <p:ph idx="1" type="body"/>
          </p:nvPr>
        </p:nvSpPr>
        <p:spPr>
          <a:xfrm>
            <a:off x="322400" y="2274875"/>
            <a:ext cx="2582400" cy="517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rgbClr val="171736"/>
              </a:buClr>
              <a:buSzPts val="1400"/>
              <a:buFont typeface="Roboto Medium"/>
              <a:buChar char="●"/>
              <a:defRPr sz="1400">
                <a:solidFill>
                  <a:srgbClr val="171736"/>
                </a:solidFill>
                <a:latin typeface="Roboto Medium"/>
                <a:ea typeface="Roboto Medium"/>
                <a:cs typeface="Roboto Medium"/>
                <a:sym typeface="Roboto Medium"/>
              </a:defRPr>
            </a:lvl1pPr>
            <a:lvl2pPr indent="-317500" lvl="1" marL="9144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2pPr>
            <a:lvl3pPr indent="-317500" lvl="2" marL="13716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3pPr>
            <a:lvl4pPr indent="-317500" lvl="3" marL="18288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4pPr>
            <a:lvl5pPr indent="-317500" lvl="4" marL="22860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5pPr>
            <a:lvl6pPr indent="-317500" lvl="5" marL="27432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6pPr>
            <a:lvl7pPr indent="-317500" lvl="6" marL="32004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7pPr>
            <a:lvl8pPr indent="-317500" lvl="7" marL="36576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8pPr>
            <a:lvl9pPr indent="-317500" lvl="8" marL="41148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9pPr>
          </a:lstStyle>
          <a:p/>
        </p:txBody>
      </p:sp>
      <p:sp>
        <p:nvSpPr>
          <p:cNvPr id="435" name="Google Shape;435;p65"/>
          <p:cNvSpPr txBox="1"/>
          <p:nvPr>
            <p:ph idx="2" type="body"/>
          </p:nvPr>
        </p:nvSpPr>
        <p:spPr>
          <a:xfrm>
            <a:off x="3190250" y="2274875"/>
            <a:ext cx="2582400" cy="517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rgbClr val="171736"/>
              </a:buClr>
              <a:buSzPts val="1400"/>
              <a:buFont typeface="Roboto Medium"/>
              <a:buChar char="●"/>
              <a:defRPr sz="1400">
                <a:solidFill>
                  <a:srgbClr val="171736"/>
                </a:solidFill>
                <a:latin typeface="Roboto Medium"/>
                <a:ea typeface="Roboto Medium"/>
                <a:cs typeface="Roboto Medium"/>
                <a:sym typeface="Roboto Medium"/>
              </a:defRPr>
            </a:lvl1pPr>
            <a:lvl2pPr indent="-317500" lvl="1" marL="9144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2pPr>
            <a:lvl3pPr indent="-317500" lvl="2" marL="13716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3pPr>
            <a:lvl4pPr indent="-317500" lvl="3" marL="18288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4pPr>
            <a:lvl5pPr indent="-317500" lvl="4" marL="22860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5pPr>
            <a:lvl6pPr indent="-317500" lvl="5" marL="27432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6pPr>
            <a:lvl7pPr indent="-317500" lvl="6" marL="32004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7pPr>
            <a:lvl8pPr indent="-317500" lvl="7" marL="36576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8pPr>
            <a:lvl9pPr indent="-317500" lvl="8" marL="41148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9pPr>
          </a:lstStyle>
          <a:p/>
        </p:txBody>
      </p:sp>
      <p:sp>
        <p:nvSpPr>
          <p:cNvPr id="436" name="Google Shape;436;p65"/>
          <p:cNvSpPr txBox="1"/>
          <p:nvPr>
            <p:ph idx="3" type="body"/>
          </p:nvPr>
        </p:nvSpPr>
        <p:spPr>
          <a:xfrm>
            <a:off x="6058100" y="2274875"/>
            <a:ext cx="2582400" cy="517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rgbClr val="171736"/>
              </a:buClr>
              <a:buSzPts val="1400"/>
              <a:buFont typeface="Roboto Medium"/>
              <a:buChar char="●"/>
              <a:defRPr sz="1400">
                <a:solidFill>
                  <a:srgbClr val="171736"/>
                </a:solidFill>
                <a:latin typeface="Roboto Medium"/>
                <a:ea typeface="Roboto Medium"/>
                <a:cs typeface="Roboto Medium"/>
                <a:sym typeface="Roboto Medium"/>
              </a:defRPr>
            </a:lvl1pPr>
            <a:lvl2pPr indent="-317500" lvl="1" marL="9144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2pPr>
            <a:lvl3pPr indent="-317500" lvl="2" marL="13716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3pPr>
            <a:lvl4pPr indent="-317500" lvl="3" marL="18288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4pPr>
            <a:lvl5pPr indent="-317500" lvl="4" marL="22860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5pPr>
            <a:lvl6pPr indent="-317500" lvl="5" marL="27432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6pPr>
            <a:lvl7pPr indent="-317500" lvl="6" marL="32004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7pPr>
            <a:lvl8pPr indent="-317500" lvl="7" marL="36576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8pPr>
            <a:lvl9pPr indent="-317500" lvl="8" marL="4114800">
              <a:spcBef>
                <a:spcPts val="0"/>
              </a:spcBef>
              <a:spcAft>
                <a:spcPts val="0"/>
              </a:spcAft>
              <a:buClr>
                <a:srgbClr val="171736"/>
              </a:buClr>
              <a:buSzPts val="1400"/>
              <a:buFont typeface="Roboto Medium"/>
              <a:buChar char="■"/>
              <a:defRPr>
                <a:solidFill>
                  <a:srgbClr val="171736"/>
                </a:solidFill>
                <a:latin typeface="Roboto Medium"/>
                <a:ea typeface="Roboto Medium"/>
                <a:cs typeface="Roboto Medium"/>
                <a:sym typeface="Roboto Medium"/>
              </a:defRPr>
            </a:lvl9pPr>
          </a:lstStyle>
          <a:p/>
        </p:txBody>
      </p:sp>
      <p:sp>
        <p:nvSpPr>
          <p:cNvPr id="437" name="Google Shape;437;p65"/>
          <p:cNvSpPr txBox="1"/>
          <p:nvPr>
            <p:ph idx="4" type="body"/>
          </p:nvPr>
        </p:nvSpPr>
        <p:spPr>
          <a:xfrm>
            <a:off x="322400" y="2789425"/>
            <a:ext cx="2582400" cy="1569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438" name="Google Shape;438;p65"/>
          <p:cNvSpPr txBox="1"/>
          <p:nvPr>
            <p:ph idx="5" type="body"/>
          </p:nvPr>
        </p:nvSpPr>
        <p:spPr>
          <a:xfrm>
            <a:off x="3190250" y="2789425"/>
            <a:ext cx="2582400" cy="1569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439" name="Google Shape;439;p65"/>
          <p:cNvSpPr txBox="1"/>
          <p:nvPr>
            <p:ph idx="6" type="body"/>
          </p:nvPr>
        </p:nvSpPr>
        <p:spPr>
          <a:xfrm>
            <a:off x="6058100" y="2789425"/>
            <a:ext cx="2582400" cy="1569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440" name="Google Shape;440;p65"/>
          <p:cNvSpPr txBox="1"/>
          <p:nvPr>
            <p:ph type="title"/>
          </p:nvPr>
        </p:nvSpPr>
        <p:spPr>
          <a:xfrm>
            <a:off x="311700" y="68207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grpSp>
        <p:nvGrpSpPr>
          <p:cNvPr id="441" name="Google Shape;441;p65"/>
          <p:cNvGrpSpPr/>
          <p:nvPr/>
        </p:nvGrpSpPr>
        <p:grpSpPr>
          <a:xfrm>
            <a:off x="405775" y="1757800"/>
            <a:ext cx="751100" cy="646500"/>
            <a:chOff x="405775" y="1757800"/>
            <a:chExt cx="751100" cy="646500"/>
          </a:xfrm>
        </p:grpSpPr>
        <p:sp>
          <p:nvSpPr>
            <p:cNvPr id="442" name="Google Shape;442;p65"/>
            <p:cNvSpPr txBox="1"/>
            <p:nvPr/>
          </p:nvSpPr>
          <p:spPr>
            <a:xfrm>
              <a:off x="508575" y="1757800"/>
              <a:ext cx="648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rgbClr val="BCBCC2"/>
                  </a:solidFill>
                  <a:latin typeface="Roboto Light"/>
                  <a:ea typeface="Roboto Light"/>
                  <a:cs typeface="Roboto Light"/>
                  <a:sym typeface="Roboto Light"/>
                </a:rPr>
                <a:t>01</a:t>
              </a:r>
              <a:endParaRPr sz="3000">
                <a:solidFill>
                  <a:srgbClr val="BCBCC2"/>
                </a:solidFill>
                <a:latin typeface="Roboto Light"/>
                <a:ea typeface="Roboto Light"/>
                <a:cs typeface="Roboto Light"/>
                <a:sym typeface="Roboto Light"/>
              </a:endParaRPr>
            </a:p>
          </p:txBody>
        </p:sp>
        <p:sp>
          <p:nvSpPr>
            <p:cNvPr id="443" name="Google Shape;443;p65"/>
            <p:cNvSpPr/>
            <p:nvPr/>
          </p:nvSpPr>
          <p:spPr>
            <a:xfrm>
              <a:off x="405775" y="1898200"/>
              <a:ext cx="61800" cy="334800"/>
            </a:xfrm>
            <a:prstGeom prst="rect">
              <a:avLst/>
            </a:prstGeom>
            <a:solidFill>
              <a:srgbClr val="FFCE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444" name="Google Shape;444;p65"/>
          <p:cNvGrpSpPr/>
          <p:nvPr/>
        </p:nvGrpSpPr>
        <p:grpSpPr>
          <a:xfrm>
            <a:off x="3278975" y="1757800"/>
            <a:ext cx="751100" cy="646500"/>
            <a:chOff x="405775" y="1757800"/>
            <a:chExt cx="751100" cy="646500"/>
          </a:xfrm>
        </p:grpSpPr>
        <p:sp>
          <p:nvSpPr>
            <p:cNvPr id="445" name="Google Shape;445;p65"/>
            <p:cNvSpPr txBox="1"/>
            <p:nvPr/>
          </p:nvSpPr>
          <p:spPr>
            <a:xfrm>
              <a:off x="508575" y="1757800"/>
              <a:ext cx="648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rgbClr val="BCBCC2"/>
                  </a:solidFill>
                  <a:latin typeface="Roboto Light"/>
                  <a:ea typeface="Roboto Light"/>
                  <a:cs typeface="Roboto Light"/>
                  <a:sym typeface="Roboto Light"/>
                </a:rPr>
                <a:t>02</a:t>
              </a:r>
              <a:endParaRPr sz="3000">
                <a:solidFill>
                  <a:srgbClr val="BCBCC2"/>
                </a:solidFill>
                <a:latin typeface="Roboto Light"/>
                <a:ea typeface="Roboto Light"/>
                <a:cs typeface="Roboto Light"/>
                <a:sym typeface="Roboto Light"/>
              </a:endParaRPr>
            </a:p>
          </p:txBody>
        </p:sp>
        <p:sp>
          <p:nvSpPr>
            <p:cNvPr id="446" name="Google Shape;446;p65"/>
            <p:cNvSpPr/>
            <p:nvPr/>
          </p:nvSpPr>
          <p:spPr>
            <a:xfrm>
              <a:off x="405775" y="1898200"/>
              <a:ext cx="61800" cy="334800"/>
            </a:xfrm>
            <a:prstGeom prst="rect">
              <a:avLst/>
            </a:prstGeom>
            <a:solidFill>
              <a:srgbClr val="FFCE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447" name="Google Shape;447;p65"/>
          <p:cNvGrpSpPr/>
          <p:nvPr/>
        </p:nvGrpSpPr>
        <p:grpSpPr>
          <a:xfrm>
            <a:off x="6152175" y="1757800"/>
            <a:ext cx="751100" cy="646500"/>
            <a:chOff x="405775" y="1757800"/>
            <a:chExt cx="751100" cy="646500"/>
          </a:xfrm>
        </p:grpSpPr>
        <p:sp>
          <p:nvSpPr>
            <p:cNvPr id="448" name="Google Shape;448;p65"/>
            <p:cNvSpPr txBox="1"/>
            <p:nvPr/>
          </p:nvSpPr>
          <p:spPr>
            <a:xfrm>
              <a:off x="508575" y="1757800"/>
              <a:ext cx="648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rgbClr val="BCBCC2"/>
                  </a:solidFill>
                  <a:latin typeface="Roboto Light"/>
                  <a:ea typeface="Roboto Light"/>
                  <a:cs typeface="Roboto Light"/>
                  <a:sym typeface="Roboto Light"/>
                </a:rPr>
                <a:t>03</a:t>
              </a:r>
              <a:endParaRPr sz="3000">
                <a:solidFill>
                  <a:srgbClr val="BCBCC2"/>
                </a:solidFill>
                <a:latin typeface="Roboto Light"/>
                <a:ea typeface="Roboto Light"/>
                <a:cs typeface="Roboto Light"/>
                <a:sym typeface="Roboto Light"/>
              </a:endParaRPr>
            </a:p>
          </p:txBody>
        </p:sp>
        <p:sp>
          <p:nvSpPr>
            <p:cNvPr id="449" name="Google Shape;449;p65"/>
            <p:cNvSpPr/>
            <p:nvPr/>
          </p:nvSpPr>
          <p:spPr>
            <a:xfrm>
              <a:off x="405775" y="1898200"/>
              <a:ext cx="61800" cy="334800"/>
            </a:xfrm>
            <a:prstGeom prst="rect">
              <a:avLst/>
            </a:prstGeom>
            <a:solidFill>
              <a:srgbClr val="FFCE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50" name="Google Shape;450;p65"/>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cxnSp>
        <p:nvCxnSpPr>
          <p:cNvPr id="451" name="Google Shape;451;p65"/>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452" name="Google Shape;452;p65"/>
          <p:cNvSpPr txBox="1"/>
          <p:nvPr>
            <p:ph idx="7"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3" name="Google Shape;453;p65"/>
          <p:cNvSpPr txBox="1"/>
          <p:nvPr>
            <p:ph idx="8"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 Text">
  <p:cSld name="CUSTOM_1">
    <p:spTree>
      <p:nvGrpSpPr>
        <p:cNvPr id="454" name="Shape 454"/>
        <p:cNvGrpSpPr/>
        <p:nvPr/>
      </p:nvGrpSpPr>
      <p:grpSpPr>
        <a:xfrm>
          <a:off x="0" y="0"/>
          <a:ext cx="0" cy="0"/>
          <a:chOff x="0" y="0"/>
          <a:chExt cx="0" cy="0"/>
        </a:xfrm>
      </p:grpSpPr>
      <p:sp>
        <p:nvSpPr>
          <p:cNvPr id="455" name="Google Shape;455;p66"/>
          <p:cNvSpPr txBox="1"/>
          <p:nvPr>
            <p:ph type="title"/>
          </p:nvPr>
        </p:nvSpPr>
        <p:spPr>
          <a:xfrm>
            <a:off x="311700" y="68207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456" name="Google Shape;456;p66"/>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cxnSp>
        <p:nvCxnSpPr>
          <p:cNvPr id="457" name="Google Shape;457;p66"/>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458" name="Google Shape;458;p66"/>
          <p:cNvSpPr txBox="1"/>
          <p:nvPr>
            <p:ph idx="1" type="body"/>
          </p:nvPr>
        </p:nvSpPr>
        <p:spPr>
          <a:xfrm>
            <a:off x="242800" y="2472125"/>
            <a:ext cx="1983000" cy="6771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1pPr>
            <a:lvl2pPr indent="-304800" lvl="1" marL="914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2pPr>
            <a:lvl3pPr indent="-304800" lvl="2" marL="1371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3pPr>
            <a:lvl4pPr indent="-304800" lvl="3" marL="1828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4pPr>
            <a:lvl5pPr indent="-304800" lvl="4" marL="22860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5pPr>
            <a:lvl6pPr indent="-304800" lvl="5" marL="2743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6pPr>
            <a:lvl7pPr indent="-304800" lvl="6" marL="3200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7pPr>
            <a:lvl8pPr indent="-304800" lvl="7" marL="3657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8pPr>
            <a:lvl9pPr indent="-304800" lvl="8" marL="4114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9pPr>
          </a:lstStyle>
          <a:p/>
        </p:txBody>
      </p:sp>
      <p:sp>
        <p:nvSpPr>
          <p:cNvPr id="459" name="Google Shape;459;p66"/>
          <p:cNvSpPr txBox="1"/>
          <p:nvPr>
            <p:ph idx="2" type="body"/>
          </p:nvPr>
        </p:nvSpPr>
        <p:spPr>
          <a:xfrm>
            <a:off x="2444957" y="2472125"/>
            <a:ext cx="1983000" cy="6771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1pPr>
            <a:lvl2pPr indent="-304800" lvl="1" marL="914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2pPr>
            <a:lvl3pPr indent="-304800" lvl="2" marL="1371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3pPr>
            <a:lvl4pPr indent="-304800" lvl="3" marL="1828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4pPr>
            <a:lvl5pPr indent="-304800" lvl="4" marL="22860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5pPr>
            <a:lvl6pPr indent="-304800" lvl="5" marL="2743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6pPr>
            <a:lvl7pPr indent="-304800" lvl="6" marL="3200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7pPr>
            <a:lvl8pPr indent="-304800" lvl="7" marL="3657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8pPr>
            <a:lvl9pPr indent="-304800" lvl="8" marL="4114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9pPr>
          </a:lstStyle>
          <a:p/>
        </p:txBody>
      </p:sp>
      <p:sp>
        <p:nvSpPr>
          <p:cNvPr id="460" name="Google Shape;460;p66"/>
          <p:cNvSpPr txBox="1"/>
          <p:nvPr>
            <p:ph idx="3" type="body"/>
          </p:nvPr>
        </p:nvSpPr>
        <p:spPr>
          <a:xfrm>
            <a:off x="4647113" y="2472125"/>
            <a:ext cx="1983000" cy="6771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1pPr>
            <a:lvl2pPr indent="-304800" lvl="1" marL="914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2pPr>
            <a:lvl3pPr indent="-304800" lvl="2" marL="1371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3pPr>
            <a:lvl4pPr indent="-304800" lvl="3" marL="1828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4pPr>
            <a:lvl5pPr indent="-304800" lvl="4" marL="22860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5pPr>
            <a:lvl6pPr indent="-304800" lvl="5" marL="2743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6pPr>
            <a:lvl7pPr indent="-304800" lvl="6" marL="3200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7pPr>
            <a:lvl8pPr indent="-304800" lvl="7" marL="3657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8pPr>
            <a:lvl9pPr indent="-304800" lvl="8" marL="4114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9pPr>
          </a:lstStyle>
          <a:p/>
        </p:txBody>
      </p:sp>
      <p:sp>
        <p:nvSpPr>
          <p:cNvPr id="461" name="Google Shape;461;p66"/>
          <p:cNvSpPr txBox="1"/>
          <p:nvPr>
            <p:ph idx="4" type="body"/>
          </p:nvPr>
        </p:nvSpPr>
        <p:spPr>
          <a:xfrm>
            <a:off x="242800" y="3098250"/>
            <a:ext cx="1983000" cy="1569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462" name="Google Shape;462;p66"/>
          <p:cNvSpPr txBox="1"/>
          <p:nvPr>
            <p:ph idx="5" type="body"/>
          </p:nvPr>
        </p:nvSpPr>
        <p:spPr>
          <a:xfrm>
            <a:off x="2444957" y="3098250"/>
            <a:ext cx="1983000" cy="1569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463" name="Google Shape;463;p66"/>
          <p:cNvSpPr txBox="1"/>
          <p:nvPr>
            <p:ph idx="6" type="body"/>
          </p:nvPr>
        </p:nvSpPr>
        <p:spPr>
          <a:xfrm>
            <a:off x="4647113" y="3098250"/>
            <a:ext cx="1983000" cy="1569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464" name="Google Shape;464;p66"/>
          <p:cNvSpPr txBox="1"/>
          <p:nvPr>
            <p:ph idx="7" type="body"/>
          </p:nvPr>
        </p:nvSpPr>
        <p:spPr>
          <a:xfrm>
            <a:off x="6849288" y="2472125"/>
            <a:ext cx="1983000" cy="6771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1pPr>
            <a:lvl2pPr indent="-304800" lvl="1" marL="914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2pPr>
            <a:lvl3pPr indent="-304800" lvl="2" marL="1371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3pPr>
            <a:lvl4pPr indent="-304800" lvl="3" marL="1828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4pPr>
            <a:lvl5pPr indent="-304800" lvl="4" marL="22860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5pPr>
            <a:lvl6pPr indent="-304800" lvl="5" marL="2743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6pPr>
            <a:lvl7pPr indent="-304800" lvl="6" marL="3200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7pPr>
            <a:lvl8pPr indent="-304800" lvl="7" marL="3657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8pPr>
            <a:lvl9pPr indent="-304800" lvl="8" marL="4114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9pPr>
          </a:lstStyle>
          <a:p/>
        </p:txBody>
      </p:sp>
      <p:sp>
        <p:nvSpPr>
          <p:cNvPr id="465" name="Google Shape;465;p66"/>
          <p:cNvSpPr txBox="1"/>
          <p:nvPr>
            <p:ph idx="8" type="body"/>
          </p:nvPr>
        </p:nvSpPr>
        <p:spPr>
          <a:xfrm>
            <a:off x="6849288" y="3098250"/>
            <a:ext cx="1983000" cy="1569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466" name="Google Shape;466;p66"/>
          <p:cNvSpPr txBox="1"/>
          <p:nvPr>
            <p:ph idx="9"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67" name="Google Shape;467;p66"/>
          <p:cNvSpPr txBox="1"/>
          <p:nvPr>
            <p:ph idx="13"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Text + Image">
  <p:cSld name="CUSTOM">
    <p:spTree>
      <p:nvGrpSpPr>
        <p:cNvPr id="468" name="Shape 468"/>
        <p:cNvGrpSpPr/>
        <p:nvPr/>
      </p:nvGrpSpPr>
      <p:grpSpPr>
        <a:xfrm>
          <a:off x="0" y="0"/>
          <a:ext cx="0" cy="0"/>
          <a:chOff x="0" y="0"/>
          <a:chExt cx="0" cy="0"/>
        </a:xfrm>
      </p:grpSpPr>
      <p:sp>
        <p:nvSpPr>
          <p:cNvPr id="469" name="Google Shape;469;p67"/>
          <p:cNvSpPr txBox="1"/>
          <p:nvPr>
            <p:ph type="title"/>
          </p:nvPr>
        </p:nvSpPr>
        <p:spPr>
          <a:xfrm>
            <a:off x="311700" y="68207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grpSp>
        <p:nvGrpSpPr>
          <p:cNvPr id="470" name="Google Shape;470;p67"/>
          <p:cNvGrpSpPr/>
          <p:nvPr/>
        </p:nvGrpSpPr>
        <p:grpSpPr>
          <a:xfrm>
            <a:off x="405775" y="1681600"/>
            <a:ext cx="751100" cy="646500"/>
            <a:chOff x="405775" y="1757800"/>
            <a:chExt cx="751100" cy="646500"/>
          </a:xfrm>
        </p:grpSpPr>
        <p:sp>
          <p:nvSpPr>
            <p:cNvPr id="471" name="Google Shape;471;p67"/>
            <p:cNvSpPr txBox="1"/>
            <p:nvPr/>
          </p:nvSpPr>
          <p:spPr>
            <a:xfrm>
              <a:off x="508575" y="1757800"/>
              <a:ext cx="648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rgbClr val="BCBCC2"/>
                  </a:solidFill>
                  <a:latin typeface="Roboto Light"/>
                  <a:ea typeface="Roboto Light"/>
                  <a:cs typeface="Roboto Light"/>
                  <a:sym typeface="Roboto Light"/>
                </a:rPr>
                <a:t>01</a:t>
              </a:r>
              <a:endParaRPr sz="3000">
                <a:solidFill>
                  <a:srgbClr val="BCBCC2"/>
                </a:solidFill>
                <a:latin typeface="Roboto Light"/>
                <a:ea typeface="Roboto Light"/>
                <a:cs typeface="Roboto Light"/>
                <a:sym typeface="Roboto Light"/>
              </a:endParaRPr>
            </a:p>
          </p:txBody>
        </p:sp>
        <p:sp>
          <p:nvSpPr>
            <p:cNvPr id="472" name="Google Shape;472;p67"/>
            <p:cNvSpPr/>
            <p:nvPr/>
          </p:nvSpPr>
          <p:spPr>
            <a:xfrm>
              <a:off x="405775" y="1898200"/>
              <a:ext cx="61800" cy="334800"/>
            </a:xfrm>
            <a:prstGeom prst="rect">
              <a:avLst/>
            </a:prstGeom>
            <a:solidFill>
              <a:srgbClr val="FFCE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473" name="Google Shape;473;p67"/>
          <p:cNvGrpSpPr/>
          <p:nvPr/>
        </p:nvGrpSpPr>
        <p:grpSpPr>
          <a:xfrm>
            <a:off x="3278975" y="1681600"/>
            <a:ext cx="751100" cy="646500"/>
            <a:chOff x="405775" y="1757800"/>
            <a:chExt cx="751100" cy="646500"/>
          </a:xfrm>
        </p:grpSpPr>
        <p:sp>
          <p:nvSpPr>
            <p:cNvPr id="474" name="Google Shape;474;p67"/>
            <p:cNvSpPr txBox="1"/>
            <p:nvPr/>
          </p:nvSpPr>
          <p:spPr>
            <a:xfrm>
              <a:off x="508575" y="1757800"/>
              <a:ext cx="648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rgbClr val="BCBCC2"/>
                  </a:solidFill>
                  <a:latin typeface="Roboto Light"/>
                  <a:ea typeface="Roboto Light"/>
                  <a:cs typeface="Roboto Light"/>
                  <a:sym typeface="Roboto Light"/>
                </a:rPr>
                <a:t>02</a:t>
              </a:r>
              <a:endParaRPr sz="3000">
                <a:solidFill>
                  <a:srgbClr val="BCBCC2"/>
                </a:solidFill>
                <a:latin typeface="Roboto Light"/>
                <a:ea typeface="Roboto Light"/>
                <a:cs typeface="Roboto Light"/>
                <a:sym typeface="Roboto Light"/>
              </a:endParaRPr>
            </a:p>
          </p:txBody>
        </p:sp>
        <p:sp>
          <p:nvSpPr>
            <p:cNvPr id="475" name="Google Shape;475;p67"/>
            <p:cNvSpPr/>
            <p:nvPr/>
          </p:nvSpPr>
          <p:spPr>
            <a:xfrm>
              <a:off x="405775" y="1898200"/>
              <a:ext cx="61800" cy="334800"/>
            </a:xfrm>
            <a:prstGeom prst="rect">
              <a:avLst/>
            </a:prstGeom>
            <a:solidFill>
              <a:srgbClr val="FFCE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476" name="Google Shape;476;p67"/>
          <p:cNvGrpSpPr/>
          <p:nvPr/>
        </p:nvGrpSpPr>
        <p:grpSpPr>
          <a:xfrm>
            <a:off x="6152175" y="1681600"/>
            <a:ext cx="751100" cy="646500"/>
            <a:chOff x="405775" y="1757800"/>
            <a:chExt cx="751100" cy="646500"/>
          </a:xfrm>
        </p:grpSpPr>
        <p:sp>
          <p:nvSpPr>
            <p:cNvPr id="477" name="Google Shape;477;p67"/>
            <p:cNvSpPr txBox="1"/>
            <p:nvPr/>
          </p:nvSpPr>
          <p:spPr>
            <a:xfrm>
              <a:off x="508575" y="1757800"/>
              <a:ext cx="648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rgbClr val="BCBCC2"/>
                  </a:solidFill>
                  <a:latin typeface="Roboto Light"/>
                  <a:ea typeface="Roboto Light"/>
                  <a:cs typeface="Roboto Light"/>
                  <a:sym typeface="Roboto Light"/>
                </a:rPr>
                <a:t>03</a:t>
              </a:r>
              <a:endParaRPr sz="3000">
                <a:solidFill>
                  <a:srgbClr val="BCBCC2"/>
                </a:solidFill>
                <a:latin typeface="Roboto Light"/>
                <a:ea typeface="Roboto Light"/>
                <a:cs typeface="Roboto Light"/>
                <a:sym typeface="Roboto Light"/>
              </a:endParaRPr>
            </a:p>
          </p:txBody>
        </p:sp>
        <p:sp>
          <p:nvSpPr>
            <p:cNvPr id="478" name="Google Shape;478;p67"/>
            <p:cNvSpPr/>
            <p:nvPr/>
          </p:nvSpPr>
          <p:spPr>
            <a:xfrm>
              <a:off x="405775" y="1898200"/>
              <a:ext cx="61800" cy="334800"/>
            </a:xfrm>
            <a:prstGeom prst="rect">
              <a:avLst/>
            </a:prstGeom>
            <a:solidFill>
              <a:srgbClr val="FFCE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79" name="Google Shape;479;p67"/>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sp>
        <p:nvSpPr>
          <p:cNvPr id="480" name="Google Shape;480;p67"/>
          <p:cNvSpPr/>
          <p:nvPr>
            <p:ph idx="2" type="pic"/>
          </p:nvPr>
        </p:nvSpPr>
        <p:spPr>
          <a:xfrm>
            <a:off x="415200" y="3126150"/>
            <a:ext cx="2582400" cy="1569000"/>
          </a:xfrm>
          <a:prstGeom prst="rect">
            <a:avLst/>
          </a:prstGeom>
          <a:noFill/>
          <a:ln>
            <a:noFill/>
          </a:ln>
        </p:spPr>
      </p:sp>
      <p:sp>
        <p:nvSpPr>
          <p:cNvPr id="481" name="Google Shape;481;p67"/>
          <p:cNvSpPr/>
          <p:nvPr>
            <p:ph idx="3" type="pic"/>
          </p:nvPr>
        </p:nvSpPr>
        <p:spPr>
          <a:xfrm>
            <a:off x="3274750" y="3126150"/>
            <a:ext cx="2582400" cy="1569000"/>
          </a:xfrm>
          <a:prstGeom prst="rect">
            <a:avLst/>
          </a:prstGeom>
          <a:noFill/>
          <a:ln>
            <a:noFill/>
          </a:ln>
        </p:spPr>
      </p:sp>
      <p:sp>
        <p:nvSpPr>
          <p:cNvPr id="482" name="Google Shape;482;p67"/>
          <p:cNvSpPr/>
          <p:nvPr>
            <p:ph idx="4" type="pic"/>
          </p:nvPr>
        </p:nvSpPr>
        <p:spPr>
          <a:xfrm>
            <a:off x="6134300" y="3126150"/>
            <a:ext cx="2582400" cy="1569000"/>
          </a:xfrm>
          <a:prstGeom prst="rect">
            <a:avLst/>
          </a:prstGeom>
          <a:noFill/>
          <a:ln>
            <a:noFill/>
          </a:ln>
        </p:spPr>
      </p:sp>
      <p:cxnSp>
        <p:nvCxnSpPr>
          <p:cNvPr id="483" name="Google Shape;483;p67"/>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484" name="Google Shape;484;p67"/>
          <p:cNvSpPr txBox="1"/>
          <p:nvPr>
            <p:ph idx="1" type="body"/>
          </p:nvPr>
        </p:nvSpPr>
        <p:spPr>
          <a:xfrm>
            <a:off x="322400" y="2198675"/>
            <a:ext cx="2582400" cy="677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171736"/>
              </a:buClr>
              <a:buSzPts val="1400"/>
              <a:buFont typeface="Roboto SemiBold"/>
              <a:buChar char="●"/>
              <a:defRPr sz="1400">
                <a:solidFill>
                  <a:srgbClr val="171736"/>
                </a:solidFill>
                <a:latin typeface="Roboto SemiBold"/>
                <a:ea typeface="Roboto SemiBold"/>
                <a:cs typeface="Roboto SemiBold"/>
                <a:sym typeface="Roboto SemiBold"/>
              </a:defRPr>
            </a:lvl1pPr>
            <a:lvl2pPr indent="-317500" lvl="1" marL="9144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2pPr>
            <a:lvl3pPr indent="-317500" lvl="2" marL="13716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3pPr>
            <a:lvl4pPr indent="-317500" lvl="3" marL="18288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4pPr>
            <a:lvl5pPr indent="-317500" lvl="4" marL="22860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5pPr>
            <a:lvl6pPr indent="-317500" lvl="5" marL="27432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6pPr>
            <a:lvl7pPr indent="-317500" lvl="6" marL="32004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7pPr>
            <a:lvl8pPr indent="-317500" lvl="7" marL="36576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8pPr>
            <a:lvl9pPr indent="-317500" lvl="8" marL="41148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9pPr>
          </a:lstStyle>
          <a:p/>
        </p:txBody>
      </p:sp>
      <p:sp>
        <p:nvSpPr>
          <p:cNvPr id="485" name="Google Shape;485;p67"/>
          <p:cNvSpPr txBox="1"/>
          <p:nvPr>
            <p:ph idx="5" type="body"/>
          </p:nvPr>
        </p:nvSpPr>
        <p:spPr>
          <a:xfrm>
            <a:off x="3190250" y="2198675"/>
            <a:ext cx="2582400" cy="677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171736"/>
              </a:buClr>
              <a:buSzPts val="1400"/>
              <a:buFont typeface="Roboto SemiBold"/>
              <a:buChar char="●"/>
              <a:defRPr sz="1400">
                <a:solidFill>
                  <a:srgbClr val="171736"/>
                </a:solidFill>
                <a:latin typeface="Roboto SemiBold"/>
                <a:ea typeface="Roboto SemiBold"/>
                <a:cs typeface="Roboto SemiBold"/>
                <a:sym typeface="Roboto SemiBold"/>
              </a:defRPr>
            </a:lvl1pPr>
            <a:lvl2pPr indent="-317500" lvl="1" marL="9144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2pPr>
            <a:lvl3pPr indent="-317500" lvl="2" marL="13716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3pPr>
            <a:lvl4pPr indent="-317500" lvl="3" marL="18288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4pPr>
            <a:lvl5pPr indent="-317500" lvl="4" marL="22860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5pPr>
            <a:lvl6pPr indent="-317500" lvl="5" marL="27432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6pPr>
            <a:lvl7pPr indent="-317500" lvl="6" marL="32004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7pPr>
            <a:lvl8pPr indent="-317500" lvl="7" marL="36576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8pPr>
            <a:lvl9pPr indent="-317500" lvl="8" marL="41148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9pPr>
          </a:lstStyle>
          <a:p/>
        </p:txBody>
      </p:sp>
      <p:sp>
        <p:nvSpPr>
          <p:cNvPr id="486" name="Google Shape;486;p67"/>
          <p:cNvSpPr txBox="1"/>
          <p:nvPr>
            <p:ph idx="6" type="body"/>
          </p:nvPr>
        </p:nvSpPr>
        <p:spPr>
          <a:xfrm>
            <a:off x="6058100" y="2198675"/>
            <a:ext cx="2582400" cy="677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171736"/>
              </a:buClr>
              <a:buSzPts val="1400"/>
              <a:buFont typeface="Roboto SemiBold"/>
              <a:buChar char="●"/>
              <a:defRPr sz="1400">
                <a:solidFill>
                  <a:srgbClr val="171736"/>
                </a:solidFill>
                <a:latin typeface="Roboto SemiBold"/>
                <a:ea typeface="Roboto SemiBold"/>
                <a:cs typeface="Roboto SemiBold"/>
                <a:sym typeface="Roboto SemiBold"/>
              </a:defRPr>
            </a:lvl1pPr>
            <a:lvl2pPr indent="-317500" lvl="1" marL="9144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2pPr>
            <a:lvl3pPr indent="-317500" lvl="2" marL="13716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3pPr>
            <a:lvl4pPr indent="-317500" lvl="3" marL="18288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4pPr>
            <a:lvl5pPr indent="-317500" lvl="4" marL="22860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5pPr>
            <a:lvl6pPr indent="-317500" lvl="5" marL="27432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6pPr>
            <a:lvl7pPr indent="-317500" lvl="6" marL="32004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7pPr>
            <a:lvl8pPr indent="-317500" lvl="7" marL="36576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8pPr>
            <a:lvl9pPr indent="-317500" lvl="8" marL="4114800">
              <a:spcBef>
                <a:spcPts val="0"/>
              </a:spcBef>
              <a:spcAft>
                <a:spcPts val="0"/>
              </a:spcAft>
              <a:buClr>
                <a:srgbClr val="171736"/>
              </a:buClr>
              <a:buSzPts val="1400"/>
              <a:buFont typeface="Roboto SemiBold"/>
              <a:buChar char="■"/>
              <a:defRPr>
                <a:solidFill>
                  <a:srgbClr val="171736"/>
                </a:solidFill>
                <a:latin typeface="Roboto SemiBold"/>
                <a:ea typeface="Roboto SemiBold"/>
                <a:cs typeface="Roboto SemiBold"/>
                <a:sym typeface="Roboto SemiBold"/>
              </a:defRPr>
            </a:lvl9pPr>
          </a:lstStyle>
          <a:p/>
        </p:txBody>
      </p:sp>
      <p:sp>
        <p:nvSpPr>
          <p:cNvPr id="487" name="Google Shape;487;p67"/>
          <p:cNvSpPr txBox="1"/>
          <p:nvPr>
            <p:ph idx="7"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88" name="Google Shape;488;p67"/>
          <p:cNvSpPr txBox="1"/>
          <p:nvPr>
            <p:ph idx="8"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Text + Image 1">
  <p:cSld name="CUSTOM_7">
    <p:spTree>
      <p:nvGrpSpPr>
        <p:cNvPr id="489" name="Shape 489"/>
        <p:cNvGrpSpPr/>
        <p:nvPr/>
      </p:nvGrpSpPr>
      <p:grpSpPr>
        <a:xfrm>
          <a:off x="0" y="0"/>
          <a:ext cx="0" cy="0"/>
          <a:chOff x="0" y="0"/>
          <a:chExt cx="0" cy="0"/>
        </a:xfrm>
      </p:grpSpPr>
      <p:sp>
        <p:nvSpPr>
          <p:cNvPr id="490" name="Google Shape;490;p68"/>
          <p:cNvSpPr/>
          <p:nvPr>
            <p:ph idx="2" type="pic"/>
          </p:nvPr>
        </p:nvSpPr>
        <p:spPr>
          <a:xfrm>
            <a:off x="0" y="6824"/>
            <a:ext cx="3048000" cy="5143500"/>
          </a:xfrm>
          <a:prstGeom prst="rect">
            <a:avLst/>
          </a:prstGeom>
          <a:noFill/>
          <a:ln>
            <a:noFill/>
          </a:ln>
        </p:spPr>
      </p:sp>
      <p:sp>
        <p:nvSpPr>
          <p:cNvPr id="491" name="Google Shape;491;p68"/>
          <p:cNvSpPr/>
          <p:nvPr>
            <p:ph idx="3" type="pic"/>
          </p:nvPr>
        </p:nvSpPr>
        <p:spPr>
          <a:xfrm>
            <a:off x="3048051" y="6824"/>
            <a:ext cx="3048000" cy="5143500"/>
          </a:xfrm>
          <a:prstGeom prst="rect">
            <a:avLst/>
          </a:prstGeom>
          <a:noFill/>
          <a:ln>
            <a:noFill/>
          </a:ln>
        </p:spPr>
      </p:sp>
      <p:sp>
        <p:nvSpPr>
          <p:cNvPr id="492" name="Google Shape;492;p68"/>
          <p:cNvSpPr/>
          <p:nvPr>
            <p:ph idx="4" type="pic"/>
          </p:nvPr>
        </p:nvSpPr>
        <p:spPr>
          <a:xfrm>
            <a:off x="6096102" y="6824"/>
            <a:ext cx="3048000" cy="5143500"/>
          </a:xfrm>
          <a:prstGeom prst="rect">
            <a:avLst/>
          </a:prstGeom>
          <a:noFill/>
          <a:ln>
            <a:noFill/>
          </a:ln>
        </p:spPr>
      </p:sp>
      <p:sp>
        <p:nvSpPr>
          <p:cNvPr id="493" name="Google Shape;493;p68"/>
          <p:cNvSpPr txBox="1"/>
          <p:nvPr>
            <p:ph idx="1" type="body"/>
          </p:nvPr>
        </p:nvSpPr>
        <p:spPr>
          <a:xfrm>
            <a:off x="406900" y="4181195"/>
            <a:ext cx="2252100" cy="677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94" name="Google Shape;494;p68"/>
          <p:cNvSpPr txBox="1"/>
          <p:nvPr>
            <p:ph idx="5" type="body"/>
          </p:nvPr>
        </p:nvSpPr>
        <p:spPr>
          <a:xfrm>
            <a:off x="3442475" y="4181199"/>
            <a:ext cx="2253900" cy="677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95" name="Google Shape;495;p68"/>
          <p:cNvSpPr txBox="1"/>
          <p:nvPr>
            <p:ph idx="6" type="body"/>
          </p:nvPr>
        </p:nvSpPr>
        <p:spPr>
          <a:xfrm>
            <a:off x="6465687" y="4181195"/>
            <a:ext cx="2259300" cy="677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96" name="Google Shape;496;p68"/>
          <p:cNvSpPr txBox="1"/>
          <p:nvPr>
            <p:ph idx="7" type="subTitle"/>
          </p:nvPr>
        </p:nvSpPr>
        <p:spPr>
          <a:xfrm>
            <a:off x="414030" y="3521000"/>
            <a:ext cx="2252100" cy="7362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000"/>
              <a:buFont typeface="Roboto Medium"/>
              <a:buNone/>
              <a:defRPr sz="2000">
                <a:solidFill>
                  <a:schemeClr val="lt1"/>
                </a:solidFill>
                <a:latin typeface="Roboto Medium"/>
                <a:ea typeface="Roboto Medium"/>
                <a:cs typeface="Roboto Medium"/>
                <a:sym typeface="Roboto Medium"/>
              </a:defRPr>
            </a:lvl1pPr>
            <a:lvl2pPr lvl="1">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2pPr>
            <a:lvl3pPr lvl="2">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3pPr>
            <a:lvl4pPr lvl="3">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4pPr>
            <a:lvl5pPr lvl="4">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5pPr>
            <a:lvl6pPr lvl="5">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6pPr>
            <a:lvl7pPr lvl="6">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7pPr>
            <a:lvl8pPr lvl="7">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8pPr>
            <a:lvl9pPr lvl="8">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9pPr>
          </a:lstStyle>
          <a:p/>
        </p:txBody>
      </p:sp>
      <p:sp>
        <p:nvSpPr>
          <p:cNvPr id="497" name="Google Shape;497;p68"/>
          <p:cNvSpPr txBox="1"/>
          <p:nvPr>
            <p:ph idx="8" type="subTitle"/>
          </p:nvPr>
        </p:nvSpPr>
        <p:spPr>
          <a:xfrm>
            <a:off x="3447756" y="3521000"/>
            <a:ext cx="2253900" cy="7362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000"/>
              <a:buFont typeface="Roboto Medium"/>
              <a:buNone/>
              <a:defRPr sz="2000">
                <a:solidFill>
                  <a:schemeClr val="lt1"/>
                </a:solidFill>
                <a:latin typeface="Roboto Medium"/>
                <a:ea typeface="Roboto Medium"/>
                <a:cs typeface="Roboto Medium"/>
                <a:sym typeface="Roboto Medium"/>
              </a:defRPr>
            </a:lvl1pPr>
            <a:lvl2pPr lvl="1">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2pPr>
            <a:lvl3pPr lvl="2">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3pPr>
            <a:lvl4pPr lvl="3">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4pPr>
            <a:lvl5pPr lvl="4">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5pPr>
            <a:lvl6pPr lvl="5">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6pPr>
            <a:lvl7pPr lvl="6">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7pPr>
            <a:lvl8pPr lvl="7">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8pPr>
            <a:lvl9pPr lvl="8">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9pPr>
          </a:lstStyle>
          <a:p/>
        </p:txBody>
      </p:sp>
      <p:sp>
        <p:nvSpPr>
          <p:cNvPr id="498" name="Google Shape;498;p68"/>
          <p:cNvSpPr txBox="1"/>
          <p:nvPr>
            <p:ph idx="9" type="subTitle"/>
          </p:nvPr>
        </p:nvSpPr>
        <p:spPr>
          <a:xfrm>
            <a:off x="6458425" y="3521000"/>
            <a:ext cx="2259300" cy="7362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000"/>
              <a:buFont typeface="Roboto Medium"/>
              <a:buNone/>
              <a:defRPr sz="2000">
                <a:solidFill>
                  <a:schemeClr val="lt1"/>
                </a:solidFill>
                <a:latin typeface="Roboto Medium"/>
                <a:ea typeface="Roboto Medium"/>
                <a:cs typeface="Roboto Medium"/>
                <a:sym typeface="Roboto Medium"/>
              </a:defRPr>
            </a:lvl1pPr>
            <a:lvl2pPr lvl="1">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2pPr>
            <a:lvl3pPr lvl="2">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3pPr>
            <a:lvl4pPr lvl="3">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4pPr>
            <a:lvl5pPr lvl="4">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5pPr>
            <a:lvl6pPr lvl="5">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6pPr>
            <a:lvl7pPr lvl="6">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7pPr>
            <a:lvl8pPr lvl="7">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8pPr>
            <a:lvl9pPr lvl="8">
              <a:spcBef>
                <a:spcPts val="0"/>
              </a:spcBef>
              <a:spcAft>
                <a:spcPts val="0"/>
              </a:spcAft>
              <a:buClr>
                <a:schemeClr val="lt1"/>
              </a:buClr>
              <a:buSzPts val="1800"/>
              <a:buFont typeface="Roboto Medium"/>
              <a:buNone/>
              <a:defRPr sz="1800">
                <a:solidFill>
                  <a:schemeClr val="lt1"/>
                </a:solidFill>
                <a:latin typeface="Roboto Medium"/>
                <a:ea typeface="Roboto Medium"/>
                <a:cs typeface="Roboto Medium"/>
                <a:sym typeface="Roboto Medium"/>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cons + Picture">
  <p:cSld name="CUSTOM_4">
    <p:spTree>
      <p:nvGrpSpPr>
        <p:cNvPr id="499" name="Shape 499"/>
        <p:cNvGrpSpPr/>
        <p:nvPr/>
      </p:nvGrpSpPr>
      <p:grpSpPr>
        <a:xfrm>
          <a:off x="0" y="0"/>
          <a:ext cx="0" cy="0"/>
          <a:chOff x="0" y="0"/>
          <a:chExt cx="0" cy="0"/>
        </a:xfrm>
      </p:grpSpPr>
      <p:sp>
        <p:nvSpPr>
          <p:cNvPr id="500" name="Google Shape;500;p69"/>
          <p:cNvSpPr txBox="1"/>
          <p:nvPr>
            <p:ph idx="1" type="body"/>
          </p:nvPr>
        </p:nvSpPr>
        <p:spPr>
          <a:xfrm>
            <a:off x="322400" y="1906425"/>
            <a:ext cx="1983000" cy="445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1pPr>
            <a:lvl2pPr indent="-304800" lvl="1" marL="914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2pPr>
            <a:lvl3pPr indent="-304800" lvl="2" marL="1371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3pPr>
            <a:lvl4pPr indent="-304800" lvl="3" marL="1828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4pPr>
            <a:lvl5pPr indent="-304800" lvl="4" marL="22860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5pPr>
            <a:lvl6pPr indent="-304800" lvl="5" marL="2743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6pPr>
            <a:lvl7pPr indent="-304800" lvl="6" marL="3200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7pPr>
            <a:lvl8pPr indent="-304800" lvl="7" marL="3657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8pPr>
            <a:lvl9pPr indent="-304800" lvl="8" marL="4114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9pPr>
          </a:lstStyle>
          <a:p/>
        </p:txBody>
      </p:sp>
      <p:sp>
        <p:nvSpPr>
          <p:cNvPr id="501" name="Google Shape;501;p69"/>
          <p:cNvSpPr txBox="1"/>
          <p:nvPr>
            <p:ph idx="2" type="body"/>
          </p:nvPr>
        </p:nvSpPr>
        <p:spPr>
          <a:xfrm>
            <a:off x="322400" y="2180650"/>
            <a:ext cx="1983000" cy="687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502" name="Google Shape;502;p69"/>
          <p:cNvSpPr txBox="1"/>
          <p:nvPr>
            <p:ph idx="3" type="body"/>
          </p:nvPr>
        </p:nvSpPr>
        <p:spPr>
          <a:xfrm>
            <a:off x="2627300" y="1906425"/>
            <a:ext cx="1983000" cy="445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1pPr>
            <a:lvl2pPr indent="-304800" lvl="1" marL="914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2pPr>
            <a:lvl3pPr indent="-304800" lvl="2" marL="1371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3pPr>
            <a:lvl4pPr indent="-304800" lvl="3" marL="1828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4pPr>
            <a:lvl5pPr indent="-304800" lvl="4" marL="22860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5pPr>
            <a:lvl6pPr indent="-304800" lvl="5" marL="2743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6pPr>
            <a:lvl7pPr indent="-304800" lvl="6" marL="3200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7pPr>
            <a:lvl8pPr indent="-304800" lvl="7" marL="3657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8pPr>
            <a:lvl9pPr indent="-304800" lvl="8" marL="4114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9pPr>
          </a:lstStyle>
          <a:p/>
        </p:txBody>
      </p:sp>
      <p:sp>
        <p:nvSpPr>
          <p:cNvPr id="503" name="Google Shape;503;p69"/>
          <p:cNvSpPr txBox="1"/>
          <p:nvPr>
            <p:ph idx="4" type="body"/>
          </p:nvPr>
        </p:nvSpPr>
        <p:spPr>
          <a:xfrm>
            <a:off x="2627300" y="2180650"/>
            <a:ext cx="1983000" cy="687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504" name="Google Shape;504;p69"/>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cxnSp>
        <p:nvCxnSpPr>
          <p:cNvPr id="505" name="Google Shape;505;p69"/>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506" name="Google Shape;506;p69"/>
          <p:cNvSpPr/>
          <p:nvPr>
            <p:ph idx="5" type="pic"/>
          </p:nvPr>
        </p:nvSpPr>
        <p:spPr>
          <a:xfrm>
            <a:off x="5039400" y="-4650"/>
            <a:ext cx="4104600" cy="5152800"/>
          </a:xfrm>
          <a:prstGeom prst="rect">
            <a:avLst/>
          </a:prstGeom>
          <a:noFill/>
          <a:ln>
            <a:noFill/>
          </a:ln>
        </p:spPr>
      </p:sp>
      <p:sp>
        <p:nvSpPr>
          <p:cNvPr id="507" name="Google Shape;507;p69"/>
          <p:cNvSpPr txBox="1"/>
          <p:nvPr>
            <p:ph idx="6" type="body"/>
          </p:nvPr>
        </p:nvSpPr>
        <p:spPr>
          <a:xfrm>
            <a:off x="322400" y="3618375"/>
            <a:ext cx="1983000" cy="445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1pPr>
            <a:lvl2pPr indent="-304800" lvl="1" marL="914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2pPr>
            <a:lvl3pPr indent="-304800" lvl="2" marL="1371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3pPr>
            <a:lvl4pPr indent="-304800" lvl="3" marL="1828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4pPr>
            <a:lvl5pPr indent="-304800" lvl="4" marL="22860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5pPr>
            <a:lvl6pPr indent="-304800" lvl="5" marL="2743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6pPr>
            <a:lvl7pPr indent="-304800" lvl="6" marL="3200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7pPr>
            <a:lvl8pPr indent="-304800" lvl="7" marL="3657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8pPr>
            <a:lvl9pPr indent="-304800" lvl="8" marL="4114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9pPr>
          </a:lstStyle>
          <a:p/>
        </p:txBody>
      </p:sp>
      <p:sp>
        <p:nvSpPr>
          <p:cNvPr id="508" name="Google Shape;508;p69"/>
          <p:cNvSpPr txBox="1"/>
          <p:nvPr>
            <p:ph idx="7" type="body"/>
          </p:nvPr>
        </p:nvSpPr>
        <p:spPr>
          <a:xfrm>
            <a:off x="322400" y="3873550"/>
            <a:ext cx="1983000" cy="687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509" name="Google Shape;509;p69"/>
          <p:cNvSpPr txBox="1"/>
          <p:nvPr>
            <p:ph idx="8" type="body"/>
          </p:nvPr>
        </p:nvSpPr>
        <p:spPr>
          <a:xfrm>
            <a:off x="2627300" y="3618375"/>
            <a:ext cx="1983000" cy="445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1pPr>
            <a:lvl2pPr indent="-304800" lvl="1" marL="914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2pPr>
            <a:lvl3pPr indent="-304800" lvl="2" marL="1371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3pPr>
            <a:lvl4pPr indent="-304800" lvl="3" marL="1828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4pPr>
            <a:lvl5pPr indent="-304800" lvl="4" marL="22860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5pPr>
            <a:lvl6pPr indent="-304800" lvl="5" marL="27432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6pPr>
            <a:lvl7pPr indent="-304800" lvl="6" marL="32004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7pPr>
            <a:lvl8pPr indent="-304800" lvl="7" marL="36576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8pPr>
            <a:lvl9pPr indent="-304800" lvl="8" marL="4114800">
              <a:spcBef>
                <a:spcPts val="0"/>
              </a:spcBef>
              <a:spcAft>
                <a:spcPts val="0"/>
              </a:spcAft>
              <a:buClr>
                <a:srgbClr val="171736"/>
              </a:buClr>
              <a:buSzPts val="1200"/>
              <a:buFont typeface="Roboto Medium"/>
              <a:buChar char="■"/>
              <a:defRPr sz="1200">
                <a:solidFill>
                  <a:srgbClr val="171736"/>
                </a:solidFill>
                <a:latin typeface="Roboto Medium"/>
                <a:ea typeface="Roboto Medium"/>
                <a:cs typeface="Roboto Medium"/>
                <a:sym typeface="Roboto Medium"/>
              </a:defRPr>
            </a:lvl9pPr>
          </a:lstStyle>
          <a:p/>
        </p:txBody>
      </p:sp>
      <p:sp>
        <p:nvSpPr>
          <p:cNvPr id="510" name="Google Shape;510;p69"/>
          <p:cNvSpPr txBox="1"/>
          <p:nvPr>
            <p:ph idx="9" type="body"/>
          </p:nvPr>
        </p:nvSpPr>
        <p:spPr>
          <a:xfrm>
            <a:off x="2627300" y="3873550"/>
            <a:ext cx="1983000" cy="6870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171736"/>
              </a:buClr>
              <a:buSzPts val="900"/>
              <a:buChar char="●"/>
              <a:defRPr sz="900">
                <a:solidFill>
                  <a:srgbClr val="171736"/>
                </a:solidFill>
              </a:defRPr>
            </a:lvl1pPr>
            <a:lvl2pPr indent="-285750" lvl="1" marL="914400">
              <a:spcBef>
                <a:spcPts val="0"/>
              </a:spcBef>
              <a:spcAft>
                <a:spcPts val="0"/>
              </a:spcAft>
              <a:buClr>
                <a:srgbClr val="171736"/>
              </a:buClr>
              <a:buSzPts val="900"/>
              <a:buChar char="○"/>
              <a:defRPr sz="900">
                <a:solidFill>
                  <a:srgbClr val="171736"/>
                </a:solidFill>
              </a:defRPr>
            </a:lvl2pPr>
            <a:lvl3pPr indent="-285750" lvl="2" marL="1371600">
              <a:spcBef>
                <a:spcPts val="0"/>
              </a:spcBef>
              <a:spcAft>
                <a:spcPts val="0"/>
              </a:spcAft>
              <a:buClr>
                <a:srgbClr val="171736"/>
              </a:buClr>
              <a:buSzPts val="900"/>
              <a:buChar char="■"/>
              <a:defRPr sz="900">
                <a:solidFill>
                  <a:srgbClr val="171736"/>
                </a:solidFill>
              </a:defRPr>
            </a:lvl3pPr>
            <a:lvl4pPr indent="-285750" lvl="3" marL="1828800">
              <a:spcBef>
                <a:spcPts val="0"/>
              </a:spcBef>
              <a:spcAft>
                <a:spcPts val="0"/>
              </a:spcAft>
              <a:buClr>
                <a:srgbClr val="171736"/>
              </a:buClr>
              <a:buSzPts val="900"/>
              <a:buChar char="●"/>
              <a:defRPr sz="900">
                <a:solidFill>
                  <a:srgbClr val="171736"/>
                </a:solidFill>
              </a:defRPr>
            </a:lvl4pPr>
            <a:lvl5pPr indent="-285750" lvl="4" marL="2286000">
              <a:spcBef>
                <a:spcPts val="0"/>
              </a:spcBef>
              <a:spcAft>
                <a:spcPts val="0"/>
              </a:spcAft>
              <a:buClr>
                <a:srgbClr val="171736"/>
              </a:buClr>
              <a:buSzPts val="900"/>
              <a:buChar char="○"/>
              <a:defRPr sz="900">
                <a:solidFill>
                  <a:srgbClr val="171736"/>
                </a:solidFill>
              </a:defRPr>
            </a:lvl5pPr>
            <a:lvl6pPr indent="-285750" lvl="5" marL="2743200">
              <a:spcBef>
                <a:spcPts val="0"/>
              </a:spcBef>
              <a:spcAft>
                <a:spcPts val="0"/>
              </a:spcAft>
              <a:buClr>
                <a:srgbClr val="171736"/>
              </a:buClr>
              <a:buSzPts val="900"/>
              <a:buChar char="■"/>
              <a:defRPr sz="900">
                <a:solidFill>
                  <a:srgbClr val="171736"/>
                </a:solidFill>
              </a:defRPr>
            </a:lvl6pPr>
            <a:lvl7pPr indent="-285750" lvl="6" marL="3200400">
              <a:spcBef>
                <a:spcPts val="0"/>
              </a:spcBef>
              <a:spcAft>
                <a:spcPts val="0"/>
              </a:spcAft>
              <a:buClr>
                <a:srgbClr val="171736"/>
              </a:buClr>
              <a:buSzPts val="900"/>
              <a:buChar char="●"/>
              <a:defRPr sz="900">
                <a:solidFill>
                  <a:srgbClr val="171736"/>
                </a:solidFill>
              </a:defRPr>
            </a:lvl7pPr>
            <a:lvl8pPr indent="-285750" lvl="7" marL="3657600">
              <a:spcBef>
                <a:spcPts val="0"/>
              </a:spcBef>
              <a:spcAft>
                <a:spcPts val="0"/>
              </a:spcAft>
              <a:buClr>
                <a:srgbClr val="171736"/>
              </a:buClr>
              <a:buSzPts val="900"/>
              <a:buChar char="○"/>
              <a:defRPr sz="900">
                <a:solidFill>
                  <a:srgbClr val="171736"/>
                </a:solidFill>
              </a:defRPr>
            </a:lvl8pPr>
            <a:lvl9pPr indent="-285750" lvl="8" marL="4114800">
              <a:spcBef>
                <a:spcPts val="0"/>
              </a:spcBef>
              <a:spcAft>
                <a:spcPts val="0"/>
              </a:spcAft>
              <a:buClr>
                <a:srgbClr val="171736"/>
              </a:buClr>
              <a:buSzPts val="900"/>
              <a:buChar char="■"/>
              <a:defRPr sz="900">
                <a:solidFill>
                  <a:srgbClr val="171736"/>
                </a:solidFill>
              </a:defRPr>
            </a:lvl9pPr>
          </a:lstStyle>
          <a:p/>
        </p:txBody>
      </p:sp>
      <p:sp>
        <p:nvSpPr>
          <p:cNvPr id="511" name="Google Shape;511;p69"/>
          <p:cNvSpPr txBox="1"/>
          <p:nvPr>
            <p:ph type="title"/>
          </p:nvPr>
        </p:nvSpPr>
        <p:spPr>
          <a:xfrm>
            <a:off x="311700" y="682075"/>
            <a:ext cx="37809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512" name="Google Shape;512;p69"/>
          <p:cNvSpPr txBox="1"/>
          <p:nvPr>
            <p:ph idx="13"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13" name="Google Shape;513;p69"/>
          <p:cNvSpPr txBox="1"/>
          <p:nvPr>
            <p:ph idx="14"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3 Images">
  <p:cSld name="CUSTOM_5">
    <p:spTree>
      <p:nvGrpSpPr>
        <p:cNvPr id="514" name="Shape 514"/>
        <p:cNvGrpSpPr/>
        <p:nvPr/>
      </p:nvGrpSpPr>
      <p:grpSpPr>
        <a:xfrm>
          <a:off x="0" y="0"/>
          <a:ext cx="0" cy="0"/>
          <a:chOff x="0" y="0"/>
          <a:chExt cx="0" cy="0"/>
        </a:xfrm>
      </p:grpSpPr>
      <p:sp>
        <p:nvSpPr>
          <p:cNvPr id="515" name="Google Shape;515;p70"/>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cxnSp>
        <p:nvCxnSpPr>
          <p:cNvPr id="516" name="Google Shape;516;p70"/>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517" name="Google Shape;517;p70"/>
          <p:cNvSpPr txBox="1"/>
          <p:nvPr>
            <p:ph idx="1" type="body"/>
          </p:nvPr>
        </p:nvSpPr>
        <p:spPr>
          <a:xfrm>
            <a:off x="322400" y="1879550"/>
            <a:ext cx="3462000" cy="2781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171736"/>
              </a:buClr>
              <a:buSzPts val="1400"/>
              <a:buChar char="●"/>
              <a:defRPr sz="1400">
                <a:solidFill>
                  <a:srgbClr val="171736"/>
                </a:solidFill>
              </a:defRPr>
            </a:lvl1pPr>
            <a:lvl2pPr indent="-304800" lvl="1" marL="914400">
              <a:spcBef>
                <a:spcPts val="0"/>
              </a:spcBef>
              <a:spcAft>
                <a:spcPts val="0"/>
              </a:spcAft>
              <a:buClr>
                <a:srgbClr val="171736"/>
              </a:buClr>
              <a:buSzPts val="1200"/>
              <a:buChar char="○"/>
              <a:defRPr sz="1200">
                <a:solidFill>
                  <a:srgbClr val="171736"/>
                </a:solidFill>
              </a:defRPr>
            </a:lvl2pPr>
            <a:lvl3pPr indent="-304800" lvl="2" marL="1371600">
              <a:spcBef>
                <a:spcPts val="0"/>
              </a:spcBef>
              <a:spcAft>
                <a:spcPts val="0"/>
              </a:spcAft>
              <a:buClr>
                <a:srgbClr val="171736"/>
              </a:buClr>
              <a:buSzPts val="1200"/>
              <a:buChar char="■"/>
              <a:defRPr sz="1200">
                <a:solidFill>
                  <a:srgbClr val="171736"/>
                </a:solidFill>
              </a:defRPr>
            </a:lvl3pPr>
            <a:lvl4pPr indent="-304800" lvl="3" marL="1828800">
              <a:spcBef>
                <a:spcPts val="0"/>
              </a:spcBef>
              <a:spcAft>
                <a:spcPts val="0"/>
              </a:spcAft>
              <a:buClr>
                <a:srgbClr val="171736"/>
              </a:buClr>
              <a:buSzPts val="1200"/>
              <a:buChar char="●"/>
              <a:defRPr sz="1200">
                <a:solidFill>
                  <a:srgbClr val="171736"/>
                </a:solidFill>
              </a:defRPr>
            </a:lvl4pPr>
            <a:lvl5pPr indent="-304800" lvl="4" marL="2286000">
              <a:spcBef>
                <a:spcPts val="0"/>
              </a:spcBef>
              <a:spcAft>
                <a:spcPts val="0"/>
              </a:spcAft>
              <a:buClr>
                <a:srgbClr val="171736"/>
              </a:buClr>
              <a:buSzPts val="1200"/>
              <a:buChar char="○"/>
              <a:defRPr sz="1200">
                <a:solidFill>
                  <a:srgbClr val="171736"/>
                </a:solidFill>
              </a:defRPr>
            </a:lvl5pPr>
            <a:lvl6pPr indent="-304800" lvl="5" marL="2743200">
              <a:spcBef>
                <a:spcPts val="0"/>
              </a:spcBef>
              <a:spcAft>
                <a:spcPts val="0"/>
              </a:spcAft>
              <a:buClr>
                <a:srgbClr val="171736"/>
              </a:buClr>
              <a:buSzPts val="1200"/>
              <a:buChar char="■"/>
              <a:defRPr sz="1200">
                <a:solidFill>
                  <a:srgbClr val="171736"/>
                </a:solidFill>
              </a:defRPr>
            </a:lvl6pPr>
            <a:lvl7pPr indent="-304800" lvl="6" marL="3200400">
              <a:spcBef>
                <a:spcPts val="0"/>
              </a:spcBef>
              <a:spcAft>
                <a:spcPts val="0"/>
              </a:spcAft>
              <a:buClr>
                <a:srgbClr val="171736"/>
              </a:buClr>
              <a:buSzPts val="1200"/>
              <a:buChar char="●"/>
              <a:defRPr sz="1200">
                <a:solidFill>
                  <a:srgbClr val="171736"/>
                </a:solidFill>
              </a:defRPr>
            </a:lvl7pPr>
            <a:lvl8pPr indent="-304800" lvl="7" marL="3657600">
              <a:spcBef>
                <a:spcPts val="0"/>
              </a:spcBef>
              <a:spcAft>
                <a:spcPts val="0"/>
              </a:spcAft>
              <a:buClr>
                <a:srgbClr val="171736"/>
              </a:buClr>
              <a:buSzPts val="1200"/>
              <a:buChar char="○"/>
              <a:defRPr sz="1200">
                <a:solidFill>
                  <a:srgbClr val="171736"/>
                </a:solidFill>
              </a:defRPr>
            </a:lvl8pPr>
            <a:lvl9pPr indent="-304800" lvl="8" marL="4114800">
              <a:spcBef>
                <a:spcPts val="0"/>
              </a:spcBef>
              <a:spcAft>
                <a:spcPts val="0"/>
              </a:spcAft>
              <a:buClr>
                <a:srgbClr val="171736"/>
              </a:buClr>
              <a:buSzPts val="1200"/>
              <a:buChar char="■"/>
              <a:defRPr sz="1200">
                <a:solidFill>
                  <a:srgbClr val="171736"/>
                </a:solidFill>
              </a:defRPr>
            </a:lvl9pPr>
          </a:lstStyle>
          <a:p/>
        </p:txBody>
      </p:sp>
      <p:sp>
        <p:nvSpPr>
          <p:cNvPr id="518" name="Google Shape;518;p70"/>
          <p:cNvSpPr txBox="1"/>
          <p:nvPr>
            <p:ph type="title"/>
          </p:nvPr>
        </p:nvSpPr>
        <p:spPr>
          <a:xfrm>
            <a:off x="311700" y="682075"/>
            <a:ext cx="37809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519" name="Google Shape;519;p70"/>
          <p:cNvSpPr/>
          <p:nvPr>
            <p:ph idx="2" type="pic"/>
          </p:nvPr>
        </p:nvSpPr>
        <p:spPr>
          <a:xfrm>
            <a:off x="3930875" y="682075"/>
            <a:ext cx="2319000" cy="1920000"/>
          </a:xfrm>
          <a:prstGeom prst="rect">
            <a:avLst/>
          </a:prstGeom>
          <a:noFill/>
          <a:ln>
            <a:noFill/>
          </a:ln>
        </p:spPr>
      </p:sp>
      <p:sp>
        <p:nvSpPr>
          <p:cNvPr id="520" name="Google Shape;520;p70"/>
          <p:cNvSpPr/>
          <p:nvPr>
            <p:ph idx="3" type="pic"/>
          </p:nvPr>
        </p:nvSpPr>
        <p:spPr>
          <a:xfrm>
            <a:off x="6396225" y="682075"/>
            <a:ext cx="2319000" cy="3978600"/>
          </a:xfrm>
          <a:prstGeom prst="rect">
            <a:avLst/>
          </a:prstGeom>
          <a:noFill/>
          <a:ln>
            <a:noFill/>
          </a:ln>
        </p:spPr>
      </p:sp>
      <p:sp>
        <p:nvSpPr>
          <p:cNvPr id="521" name="Google Shape;521;p70"/>
          <p:cNvSpPr/>
          <p:nvPr>
            <p:ph idx="4" type="pic"/>
          </p:nvPr>
        </p:nvSpPr>
        <p:spPr>
          <a:xfrm>
            <a:off x="3930875" y="2740742"/>
            <a:ext cx="2319000" cy="1920000"/>
          </a:xfrm>
          <a:prstGeom prst="rect">
            <a:avLst/>
          </a:prstGeom>
          <a:noFill/>
          <a:ln>
            <a:noFill/>
          </a:ln>
        </p:spPr>
      </p:sp>
      <p:sp>
        <p:nvSpPr>
          <p:cNvPr id="522" name="Google Shape;522;p70"/>
          <p:cNvSpPr txBox="1"/>
          <p:nvPr>
            <p:ph idx="5"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23" name="Google Shape;523;p70"/>
          <p:cNvSpPr txBox="1"/>
          <p:nvPr>
            <p:ph idx="6"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 Only (Layout 1)">
  <p:cSld name="CUSTOM_5_1">
    <p:spTree>
      <p:nvGrpSpPr>
        <p:cNvPr id="524" name="Shape 524"/>
        <p:cNvGrpSpPr/>
        <p:nvPr/>
      </p:nvGrpSpPr>
      <p:grpSpPr>
        <a:xfrm>
          <a:off x="0" y="0"/>
          <a:ext cx="0" cy="0"/>
          <a:chOff x="0" y="0"/>
          <a:chExt cx="0" cy="0"/>
        </a:xfrm>
      </p:grpSpPr>
      <p:sp>
        <p:nvSpPr>
          <p:cNvPr id="525" name="Google Shape;525;p71"/>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cxnSp>
        <p:nvCxnSpPr>
          <p:cNvPr id="526" name="Google Shape;526;p71"/>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527" name="Google Shape;527;p71"/>
          <p:cNvSpPr txBox="1"/>
          <p:nvPr>
            <p:ph type="title"/>
          </p:nvPr>
        </p:nvSpPr>
        <p:spPr>
          <a:xfrm>
            <a:off x="311700" y="682075"/>
            <a:ext cx="37809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528" name="Google Shape;528;p71"/>
          <p:cNvSpPr/>
          <p:nvPr>
            <p:ph idx="2" type="pic"/>
          </p:nvPr>
        </p:nvSpPr>
        <p:spPr>
          <a:xfrm>
            <a:off x="420300" y="2449284"/>
            <a:ext cx="2721900" cy="2211600"/>
          </a:xfrm>
          <a:prstGeom prst="rect">
            <a:avLst/>
          </a:prstGeom>
          <a:noFill/>
          <a:ln>
            <a:noFill/>
          </a:ln>
        </p:spPr>
      </p:sp>
      <p:sp>
        <p:nvSpPr>
          <p:cNvPr id="529" name="Google Shape;529;p71"/>
          <p:cNvSpPr/>
          <p:nvPr>
            <p:ph idx="3" type="pic"/>
          </p:nvPr>
        </p:nvSpPr>
        <p:spPr>
          <a:xfrm>
            <a:off x="6066075" y="783775"/>
            <a:ext cx="3077700" cy="3876900"/>
          </a:xfrm>
          <a:prstGeom prst="rect">
            <a:avLst/>
          </a:prstGeom>
          <a:noFill/>
          <a:ln>
            <a:noFill/>
          </a:ln>
        </p:spPr>
      </p:sp>
      <p:sp>
        <p:nvSpPr>
          <p:cNvPr id="530" name="Google Shape;530;p71"/>
          <p:cNvSpPr/>
          <p:nvPr>
            <p:ph idx="4" type="pic"/>
          </p:nvPr>
        </p:nvSpPr>
        <p:spPr>
          <a:xfrm>
            <a:off x="3246240" y="2449275"/>
            <a:ext cx="2721900" cy="2211600"/>
          </a:xfrm>
          <a:prstGeom prst="rect">
            <a:avLst/>
          </a:prstGeom>
          <a:noFill/>
          <a:ln>
            <a:noFill/>
          </a:ln>
        </p:spPr>
      </p:sp>
      <p:sp>
        <p:nvSpPr>
          <p:cNvPr id="531" name="Google Shape;531;p71"/>
          <p:cNvSpPr txBox="1"/>
          <p:nvPr>
            <p:ph idx="1"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32" name="Google Shape;532;p71"/>
          <p:cNvSpPr txBox="1"/>
          <p:nvPr>
            <p:ph idx="5"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 Only (Layout 2)">
  <p:cSld name="CUSTOM_5_1_1">
    <p:spTree>
      <p:nvGrpSpPr>
        <p:cNvPr id="533" name="Shape 533"/>
        <p:cNvGrpSpPr/>
        <p:nvPr/>
      </p:nvGrpSpPr>
      <p:grpSpPr>
        <a:xfrm>
          <a:off x="0" y="0"/>
          <a:ext cx="0" cy="0"/>
          <a:chOff x="0" y="0"/>
          <a:chExt cx="0" cy="0"/>
        </a:xfrm>
      </p:grpSpPr>
      <p:sp>
        <p:nvSpPr>
          <p:cNvPr id="534" name="Google Shape;534;p72"/>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cxnSp>
        <p:nvCxnSpPr>
          <p:cNvPr id="535" name="Google Shape;535;p72"/>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536" name="Google Shape;536;p72"/>
          <p:cNvSpPr txBox="1"/>
          <p:nvPr>
            <p:ph type="title"/>
          </p:nvPr>
        </p:nvSpPr>
        <p:spPr>
          <a:xfrm>
            <a:off x="311700" y="682075"/>
            <a:ext cx="8403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537" name="Google Shape;537;p72"/>
          <p:cNvSpPr/>
          <p:nvPr>
            <p:ph idx="2" type="pic"/>
          </p:nvPr>
        </p:nvSpPr>
        <p:spPr>
          <a:xfrm>
            <a:off x="420300" y="3229112"/>
            <a:ext cx="4069800" cy="1431900"/>
          </a:xfrm>
          <a:prstGeom prst="rect">
            <a:avLst/>
          </a:prstGeom>
          <a:noFill/>
          <a:ln>
            <a:noFill/>
          </a:ln>
        </p:spPr>
      </p:sp>
      <p:sp>
        <p:nvSpPr>
          <p:cNvPr id="538" name="Google Shape;538;p72"/>
          <p:cNvSpPr/>
          <p:nvPr>
            <p:ph idx="3" type="pic"/>
          </p:nvPr>
        </p:nvSpPr>
        <p:spPr>
          <a:xfrm>
            <a:off x="4645575" y="3229106"/>
            <a:ext cx="4069800" cy="1431900"/>
          </a:xfrm>
          <a:prstGeom prst="rect">
            <a:avLst/>
          </a:prstGeom>
          <a:noFill/>
          <a:ln>
            <a:noFill/>
          </a:ln>
        </p:spPr>
      </p:sp>
      <p:sp>
        <p:nvSpPr>
          <p:cNvPr id="539" name="Google Shape;539;p72"/>
          <p:cNvSpPr/>
          <p:nvPr>
            <p:ph idx="4" type="pic"/>
          </p:nvPr>
        </p:nvSpPr>
        <p:spPr>
          <a:xfrm>
            <a:off x="420300" y="1665532"/>
            <a:ext cx="4069800" cy="1431900"/>
          </a:xfrm>
          <a:prstGeom prst="rect">
            <a:avLst/>
          </a:prstGeom>
          <a:noFill/>
          <a:ln>
            <a:noFill/>
          </a:ln>
        </p:spPr>
      </p:sp>
      <p:sp>
        <p:nvSpPr>
          <p:cNvPr id="540" name="Google Shape;540;p72"/>
          <p:cNvSpPr/>
          <p:nvPr>
            <p:ph idx="5" type="pic"/>
          </p:nvPr>
        </p:nvSpPr>
        <p:spPr>
          <a:xfrm>
            <a:off x="4645575" y="1665526"/>
            <a:ext cx="4069800" cy="1431900"/>
          </a:xfrm>
          <a:prstGeom prst="rect">
            <a:avLst/>
          </a:prstGeom>
          <a:noFill/>
          <a:ln>
            <a:noFill/>
          </a:ln>
        </p:spPr>
      </p:sp>
      <p:sp>
        <p:nvSpPr>
          <p:cNvPr id="541" name="Google Shape;541;p72"/>
          <p:cNvSpPr txBox="1"/>
          <p:nvPr>
            <p:ph idx="1"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42" name="Google Shape;542;p72"/>
          <p:cNvSpPr txBox="1"/>
          <p:nvPr>
            <p:ph idx="6"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 Only (Layout 3)">
  <p:cSld name="CUSTOM_5_1_1_2">
    <p:spTree>
      <p:nvGrpSpPr>
        <p:cNvPr id="543" name="Shape 543"/>
        <p:cNvGrpSpPr/>
        <p:nvPr/>
      </p:nvGrpSpPr>
      <p:grpSpPr>
        <a:xfrm>
          <a:off x="0" y="0"/>
          <a:ext cx="0" cy="0"/>
          <a:chOff x="0" y="0"/>
          <a:chExt cx="0" cy="0"/>
        </a:xfrm>
      </p:grpSpPr>
      <p:sp>
        <p:nvSpPr>
          <p:cNvPr id="544" name="Google Shape;544;p73"/>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cxnSp>
        <p:nvCxnSpPr>
          <p:cNvPr id="545" name="Google Shape;545;p73"/>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546" name="Google Shape;546;p73"/>
          <p:cNvSpPr txBox="1"/>
          <p:nvPr>
            <p:ph type="title"/>
          </p:nvPr>
        </p:nvSpPr>
        <p:spPr>
          <a:xfrm>
            <a:off x="311700" y="682075"/>
            <a:ext cx="8403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547" name="Google Shape;547;p73"/>
          <p:cNvSpPr/>
          <p:nvPr>
            <p:ph idx="2" type="pic"/>
          </p:nvPr>
        </p:nvSpPr>
        <p:spPr>
          <a:xfrm>
            <a:off x="420300" y="1681875"/>
            <a:ext cx="2265900" cy="2979000"/>
          </a:xfrm>
          <a:prstGeom prst="rect">
            <a:avLst/>
          </a:prstGeom>
          <a:noFill/>
          <a:ln>
            <a:noFill/>
          </a:ln>
        </p:spPr>
      </p:sp>
      <p:sp>
        <p:nvSpPr>
          <p:cNvPr id="548" name="Google Shape;548;p73"/>
          <p:cNvSpPr/>
          <p:nvPr>
            <p:ph idx="3" type="pic"/>
          </p:nvPr>
        </p:nvSpPr>
        <p:spPr>
          <a:xfrm>
            <a:off x="2827875" y="1681850"/>
            <a:ext cx="5887500" cy="2979000"/>
          </a:xfrm>
          <a:prstGeom prst="rect">
            <a:avLst/>
          </a:prstGeom>
          <a:noFill/>
          <a:ln>
            <a:noFill/>
          </a:ln>
        </p:spPr>
      </p:sp>
      <p:sp>
        <p:nvSpPr>
          <p:cNvPr id="549" name="Google Shape;549;p73"/>
          <p:cNvSpPr txBox="1"/>
          <p:nvPr>
            <p:ph idx="1"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50" name="Google Shape;550;p73"/>
          <p:cNvSpPr txBox="1"/>
          <p:nvPr>
            <p:ph idx="4"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mage Only (Layout 4)">
  <p:cSld name="CUSTOM_5_1_1_1">
    <p:spTree>
      <p:nvGrpSpPr>
        <p:cNvPr id="551" name="Shape 551"/>
        <p:cNvGrpSpPr/>
        <p:nvPr/>
      </p:nvGrpSpPr>
      <p:grpSpPr>
        <a:xfrm>
          <a:off x="0" y="0"/>
          <a:ext cx="0" cy="0"/>
          <a:chOff x="0" y="0"/>
          <a:chExt cx="0" cy="0"/>
        </a:xfrm>
      </p:grpSpPr>
      <p:sp>
        <p:nvSpPr>
          <p:cNvPr id="552" name="Google Shape;552;p74"/>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cxnSp>
        <p:nvCxnSpPr>
          <p:cNvPr id="553" name="Google Shape;553;p74"/>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554" name="Google Shape;554;p74"/>
          <p:cNvSpPr txBox="1"/>
          <p:nvPr>
            <p:ph type="title"/>
          </p:nvPr>
        </p:nvSpPr>
        <p:spPr>
          <a:xfrm>
            <a:off x="311700" y="682075"/>
            <a:ext cx="8403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555" name="Google Shape;555;p74"/>
          <p:cNvSpPr/>
          <p:nvPr>
            <p:ph idx="2" type="pic"/>
          </p:nvPr>
        </p:nvSpPr>
        <p:spPr>
          <a:xfrm>
            <a:off x="420300" y="1665525"/>
            <a:ext cx="8295000" cy="2995500"/>
          </a:xfrm>
          <a:prstGeom prst="rect">
            <a:avLst/>
          </a:prstGeom>
          <a:noFill/>
          <a:ln>
            <a:noFill/>
          </a:ln>
        </p:spPr>
      </p:sp>
      <p:sp>
        <p:nvSpPr>
          <p:cNvPr id="556" name="Google Shape;556;p74"/>
          <p:cNvSpPr txBox="1"/>
          <p:nvPr>
            <p:ph idx="1"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57" name="Google Shape;557;p74"/>
          <p:cNvSpPr txBox="1"/>
          <p:nvPr>
            <p:ph idx="3"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Blank">
  <p:cSld name="CUSTOM_5_1_1_1_1">
    <p:spTree>
      <p:nvGrpSpPr>
        <p:cNvPr id="558" name="Shape 558"/>
        <p:cNvGrpSpPr/>
        <p:nvPr/>
      </p:nvGrpSpPr>
      <p:grpSpPr>
        <a:xfrm>
          <a:off x="0" y="0"/>
          <a:ext cx="0" cy="0"/>
          <a:chOff x="0" y="0"/>
          <a:chExt cx="0" cy="0"/>
        </a:xfrm>
      </p:grpSpPr>
      <p:sp>
        <p:nvSpPr>
          <p:cNvPr id="559" name="Google Shape;559;p75"/>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cxnSp>
        <p:nvCxnSpPr>
          <p:cNvPr id="560" name="Google Shape;560;p75"/>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
        <p:nvSpPr>
          <p:cNvPr id="561" name="Google Shape;561;p75"/>
          <p:cNvSpPr txBox="1"/>
          <p:nvPr>
            <p:ph type="title"/>
          </p:nvPr>
        </p:nvSpPr>
        <p:spPr>
          <a:xfrm>
            <a:off x="311700" y="682075"/>
            <a:ext cx="8403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562" name="Google Shape;562;p75"/>
          <p:cNvSpPr txBox="1"/>
          <p:nvPr>
            <p:ph idx="1"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63" name="Google Shape;563;p75"/>
          <p:cNvSpPr txBox="1"/>
          <p:nvPr>
            <p:ph idx="2"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hoto with Text">
  <p:cSld name="CUSTOM_6">
    <p:spTree>
      <p:nvGrpSpPr>
        <p:cNvPr id="564" name="Shape 564"/>
        <p:cNvGrpSpPr/>
        <p:nvPr/>
      </p:nvGrpSpPr>
      <p:grpSpPr>
        <a:xfrm>
          <a:off x="0" y="0"/>
          <a:ext cx="0" cy="0"/>
          <a:chOff x="0" y="0"/>
          <a:chExt cx="0" cy="0"/>
        </a:xfrm>
      </p:grpSpPr>
      <p:sp>
        <p:nvSpPr>
          <p:cNvPr id="565" name="Google Shape;565;p76"/>
          <p:cNvSpPr/>
          <p:nvPr>
            <p:ph idx="2" type="pic"/>
          </p:nvPr>
        </p:nvSpPr>
        <p:spPr>
          <a:xfrm>
            <a:off x="0" y="-18300"/>
            <a:ext cx="9209100" cy="5180100"/>
          </a:xfrm>
          <a:prstGeom prst="rect">
            <a:avLst/>
          </a:prstGeom>
          <a:noFill/>
          <a:ln>
            <a:noFill/>
          </a:ln>
        </p:spPr>
      </p:sp>
      <p:sp>
        <p:nvSpPr>
          <p:cNvPr id="566" name="Google Shape;566;p76"/>
          <p:cNvSpPr txBox="1"/>
          <p:nvPr>
            <p:ph idx="12" type="sldNum"/>
          </p:nvPr>
        </p:nvSpPr>
        <p:spPr>
          <a:xfrm>
            <a:off x="8283608" y="158617"/>
            <a:ext cx="548700" cy="393600"/>
          </a:xfrm>
          <a:prstGeom prst="rect">
            <a:avLst/>
          </a:prstGeom>
        </p:spPr>
        <p:txBody>
          <a:bodyPr anchorCtr="0" anchor="ctr" bIns="91425" lIns="91425" spcFirstLastPara="1" rIns="91425" wrap="square" tIns="91425">
            <a:normAutofit/>
          </a:bodyPr>
          <a:lstStyle>
            <a:lvl1pPr lvl="0">
              <a:buNone/>
              <a:defRPr>
                <a:solidFill>
                  <a:srgbClr val="171736"/>
                </a:solidFill>
              </a:defRPr>
            </a:lvl1pPr>
            <a:lvl2pPr lvl="1">
              <a:buNone/>
              <a:defRPr>
                <a:solidFill>
                  <a:srgbClr val="171736"/>
                </a:solidFill>
              </a:defRPr>
            </a:lvl2pPr>
            <a:lvl3pPr lvl="2">
              <a:buNone/>
              <a:defRPr>
                <a:solidFill>
                  <a:srgbClr val="171736"/>
                </a:solidFill>
              </a:defRPr>
            </a:lvl3pPr>
            <a:lvl4pPr lvl="3">
              <a:buNone/>
              <a:defRPr>
                <a:solidFill>
                  <a:srgbClr val="171736"/>
                </a:solidFill>
              </a:defRPr>
            </a:lvl4pPr>
            <a:lvl5pPr lvl="4">
              <a:buNone/>
              <a:defRPr>
                <a:solidFill>
                  <a:srgbClr val="171736"/>
                </a:solidFill>
              </a:defRPr>
            </a:lvl5pPr>
            <a:lvl6pPr lvl="5">
              <a:buNone/>
              <a:defRPr>
                <a:solidFill>
                  <a:srgbClr val="171736"/>
                </a:solidFill>
              </a:defRPr>
            </a:lvl6pPr>
            <a:lvl7pPr lvl="6">
              <a:buNone/>
              <a:defRPr>
                <a:solidFill>
                  <a:srgbClr val="171736"/>
                </a:solidFill>
              </a:defRPr>
            </a:lvl7pPr>
            <a:lvl8pPr lvl="7">
              <a:buNone/>
              <a:defRPr>
                <a:solidFill>
                  <a:srgbClr val="171736"/>
                </a:solidFill>
              </a:defRPr>
            </a:lvl8pPr>
            <a:lvl9pPr lvl="8">
              <a:buNone/>
              <a:defRPr>
                <a:solidFill>
                  <a:srgbClr val="171736"/>
                </a:solidFill>
              </a:defRPr>
            </a:lvl9pPr>
          </a:lstStyle>
          <a:p>
            <a:pPr indent="0" lvl="0" marL="0" rtl="0" algn="r">
              <a:spcBef>
                <a:spcPts val="0"/>
              </a:spcBef>
              <a:spcAft>
                <a:spcPts val="0"/>
              </a:spcAft>
              <a:buNone/>
            </a:pPr>
            <a:fld id="{00000000-1234-1234-1234-123412341234}" type="slidenum">
              <a:rPr lang="en"/>
              <a:t>‹#›</a:t>
            </a:fld>
            <a:endParaRPr/>
          </a:p>
        </p:txBody>
      </p:sp>
      <p:sp>
        <p:nvSpPr>
          <p:cNvPr id="567" name="Google Shape;567;p76"/>
          <p:cNvSpPr txBox="1"/>
          <p:nvPr>
            <p:ph type="title"/>
          </p:nvPr>
        </p:nvSpPr>
        <p:spPr>
          <a:xfrm>
            <a:off x="311700" y="682075"/>
            <a:ext cx="8403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171736"/>
              </a:buClr>
              <a:buSzPts val="3100"/>
              <a:buFont typeface="Roboto SemiBold"/>
              <a:buNone/>
              <a:defRPr sz="3100">
                <a:solidFill>
                  <a:srgbClr val="171736"/>
                </a:solidFill>
                <a:latin typeface="Roboto SemiBold"/>
                <a:ea typeface="Roboto SemiBold"/>
                <a:cs typeface="Roboto SemiBold"/>
                <a:sym typeface="Roboto SemiBold"/>
              </a:defRPr>
            </a:lvl1pPr>
            <a:lvl2pPr lvl="1">
              <a:spcBef>
                <a:spcPts val="0"/>
              </a:spcBef>
              <a:spcAft>
                <a:spcPts val="0"/>
              </a:spcAft>
              <a:buSzPts val="3100"/>
              <a:buNone/>
              <a:defRPr sz="3100"/>
            </a:lvl2pPr>
            <a:lvl3pPr lvl="2">
              <a:spcBef>
                <a:spcPts val="0"/>
              </a:spcBef>
              <a:spcAft>
                <a:spcPts val="0"/>
              </a:spcAft>
              <a:buSzPts val="3100"/>
              <a:buNone/>
              <a:defRPr sz="3100"/>
            </a:lvl3pPr>
            <a:lvl4pPr lvl="3">
              <a:spcBef>
                <a:spcPts val="0"/>
              </a:spcBef>
              <a:spcAft>
                <a:spcPts val="0"/>
              </a:spcAft>
              <a:buSzPts val="3100"/>
              <a:buNone/>
              <a:defRPr sz="3100"/>
            </a:lvl4pPr>
            <a:lvl5pPr lvl="4">
              <a:spcBef>
                <a:spcPts val="0"/>
              </a:spcBef>
              <a:spcAft>
                <a:spcPts val="0"/>
              </a:spcAft>
              <a:buSzPts val="3100"/>
              <a:buNone/>
              <a:defRPr sz="3100"/>
            </a:lvl5pPr>
            <a:lvl6pPr lvl="5">
              <a:spcBef>
                <a:spcPts val="0"/>
              </a:spcBef>
              <a:spcAft>
                <a:spcPts val="0"/>
              </a:spcAft>
              <a:buSzPts val="3100"/>
              <a:buNone/>
              <a:defRPr sz="3100"/>
            </a:lvl6pPr>
            <a:lvl7pPr lvl="6">
              <a:spcBef>
                <a:spcPts val="0"/>
              </a:spcBef>
              <a:spcAft>
                <a:spcPts val="0"/>
              </a:spcAft>
              <a:buSzPts val="3100"/>
              <a:buNone/>
              <a:defRPr sz="3100"/>
            </a:lvl7pPr>
            <a:lvl8pPr lvl="7">
              <a:spcBef>
                <a:spcPts val="0"/>
              </a:spcBef>
              <a:spcAft>
                <a:spcPts val="0"/>
              </a:spcAft>
              <a:buSzPts val="3100"/>
              <a:buNone/>
              <a:defRPr sz="3100"/>
            </a:lvl8pPr>
            <a:lvl9pPr lvl="8">
              <a:spcBef>
                <a:spcPts val="0"/>
              </a:spcBef>
              <a:spcAft>
                <a:spcPts val="0"/>
              </a:spcAft>
              <a:buSzPts val="3100"/>
              <a:buNone/>
              <a:defRPr sz="3100"/>
            </a:lvl9pPr>
          </a:lstStyle>
          <a:p/>
        </p:txBody>
      </p:sp>
      <p:sp>
        <p:nvSpPr>
          <p:cNvPr id="568" name="Google Shape;568;p76"/>
          <p:cNvSpPr txBox="1"/>
          <p:nvPr>
            <p:ph idx="1" type="subTitle"/>
          </p:nvPr>
        </p:nvSpPr>
        <p:spPr>
          <a:xfrm>
            <a:off x="322399"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69" name="Google Shape;569;p76"/>
          <p:cNvSpPr txBox="1"/>
          <p:nvPr>
            <p:ph idx="3" type="subTitle"/>
          </p:nvPr>
        </p:nvSpPr>
        <p:spPr>
          <a:xfrm>
            <a:off x="2680900" y="186075"/>
            <a:ext cx="2152500" cy="338700"/>
          </a:xfrm>
          <a:prstGeom prst="rect">
            <a:avLst/>
          </a:prstGeom>
        </p:spPr>
        <p:txBody>
          <a:bodyPr anchorCtr="0" anchor="t" bIns="91425" lIns="91425" spcFirstLastPara="1" rIns="91425" wrap="square" tIns="91425">
            <a:noAutofit/>
          </a:bodyPr>
          <a:lstStyle>
            <a:lvl1pPr lvl="0">
              <a:spcBef>
                <a:spcPts val="0"/>
              </a:spcBef>
              <a:spcAft>
                <a:spcPts val="0"/>
              </a:spcAft>
              <a:buClr>
                <a:srgbClr val="171736"/>
              </a:buClr>
              <a:buSzPts val="800"/>
              <a:buNone/>
              <a:defRPr sz="800">
                <a:solidFill>
                  <a:srgbClr val="171736"/>
                </a:solidFill>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cxnSp>
        <p:nvCxnSpPr>
          <p:cNvPr id="570" name="Google Shape;570;p76"/>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Quote">
  <p:cSld name="CUSTOM_3">
    <p:bg>
      <p:bgPr>
        <a:solidFill>
          <a:srgbClr val="222F3E"/>
        </a:solidFill>
      </p:bgPr>
    </p:bg>
    <p:spTree>
      <p:nvGrpSpPr>
        <p:cNvPr id="571" name="Shape 571"/>
        <p:cNvGrpSpPr/>
        <p:nvPr/>
      </p:nvGrpSpPr>
      <p:grpSpPr>
        <a:xfrm>
          <a:off x="0" y="0"/>
          <a:ext cx="0" cy="0"/>
          <a:chOff x="0" y="0"/>
          <a:chExt cx="0" cy="0"/>
        </a:xfrm>
      </p:grpSpPr>
      <p:sp>
        <p:nvSpPr>
          <p:cNvPr id="572" name="Google Shape;572;p77"/>
          <p:cNvSpPr txBox="1"/>
          <p:nvPr>
            <p:ph type="title"/>
          </p:nvPr>
        </p:nvSpPr>
        <p:spPr>
          <a:xfrm>
            <a:off x="2300625" y="956700"/>
            <a:ext cx="5956800" cy="2432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700"/>
              <a:buNone/>
              <a:defRPr sz="2700">
                <a:solidFill>
                  <a:schemeClr val="lt1"/>
                </a:solidFill>
              </a:defRPr>
            </a:lvl1pPr>
            <a:lvl2pPr lvl="1">
              <a:spcBef>
                <a:spcPts val="0"/>
              </a:spcBef>
              <a:spcAft>
                <a:spcPts val="0"/>
              </a:spcAft>
              <a:buClr>
                <a:schemeClr val="lt1"/>
              </a:buClr>
              <a:buSzPts val="2700"/>
              <a:buNone/>
              <a:defRPr sz="2700">
                <a:solidFill>
                  <a:schemeClr val="lt1"/>
                </a:solidFill>
              </a:defRPr>
            </a:lvl2pPr>
            <a:lvl3pPr lvl="2">
              <a:spcBef>
                <a:spcPts val="0"/>
              </a:spcBef>
              <a:spcAft>
                <a:spcPts val="0"/>
              </a:spcAft>
              <a:buClr>
                <a:schemeClr val="lt1"/>
              </a:buClr>
              <a:buSzPts val="2700"/>
              <a:buNone/>
              <a:defRPr sz="2700">
                <a:solidFill>
                  <a:schemeClr val="lt1"/>
                </a:solidFill>
              </a:defRPr>
            </a:lvl3pPr>
            <a:lvl4pPr lvl="3">
              <a:spcBef>
                <a:spcPts val="0"/>
              </a:spcBef>
              <a:spcAft>
                <a:spcPts val="0"/>
              </a:spcAft>
              <a:buClr>
                <a:schemeClr val="lt1"/>
              </a:buClr>
              <a:buSzPts val="2700"/>
              <a:buNone/>
              <a:defRPr sz="2700">
                <a:solidFill>
                  <a:schemeClr val="lt1"/>
                </a:solidFill>
              </a:defRPr>
            </a:lvl4pPr>
            <a:lvl5pPr lvl="4">
              <a:spcBef>
                <a:spcPts val="0"/>
              </a:spcBef>
              <a:spcAft>
                <a:spcPts val="0"/>
              </a:spcAft>
              <a:buClr>
                <a:schemeClr val="lt1"/>
              </a:buClr>
              <a:buSzPts val="2700"/>
              <a:buNone/>
              <a:defRPr sz="2700">
                <a:solidFill>
                  <a:schemeClr val="lt1"/>
                </a:solidFill>
              </a:defRPr>
            </a:lvl5pPr>
            <a:lvl6pPr lvl="5">
              <a:spcBef>
                <a:spcPts val="0"/>
              </a:spcBef>
              <a:spcAft>
                <a:spcPts val="0"/>
              </a:spcAft>
              <a:buClr>
                <a:schemeClr val="lt1"/>
              </a:buClr>
              <a:buSzPts val="2700"/>
              <a:buNone/>
              <a:defRPr sz="2700">
                <a:solidFill>
                  <a:schemeClr val="lt1"/>
                </a:solidFill>
              </a:defRPr>
            </a:lvl6pPr>
            <a:lvl7pPr lvl="6">
              <a:spcBef>
                <a:spcPts val="0"/>
              </a:spcBef>
              <a:spcAft>
                <a:spcPts val="0"/>
              </a:spcAft>
              <a:buClr>
                <a:schemeClr val="lt1"/>
              </a:buClr>
              <a:buSzPts val="2700"/>
              <a:buNone/>
              <a:defRPr sz="2700">
                <a:solidFill>
                  <a:schemeClr val="lt1"/>
                </a:solidFill>
              </a:defRPr>
            </a:lvl7pPr>
            <a:lvl8pPr lvl="7">
              <a:spcBef>
                <a:spcPts val="0"/>
              </a:spcBef>
              <a:spcAft>
                <a:spcPts val="0"/>
              </a:spcAft>
              <a:buClr>
                <a:schemeClr val="lt1"/>
              </a:buClr>
              <a:buSzPts val="2700"/>
              <a:buNone/>
              <a:defRPr sz="2700">
                <a:solidFill>
                  <a:schemeClr val="lt1"/>
                </a:solidFill>
              </a:defRPr>
            </a:lvl8pPr>
            <a:lvl9pPr lvl="8">
              <a:spcBef>
                <a:spcPts val="0"/>
              </a:spcBef>
              <a:spcAft>
                <a:spcPts val="0"/>
              </a:spcAft>
              <a:buClr>
                <a:schemeClr val="lt1"/>
              </a:buClr>
              <a:buSzPts val="2700"/>
              <a:buNone/>
              <a:defRPr sz="2700">
                <a:solidFill>
                  <a:schemeClr val="lt1"/>
                </a:solidFill>
              </a:defRPr>
            </a:lvl9pPr>
          </a:lstStyle>
          <a:p/>
        </p:txBody>
      </p:sp>
      <p:cxnSp>
        <p:nvCxnSpPr>
          <p:cNvPr id="573" name="Google Shape;573;p77"/>
          <p:cNvCxnSpPr/>
          <p:nvPr/>
        </p:nvCxnSpPr>
        <p:spPr>
          <a:xfrm>
            <a:off x="420300" y="550300"/>
            <a:ext cx="8295000" cy="0"/>
          </a:xfrm>
          <a:prstGeom prst="straightConnector1">
            <a:avLst/>
          </a:prstGeom>
          <a:noFill/>
          <a:ln cap="flat" cmpd="sng" w="9525">
            <a:solidFill>
              <a:srgbClr val="FFCE2D"/>
            </a:solidFill>
            <a:prstDash val="solid"/>
            <a:round/>
            <a:headEnd len="med" w="med" type="none"/>
            <a:tailEnd len="med" w="med" type="none"/>
          </a:ln>
        </p:spPr>
      </p:cxnSp>
      <p:cxnSp>
        <p:nvCxnSpPr>
          <p:cNvPr id="574" name="Google Shape;574;p77"/>
          <p:cNvCxnSpPr/>
          <p:nvPr/>
        </p:nvCxnSpPr>
        <p:spPr>
          <a:xfrm>
            <a:off x="420300" y="4562850"/>
            <a:ext cx="8295000" cy="0"/>
          </a:xfrm>
          <a:prstGeom prst="straightConnector1">
            <a:avLst/>
          </a:prstGeom>
          <a:noFill/>
          <a:ln cap="flat" cmpd="sng" w="9525">
            <a:solidFill>
              <a:srgbClr val="FFCE2D"/>
            </a:solidFill>
            <a:prstDash val="solid"/>
            <a:round/>
            <a:headEnd len="med" w="med" type="none"/>
            <a:tailEnd len="med" w="med" type="none"/>
          </a:ln>
        </p:spPr>
      </p:cxnSp>
      <p:pic>
        <p:nvPicPr>
          <p:cNvPr id="575" name="Google Shape;575;p77" title="Arrow.png"/>
          <p:cNvPicPr preferRelativeResize="0"/>
          <p:nvPr/>
        </p:nvPicPr>
        <p:blipFill>
          <a:blip r:embed="rId2">
            <a:alphaModFix/>
          </a:blip>
          <a:stretch>
            <a:fillRect/>
          </a:stretch>
        </p:blipFill>
        <p:spPr>
          <a:xfrm>
            <a:off x="347999" y="3738375"/>
            <a:ext cx="682250" cy="682225"/>
          </a:xfrm>
          <a:prstGeom prst="rect">
            <a:avLst/>
          </a:prstGeom>
          <a:noFill/>
          <a:ln>
            <a:noFill/>
          </a:ln>
        </p:spPr>
      </p:pic>
      <p:sp>
        <p:nvSpPr>
          <p:cNvPr id="576" name="Google Shape;576;p77"/>
          <p:cNvSpPr txBox="1"/>
          <p:nvPr>
            <p:ph idx="1" type="subTitle"/>
          </p:nvPr>
        </p:nvSpPr>
        <p:spPr>
          <a:xfrm>
            <a:off x="2300628" y="3791186"/>
            <a:ext cx="3697200" cy="439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900"/>
              <a:buNone/>
              <a:defRPr sz="900">
                <a:solidFill>
                  <a:schemeClr val="lt1"/>
                </a:solidFill>
              </a:defRPr>
            </a:lvl1pPr>
            <a:lvl2pPr lvl="1">
              <a:lnSpc>
                <a:spcPct val="100000"/>
              </a:lnSpc>
              <a:spcBef>
                <a:spcPts val="0"/>
              </a:spcBef>
              <a:spcAft>
                <a:spcPts val="0"/>
              </a:spcAft>
              <a:buClr>
                <a:schemeClr val="lt1"/>
              </a:buClr>
              <a:buSzPts val="900"/>
              <a:buNone/>
              <a:defRPr sz="900">
                <a:solidFill>
                  <a:schemeClr val="lt1"/>
                </a:solidFill>
              </a:defRPr>
            </a:lvl2pPr>
            <a:lvl3pPr lvl="2">
              <a:lnSpc>
                <a:spcPct val="100000"/>
              </a:lnSpc>
              <a:spcBef>
                <a:spcPts val="0"/>
              </a:spcBef>
              <a:spcAft>
                <a:spcPts val="0"/>
              </a:spcAft>
              <a:buClr>
                <a:schemeClr val="lt1"/>
              </a:buClr>
              <a:buSzPts val="900"/>
              <a:buNone/>
              <a:defRPr sz="900">
                <a:solidFill>
                  <a:schemeClr val="lt1"/>
                </a:solidFill>
              </a:defRPr>
            </a:lvl3pPr>
            <a:lvl4pPr lvl="3">
              <a:lnSpc>
                <a:spcPct val="100000"/>
              </a:lnSpc>
              <a:spcBef>
                <a:spcPts val="0"/>
              </a:spcBef>
              <a:spcAft>
                <a:spcPts val="0"/>
              </a:spcAft>
              <a:buClr>
                <a:schemeClr val="lt1"/>
              </a:buClr>
              <a:buSzPts val="900"/>
              <a:buNone/>
              <a:defRPr sz="900">
                <a:solidFill>
                  <a:schemeClr val="lt1"/>
                </a:solidFill>
              </a:defRPr>
            </a:lvl4pPr>
            <a:lvl5pPr lvl="4">
              <a:lnSpc>
                <a:spcPct val="100000"/>
              </a:lnSpc>
              <a:spcBef>
                <a:spcPts val="0"/>
              </a:spcBef>
              <a:spcAft>
                <a:spcPts val="0"/>
              </a:spcAft>
              <a:buClr>
                <a:schemeClr val="lt1"/>
              </a:buClr>
              <a:buSzPts val="900"/>
              <a:buNone/>
              <a:defRPr sz="900">
                <a:solidFill>
                  <a:schemeClr val="lt1"/>
                </a:solidFill>
              </a:defRPr>
            </a:lvl5pPr>
            <a:lvl6pPr lvl="5">
              <a:lnSpc>
                <a:spcPct val="100000"/>
              </a:lnSpc>
              <a:spcBef>
                <a:spcPts val="0"/>
              </a:spcBef>
              <a:spcAft>
                <a:spcPts val="0"/>
              </a:spcAft>
              <a:buClr>
                <a:schemeClr val="lt1"/>
              </a:buClr>
              <a:buSzPts val="900"/>
              <a:buNone/>
              <a:defRPr sz="900">
                <a:solidFill>
                  <a:schemeClr val="lt1"/>
                </a:solidFill>
              </a:defRPr>
            </a:lvl6pPr>
            <a:lvl7pPr lvl="6">
              <a:lnSpc>
                <a:spcPct val="100000"/>
              </a:lnSpc>
              <a:spcBef>
                <a:spcPts val="0"/>
              </a:spcBef>
              <a:spcAft>
                <a:spcPts val="0"/>
              </a:spcAft>
              <a:buClr>
                <a:schemeClr val="lt1"/>
              </a:buClr>
              <a:buSzPts val="900"/>
              <a:buNone/>
              <a:defRPr sz="900">
                <a:solidFill>
                  <a:schemeClr val="lt1"/>
                </a:solidFill>
              </a:defRPr>
            </a:lvl7pPr>
            <a:lvl8pPr lvl="7">
              <a:lnSpc>
                <a:spcPct val="100000"/>
              </a:lnSpc>
              <a:spcBef>
                <a:spcPts val="0"/>
              </a:spcBef>
              <a:spcAft>
                <a:spcPts val="0"/>
              </a:spcAft>
              <a:buClr>
                <a:schemeClr val="lt1"/>
              </a:buClr>
              <a:buSzPts val="900"/>
              <a:buNone/>
              <a:defRPr sz="900">
                <a:solidFill>
                  <a:schemeClr val="lt1"/>
                </a:solidFill>
              </a:defRPr>
            </a:lvl8pPr>
            <a:lvl9pPr lvl="8">
              <a:lnSpc>
                <a:spcPct val="100000"/>
              </a:lnSpc>
              <a:spcBef>
                <a:spcPts val="0"/>
              </a:spcBef>
              <a:spcAft>
                <a:spcPts val="0"/>
              </a:spcAft>
              <a:buClr>
                <a:schemeClr val="lt1"/>
              </a:buClr>
              <a:buSzPts val="900"/>
              <a:buNone/>
              <a:defRPr sz="900">
                <a:solidFill>
                  <a:schemeClr val="lt1"/>
                </a:solidFill>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222F3E"/>
        </a:solidFill>
      </p:bgPr>
    </p:bg>
    <p:spTree>
      <p:nvGrpSpPr>
        <p:cNvPr id="577" name="Shape 577"/>
        <p:cNvGrpSpPr/>
        <p:nvPr/>
      </p:nvGrpSpPr>
      <p:grpSpPr>
        <a:xfrm>
          <a:off x="0" y="0"/>
          <a:ext cx="0" cy="0"/>
          <a:chOff x="0" y="0"/>
          <a:chExt cx="0" cy="0"/>
        </a:xfrm>
      </p:grpSpPr>
      <p:pic>
        <p:nvPicPr>
          <p:cNvPr descr="abstract image" id="578" name="Google Shape;578;p78"/>
          <p:cNvPicPr preferRelativeResize="0"/>
          <p:nvPr/>
        </p:nvPicPr>
        <p:blipFill rotWithShape="1">
          <a:blip r:embed="rId2">
            <a:alphaModFix amt="65000"/>
          </a:blip>
          <a:srcRect b="0" l="1466" r="1466" t="0"/>
          <a:stretch/>
        </p:blipFill>
        <p:spPr>
          <a:xfrm>
            <a:off x="0" y="6250"/>
            <a:ext cx="9144000" cy="5133460"/>
          </a:xfrm>
          <a:prstGeom prst="rect">
            <a:avLst/>
          </a:prstGeom>
          <a:noFill/>
          <a:ln>
            <a:noFill/>
          </a:ln>
        </p:spPr>
      </p:pic>
      <p:sp>
        <p:nvSpPr>
          <p:cNvPr id="579" name="Google Shape;579;p78"/>
          <p:cNvSpPr txBox="1"/>
          <p:nvPr/>
        </p:nvSpPr>
        <p:spPr>
          <a:xfrm>
            <a:off x="413350" y="1926925"/>
            <a:ext cx="48588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200">
                <a:solidFill>
                  <a:schemeClr val="lt1"/>
                </a:solidFill>
                <a:latin typeface="Roboto Medium"/>
                <a:ea typeface="Roboto Medium"/>
                <a:cs typeface="Roboto Medium"/>
                <a:sym typeface="Roboto Medium"/>
              </a:rPr>
              <a:t>Thank you</a:t>
            </a:r>
            <a:endParaRPr sz="5200">
              <a:solidFill>
                <a:schemeClr val="lt1"/>
              </a:solidFill>
              <a:latin typeface="Roboto Medium"/>
              <a:ea typeface="Roboto Medium"/>
              <a:cs typeface="Roboto Medium"/>
              <a:sym typeface="Roboto Medium"/>
            </a:endParaRPr>
          </a:p>
        </p:txBody>
      </p:sp>
      <p:sp>
        <p:nvSpPr>
          <p:cNvPr id="580" name="Google Shape;580;p78"/>
          <p:cNvSpPr txBox="1"/>
          <p:nvPr/>
        </p:nvSpPr>
        <p:spPr>
          <a:xfrm>
            <a:off x="413350" y="4101475"/>
            <a:ext cx="2564400" cy="6927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lt1"/>
                </a:solidFill>
                <a:latin typeface="Roboto"/>
                <a:ea typeface="Roboto"/>
                <a:cs typeface="Roboto"/>
                <a:sym typeface="Roboto"/>
              </a:rPr>
              <a:t>NOVI Health</a:t>
            </a:r>
            <a:endParaRPr b="1" sz="900">
              <a:solidFill>
                <a:schemeClr val="lt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900">
                <a:solidFill>
                  <a:schemeClr val="lt1"/>
                </a:solidFill>
                <a:latin typeface="Roboto"/>
                <a:ea typeface="Roboto"/>
                <a:cs typeface="Roboto"/>
                <a:sym typeface="Roboto"/>
              </a:rPr>
              <a:t>160 Robinson Road, @, #03-01</a:t>
            </a:r>
            <a:endParaRPr sz="9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900">
                <a:solidFill>
                  <a:schemeClr val="lt1"/>
                </a:solidFill>
                <a:latin typeface="Roboto"/>
                <a:ea typeface="Roboto"/>
                <a:cs typeface="Roboto"/>
                <a:sym typeface="Roboto"/>
              </a:rPr>
              <a:t>SBF Center, Mediplex, 068914</a:t>
            </a:r>
            <a:endParaRPr sz="900">
              <a:solidFill>
                <a:schemeClr val="lt1"/>
              </a:solidFill>
              <a:latin typeface="Roboto"/>
              <a:ea typeface="Roboto"/>
              <a:cs typeface="Roboto"/>
              <a:sym typeface="Roboto"/>
            </a:endParaRPr>
          </a:p>
        </p:txBody>
      </p:sp>
      <p:sp>
        <p:nvSpPr>
          <p:cNvPr id="581" name="Google Shape;581;p78"/>
          <p:cNvSpPr txBox="1"/>
          <p:nvPr/>
        </p:nvSpPr>
        <p:spPr>
          <a:xfrm>
            <a:off x="3652550" y="4440175"/>
            <a:ext cx="2564400" cy="354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900">
                <a:solidFill>
                  <a:schemeClr val="lt1"/>
                </a:solidFill>
                <a:latin typeface="Roboto"/>
                <a:ea typeface="Roboto"/>
                <a:cs typeface="Roboto"/>
                <a:sym typeface="Roboto"/>
              </a:rPr>
              <a:t>www.novi-health.com</a:t>
            </a:r>
            <a:endParaRPr sz="900">
              <a:solidFill>
                <a:schemeClr val="lt1"/>
              </a:solidFill>
              <a:latin typeface="Roboto"/>
              <a:ea typeface="Roboto"/>
              <a:cs typeface="Roboto"/>
              <a:sym typeface="Roboto"/>
            </a:endParaRPr>
          </a:p>
        </p:txBody>
      </p:sp>
      <p:pic>
        <p:nvPicPr>
          <p:cNvPr id="582" name="Google Shape;582;p78" title="NOVI Brand Logo.png"/>
          <p:cNvPicPr preferRelativeResize="0"/>
          <p:nvPr/>
        </p:nvPicPr>
        <p:blipFill>
          <a:blip r:embed="rId3">
            <a:alphaModFix/>
          </a:blip>
          <a:stretch>
            <a:fillRect/>
          </a:stretch>
        </p:blipFill>
        <p:spPr>
          <a:xfrm>
            <a:off x="8020327" y="4440177"/>
            <a:ext cx="593373" cy="225700"/>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1_1">
    <p:bg>
      <p:bgPr>
        <a:solidFill>
          <a:schemeClr val="dk1"/>
        </a:solidFill>
      </p:bgPr>
    </p:bg>
    <p:spTree>
      <p:nvGrpSpPr>
        <p:cNvPr id="583" name="Shape 583"/>
        <p:cNvGrpSpPr/>
        <p:nvPr/>
      </p:nvGrpSpPr>
      <p:grpSpPr>
        <a:xfrm>
          <a:off x="0" y="0"/>
          <a:ext cx="0" cy="0"/>
          <a:chOff x="0" y="0"/>
          <a:chExt cx="0" cy="0"/>
        </a:xfrm>
      </p:grpSpPr>
      <p:pic>
        <p:nvPicPr>
          <p:cNvPr descr="2 asians running" id="584" name="Google Shape;584;p79"/>
          <p:cNvPicPr preferRelativeResize="0"/>
          <p:nvPr/>
        </p:nvPicPr>
        <p:blipFill rotWithShape="1">
          <a:blip r:embed="rId2">
            <a:alphaModFix amt="34000"/>
          </a:blip>
          <a:srcRect b="0" l="1181" r="1181" t="0"/>
          <a:stretch/>
        </p:blipFill>
        <p:spPr>
          <a:xfrm>
            <a:off x="0" y="2512"/>
            <a:ext cx="9144001" cy="5103455"/>
          </a:xfrm>
          <a:prstGeom prst="rect">
            <a:avLst/>
          </a:prstGeom>
          <a:noFill/>
          <a:ln>
            <a:noFill/>
          </a:ln>
        </p:spPr>
      </p:pic>
      <p:pic>
        <p:nvPicPr>
          <p:cNvPr id="585" name="Google Shape;585;p79" title="NOVI Brand Logo.png"/>
          <p:cNvPicPr preferRelativeResize="0"/>
          <p:nvPr/>
        </p:nvPicPr>
        <p:blipFill>
          <a:blip r:embed="rId3">
            <a:alphaModFix/>
          </a:blip>
          <a:stretch>
            <a:fillRect/>
          </a:stretch>
        </p:blipFill>
        <p:spPr>
          <a:xfrm>
            <a:off x="3838125" y="2131274"/>
            <a:ext cx="1467750" cy="558300"/>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bg>
      <p:bgPr>
        <a:solidFill>
          <a:srgbClr val="FFCE2E"/>
        </a:solidFill>
      </p:bgPr>
    </p:bg>
    <p:spTree>
      <p:nvGrpSpPr>
        <p:cNvPr id="586" name="Shape 586"/>
        <p:cNvGrpSpPr/>
        <p:nvPr/>
      </p:nvGrpSpPr>
      <p:grpSpPr>
        <a:xfrm>
          <a:off x="0" y="0"/>
          <a:ext cx="0" cy="0"/>
          <a:chOff x="0" y="0"/>
          <a:chExt cx="0" cy="0"/>
        </a:xfrm>
      </p:grpSpPr>
      <p:grpSp>
        <p:nvGrpSpPr>
          <p:cNvPr id="587" name="Google Shape;587;p80"/>
          <p:cNvGrpSpPr/>
          <p:nvPr/>
        </p:nvGrpSpPr>
        <p:grpSpPr>
          <a:xfrm>
            <a:off x="830392" y="1191256"/>
            <a:ext cx="745763" cy="45826"/>
            <a:chOff x="4580561" y="2589004"/>
            <a:chExt cx="1064464" cy="25200"/>
          </a:xfrm>
        </p:grpSpPr>
        <p:sp>
          <p:nvSpPr>
            <p:cNvPr id="588" name="Google Shape;588;p80"/>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80"/>
            <p:cNvSpPr/>
            <p:nvPr/>
          </p:nvSpPr>
          <p:spPr>
            <a:xfrm rot="-5400000">
              <a:off x="4836311" y="2333254"/>
              <a:ext cx="25200" cy="536700"/>
            </a:xfrm>
            <a:prstGeom prst="rect">
              <a:avLst/>
            </a:prstGeom>
            <a:solidFill>
              <a:srgbClr val="7B79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0" name="Google Shape;590;p80"/>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Clr>
                <a:srgbClr val="FFFFFF"/>
              </a:buClr>
              <a:buSzPts val="4200"/>
              <a:buFont typeface="Google Sans Medium"/>
              <a:buNone/>
              <a:defRPr b="0" sz="4200">
                <a:solidFill>
                  <a:srgbClr val="FFFFFF"/>
                </a:solidFill>
                <a:latin typeface="Google Sans Medium"/>
                <a:ea typeface="Google Sans Medium"/>
                <a:cs typeface="Google Sans Medium"/>
                <a:sym typeface="Google Sans Medium"/>
              </a:defRPr>
            </a:lvl1pPr>
            <a:lvl2pPr lvl="1">
              <a:spcBef>
                <a:spcPts val="0"/>
              </a:spcBef>
              <a:spcAft>
                <a:spcPts val="0"/>
              </a:spcAft>
              <a:buClr>
                <a:srgbClr val="FFFFFF"/>
              </a:buClr>
              <a:buSzPts val="4200"/>
              <a:buNone/>
              <a:defRPr sz="4200">
                <a:solidFill>
                  <a:srgbClr val="FFFFFF"/>
                </a:solidFill>
              </a:defRPr>
            </a:lvl2pPr>
            <a:lvl3pPr lvl="2">
              <a:spcBef>
                <a:spcPts val="0"/>
              </a:spcBef>
              <a:spcAft>
                <a:spcPts val="0"/>
              </a:spcAft>
              <a:buClr>
                <a:srgbClr val="FFFFFF"/>
              </a:buClr>
              <a:buSzPts val="4200"/>
              <a:buNone/>
              <a:defRPr sz="4200">
                <a:solidFill>
                  <a:srgbClr val="FFFFFF"/>
                </a:solidFill>
              </a:defRPr>
            </a:lvl3pPr>
            <a:lvl4pPr lvl="3">
              <a:spcBef>
                <a:spcPts val="0"/>
              </a:spcBef>
              <a:spcAft>
                <a:spcPts val="0"/>
              </a:spcAft>
              <a:buClr>
                <a:srgbClr val="FFFFFF"/>
              </a:buClr>
              <a:buSzPts val="4200"/>
              <a:buNone/>
              <a:defRPr sz="4200">
                <a:solidFill>
                  <a:srgbClr val="FFFFFF"/>
                </a:solidFill>
              </a:defRPr>
            </a:lvl4pPr>
            <a:lvl5pPr lvl="4">
              <a:spcBef>
                <a:spcPts val="0"/>
              </a:spcBef>
              <a:spcAft>
                <a:spcPts val="0"/>
              </a:spcAft>
              <a:buClr>
                <a:srgbClr val="FFFFFF"/>
              </a:buClr>
              <a:buSzPts val="4200"/>
              <a:buNone/>
              <a:defRPr sz="4200">
                <a:solidFill>
                  <a:srgbClr val="FFFFFF"/>
                </a:solidFill>
              </a:defRPr>
            </a:lvl5pPr>
            <a:lvl6pPr lvl="5">
              <a:spcBef>
                <a:spcPts val="0"/>
              </a:spcBef>
              <a:spcAft>
                <a:spcPts val="0"/>
              </a:spcAft>
              <a:buClr>
                <a:srgbClr val="FFFFFF"/>
              </a:buClr>
              <a:buSzPts val="4200"/>
              <a:buNone/>
              <a:defRPr sz="4200">
                <a:solidFill>
                  <a:srgbClr val="FFFFFF"/>
                </a:solidFill>
              </a:defRPr>
            </a:lvl6pPr>
            <a:lvl7pPr lvl="6">
              <a:spcBef>
                <a:spcPts val="0"/>
              </a:spcBef>
              <a:spcAft>
                <a:spcPts val="0"/>
              </a:spcAft>
              <a:buClr>
                <a:srgbClr val="FFFFFF"/>
              </a:buClr>
              <a:buSzPts val="4200"/>
              <a:buNone/>
              <a:defRPr sz="4200">
                <a:solidFill>
                  <a:srgbClr val="FFFFFF"/>
                </a:solidFill>
              </a:defRPr>
            </a:lvl7pPr>
            <a:lvl8pPr lvl="7">
              <a:spcBef>
                <a:spcPts val="0"/>
              </a:spcBef>
              <a:spcAft>
                <a:spcPts val="0"/>
              </a:spcAft>
              <a:buClr>
                <a:srgbClr val="FFFFFF"/>
              </a:buClr>
              <a:buSzPts val="4200"/>
              <a:buNone/>
              <a:defRPr sz="4200">
                <a:solidFill>
                  <a:srgbClr val="FFFFFF"/>
                </a:solidFill>
              </a:defRPr>
            </a:lvl8pPr>
            <a:lvl9pPr lvl="8">
              <a:spcBef>
                <a:spcPts val="0"/>
              </a:spcBef>
              <a:spcAft>
                <a:spcPts val="0"/>
              </a:spcAft>
              <a:buClr>
                <a:srgbClr val="FFFFFF"/>
              </a:buClr>
              <a:buSzPts val="4200"/>
              <a:buNone/>
              <a:defRPr sz="4200">
                <a:solidFill>
                  <a:srgbClr val="FFFFFF"/>
                </a:solidFill>
              </a:defRPr>
            </a:lvl9pPr>
          </a:lstStyle>
          <a:p/>
        </p:txBody>
      </p:sp>
      <p:sp>
        <p:nvSpPr>
          <p:cNvPr id="591" name="Google Shape;591;p80"/>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FFFFF"/>
              </a:buClr>
              <a:buSzPts val="1600"/>
              <a:buNone/>
              <a:defRPr sz="1600">
                <a:solidFill>
                  <a:srgbClr val="FFFFFF"/>
                </a:solidFill>
              </a:defRPr>
            </a:lvl1pPr>
            <a:lvl2pPr lvl="1">
              <a:lnSpc>
                <a:spcPct val="100000"/>
              </a:lnSpc>
              <a:spcBef>
                <a:spcPts val="0"/>
              </a:spcBef>
              <a:spcAft>
                <a:spcPts val="0"/>
              </a:spcAft>
              <a:buClr>
                <a:srgbClr val="FFFFFF"/>
              </a:buClr>
              <a:buSzPts val="1600"/>
              <a:buNone/>
              <a:defRPr sz="1600">
                <a:solidFill>
                  <a:srgbClr val="FFFFFF"/>
                </a:solidFill>
              </a:defRPr>
            </a:lvl2pPr>
            <a:lvl3pPr lvl="2">
              <a:lnSpc>
                <a:spcPct val="100000"/>
              </a:lnSpc>
              <a:spcBef>
                <a:spcPts val="0"/>
              </a:spcBef>
              <a:spcAft>
                <a:spcPts val="0"/>
              </a:spcAft>
              <a:buClr>
                <a:srgbClr val="FFFFFF"/>
              </a:buClr>
              <a:buSzPts val="1600"/>
              <a:buNone/>
              <a:defRPr sz="1600">
                <a:solidFill>
                  <a:srgbClr val="FFFFFF"/>
                </a:solidFill>
              </a:defRPr>
            </a:lvl3pPr>
            <a:lvl4pPr lvl="3">
              <a:lnSpc>
                <a:spcPct val="100000"/>
              </a:lnSpc>
              <a:spcBef>
                <a:spcPts val="0"/>
              </a:spcBef>
              <a:spcAft>
                <a:spcPts val="0"/>
              </a:spcAft>
              <a:buClr>
                <a:srgbClr val="FFFFFF"/>
              </a:buClr>
              <a:buSzPts val="1600"/>
              <a:buNone/>
              <a:defRPr sz="1600">
                <a:solidFill>
                  <a:srgbClr val="FFFFFF"/>
                </a:solidFill>
              </a:defRPr>
            </a:lvl4pPr>
            <a:lvl5pPr lvl="4">
              <a:lnSpc>
                <a:spcPct val="100000"/>
              </a:lnSpc>
              <a:spcBef>
                <a:spcPts val="0"/>
              </a:spcBef>
              <a:spcAft>
                <a:spcPts val="0"/>
              </a:spcAft>
              <a:buClr>
                <a:srgbClr val="FFFFFF"/>
              </a:buClr>
              <a:buSzPts val="1600"/>
              <a:buNone/>
              <a:defRPr sz="1600">
                <a:solidFill>
                  <a:srgbClr val="FFFFFF"/>
                </a:solidFill>
              </a:defRPr>
            </a:lvl5pPr>
            <a:lvl6pPr lvl="5">
              <a:lnSpc>
                <a:spcPct val="100000"/>
              </a:lnSpc>
              <a:spcBef>
                <a:spcPts val="0"/>
              </a:spcBef>
              <a:spcAft>
                <a:spcPts val="0"/>
              </a:spcAft>
              <a:buClr>
                <a:srgbClr val="FFFFFF"/>
              </a:buClr>
              <a:buSzPts val="1600"/>
              <a:buNone/>
              <a:defRPr sz="1600">
                <a:solidFill>
                  <a:srgbClr val="FFFFFF"/>
                </a:solidFill>
              </a:defRPr>
            </a:lvl6pPr>
            <a:lvl7pPr lvl="6">
              <a:lnSpc>
                <a:spcPct val="100000"/>
              </a:lnSpc>
              <a:spcBef>
                <a:spcPts val="0"/>
              </a:spcBef>
              <a:spcAft>
                <a:spcPts val="0"/>
              </a:spcAft>
              <a:buClr>
                <a:srgbClr val="FFFFFF"/>
              </a:buClr>
              <a:buSzPts val="1600"/>
              <a:buNone/>
              <a:defRPr sz="1600">
                <a:solidFill>
                  <a:srgbClr val="FFFFFF"/>
                </a:solidFill>
              </a:defRPr>
            </a:lvl7pPr>
            <a:lvl8pPr lvl="7">
              <a:lnSpc>
                <a:spcPct val="100000"/>
              </a:lnSpc>
              <a:spcBef>
                <a:spcPts val="0"/>
              </a:spcBef>
              <a:spcAft>
                <a:spcPts val="0"/>
              </a:spcAft>
              <a:buClr>
                <a:srgbClr val="FFFFFF"/>
              </a:buClr>
              <a:buSzPts val="1600"/>
              <a:buNone/>
              <a:defRPr sz="1600">
                <a:solidFill>
                  <a:srgbClr val="FFFFFF"/>
                </a:solidFill>
              </a:defRPr>
            </a:lvl8pPr>
            <a:lvl9pPr lvl="8">
              <a:lnSpc>
                <a:spcPct val="100000"/>
              </a:lnSpc>
              <a:spcBef>
                <a:spcPts val="0"/>
              </a:spcBef>
              <a:spcAft>
                <a:spcPts val="0"/>
              </a:spcAft>
              <a:buClr>
                <a:srgbClr val="FFFFFF"/>
              </a:buClr>
              <a:buSzPts val="1600"/>
              <a:buNone/>
              <a:defRPr sz="1600">
                <a:solidFill>
                  <a:srgbClr val="FFFFFF"/>
                </a:solidFill>
              </a:defRPr>
            </a:lvl9pPr>
          </a:lstStyle>
          <a:p/>
        </p:txBody>
      </p:sp>
      <p:sp>
        <p:nvSpPr>
          <p:cNvPr id="592" name="Google Shape;592;p8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2">
  <p:cSld name="BLANK_2">
    <p:spTree>
      <p:nvGrpSpPr>
        <p:cNvPr id="593" name="Shape 593"/>
        <p:cNvGrpSpPr/>
        <p:nvPr/>
      </p:nvGrpSpPr>
      <p:grpSpPr>
        <a:xfrm>
          <a:off x="0" y="0"/>
          <a:ext cx="0" cy="0"/>
          <a:chOff x="0" y="0"/>
          <a:chExt cx="0" cy="0"/>
        </a:xfrm>
      </p:grpSpPr>
      <p:sp>
        <p:nvSpPr>
          <p:cNvPr id="594" name="Google Shape;594;p8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595" name="Shape 595"/>
        <p:cNvGrpSpPr/>
        <p:nvPr/>
      </p:nvGrpSpPr>
      <p:grpSpPr>
        <a:xfrm>
          <a:off x="0" y="0"/>
          <a:ext cx="0" cy="0"/>
          <a:chOff x="0" y="0"/>
          <a:chExt cx="0" cy="0"/>
        </a:xfrm>
      </p:grpSpPr>
      <p:grpSp>
        <p:nvGrpSpPr>
          <p:cNvPr id="596" name="Google Shape;596;p82"/>
          <p:cNvGrpSpPr/>
          <p:nvPr/>
        </p:nvGrpSpPr>
        <p:grpSpPr>
          <a:xfrm>
            <a:off x="830392" y="1191256"/>
            <a:ext cx="745763" cy="45826"/>
            <a:chOff x="4580561" y="2589004"/>
            <a:chExt cx="1064464" cy="25200"/>
          </a:xfrm>
        </p:grpSpPr>
        <p:sp>
          <p:nvSpPr>
            <p:cNvPr id="597" name="Google Shape;597;p82"/>
            <p:cNvSpPr/>
            <p:nvPr/>
          </p:nvSpPr>
          <p:spPr>
            <a:xfrm rot="-5400000">
              <a:off x="5366325" y="2335504"/>
              <a:ext cx="25200" cy="5322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82"/>
            <p:cNvSpPr/>
            <p:nvPr/>
          </p:nvSpPr>
          <p:spPr>
            <a:xfrm rot="-5400000">
              <a:off x="4836311" y="2333254"/>
              <a:ext cx="25200" cy="536700"/>
            </a:xfrm>
            <a:prstGeom prst="rect">
              <a:avLst/>
            </a:prstGeom>
            <a:solidFill>
              <a:srgbClr val="7B79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9" name="Google Shape;599;p82"/>
          <p:cNvSpPr txBox="1"/>
          <p:nvPr>
            <p:ph type="title"/>
          </p:nvPr>
        </p:nvSpPr>
        <p:spPr>
          <a:xfrm>
            <a:off x="727650" y="493025"/>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00" name="Google Shape;600;p82"/>
          <p:cNvSpPr txBox="1"/>
          <p:nvPr>
            <p:ph idx="1" type="body"/>
          </p:nvPr>
        </p:nvSpPr>
        <p:spPr>
          <a:xfrm>
            <a:off x="729450" y="1393075"/>
            <a:ext cx="7688700" cy="22611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01" name="Google Shape;601;p8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1">
  <p:cSld name="TITLE_AND_TWO_COLUMNS_1">
    <p:spTree>
      <p:nvGrpSpPr>
        <p:cNvPr id="602" name="Shape 602"/>
        <p:cNvGrpSpPr/>
        <p:nvPr/>
      </p:nvGrpSpPr>
      <p:grpSpPr>
        <a:xfrm>
          <a:off x="0" y="0"/>
          <a:ext cx="0" cy="0"/>
          <a:chOff x="0" y="0"/>
          <a:chExt cx="0" cy="0"/>
        </a:xfrm>
      </p:grpSpPr>
      <p:grpSp>
        <p:nvGrpSpPr>
          <p:cNvPr id="603" name="Google Shape;603;p83"/>
          <p:cNvGrpSpPr/>
          <p:nvPr/>
        </p:nvGrpSpPr>
        <p:grpSpPr>
          <a:xfrm>
            <a:off x="830392" y="1191256"/>
            <a:ext cx="745763" cy="45826"/>
            <a:chOff x="4580561" y="2589004"/>
            <a:chExt cx="1064464" cy="25200"/>
          </a:xfrm>
        </p:grpSpPr>
        <p:sp>
          <p:nvSpPr>
            <p:cNvPr id="604" name="Google Shape;604;p83"/>
            <p:cNvSpPr/>
            <p:nvPr/>
          </p:nvSpPr>
          <p:spPr>
            <a:xfrm rot="-5400000">
              <a:off x="5366325" y="2335504"/>
              <a:ext cx="25200" cy="5322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83"/>
            <p:cNvSpPr/>
            <p:nvPr/>
          </p:nvSpPr>
          <p:spPr>
            <a:xfrm rot="-5400000">
              <a:off x="4836311" y="2333254"/>
              <a:ext cx="25200" cy="536700"/>
            </a:xfrm>
            <a:prstGeom prst="rect">
              <a:avLst/>
            </a:prstGeom>
            <a:solidFill>
              <a:srgbClr val="7B79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6" name="Google Shape;606;p83"/>
          <p:cNvSpPr txBox="1"/>
          <p:nvPr>
            <p:ph idx="1" type="body"/>
          </p:nvPr>
        </p:nvSpPr>
        <p:spPr>
          <a:xfrm>
            <a:off x="729325" y="1400100"/>
            <a:ext cx="3774300" cy="2940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07" name="Google Shape;607;p83"/>
          <p:cNvSpPr txBox="1"/>
          <p:nvPr>
            <p:ph idx="2" type="body"/>
          </p:nvPr>
        </p:nvSpPr>
        <p:spPr>
          <a:xfrm>
            <a:off x="4643600" y="1399975"/>
            <a:ext cx="3774300" cy="2940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08" name="Google Shape;608;p8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9" name="Google Shape;609;p83"/>
          <p:cNvSpPr txBox="1"/>
          <p:nvPr>
            <p:ph type="title"/>
          </p:nvPr>
        </p:nvSpPr>
        <p:spPr>
          <a:xfrm>
            <a:off x="727650" y="493025"/>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2">
  <p:cSld name="TITLE_AND_TWO_COLUMNS_2">
    <p:spTree>
      <p:nvGrpSpPr>
        <p:cNvPr id="610" name="Shape 610"/>
        <p:cNvGrpSpPr/>
        <p:nvPr/>
      </p:nvGrpSpPr>
      <p:grpSpPr>
        <a:xfrm>
          <a:off x="0" y="0"/>
          <a:ext cx="0" cy="0"/>
          <a:chOff x="0" y="0"/>
          <a:chExt cx="0" cy="0"/>
        </a:xfrm>
      </p:grpSpPr>
      <p:grpSp>
        <p:nvGrpSpPr>
          <p:cNvPr id="611" name="Google Shape;611;p84"/>
          <p:cNvGrpSpPr/>
          <p:nvPr/>
        </p:nvGrpSpPr>
        <p:grpSpPr>
          <a:xfrm>
            <a:off x="830392" y="1191256"/>
            <a:ext cx="745763" cy="45826"/>
            <a:chOff x="4580561" y="2589004"/>
            <a:chExt cx="1064464" cy="25200"/>
          </a:xfrm>
        </p:grpSpPr>
        <p:sp>
          <p:nvSpPr>
            <p:cNvPr id="612" name="Google Shape;612;p84"/>
            <p:cNvSpPr/>
            <p:nvPr/>
          </p:nvSpPr>
          <p:spPr>
            <a:xfrm rot="-5400000">
              <a:off x="5366325" y="2335504"/>
              <a:ext cx="25200" cy="5322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84"/>
            <p:cNvSpPr/>
            <p:nvPr/>
          </p:nvSpPr>
          <p:spPr>
            <a:xfrm rot="-5400000">
              <a:off x="4836311" y="2333254"/>
              <a:ext cx="25200" cy="536700"/>
            </a:xfrm>
            <a:prstGeom prst="rect">
              <a:avLst/>
            </a:prstGeom>
            <a:solidFill>
              <a:srgbClr val="7B79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4" name="Google Shape;614;p84"/>
          <p:cNvSpPr txBox="1"/>
          <p:nvPr>
            <p:ph idx="1" type="body"/>
          </p:nvPr>
        </p:nvSpPr>
        <p:spPr>
          <a:xfrm>
            <a:off x="729325" y="1400100"/>
            <a:ext cx="3774300" cy="2940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15" name="Google Shape;615;p84"/>
          <p:cNvSpPr txBox="1"/>
          <p:nvPr>
            <p:ph idx="2" type="body"/>
          </p:nvPr>
        </p:nvSpPr>
        <p:spPr>
          <a:xfrm>
            <a:off x="4643600" y="1399975"/>
            <a:ext cx="3774300" cy="2940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16" name="Google Shape;616;p8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7" name="Google Shape;617;p84"/>
          <p:cNvSpPr txBox="1"/>
          <p:nvPr>
            <p:ph type="title"/>
          </p:nvPr>
        </p:nvSpPr>
        <p:spPr>
          <a:xfrm>
            <a:off x="727650" y="493025"/>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3">
  <p:cSld name="TITLE_AND_TWO_COLUMNS_3">
    <p:spTree>
      <p:nvGrpSpPr>
        <p:cNvPr id="618" name="Shape 618"/>
        <p:cNvGrpSpPr/>
        <p:nvPr/>
      </p:nvGrpSpPr>
      <p:grpSpPr>
        <a:xfrm>
          <a:off x="0" y="0"/>
          <a:ext cx="0" cy="0"/>
          <a:chOff x="0" y="0"/>
          <a:chExt cx="0" cy="0"/>
        </a:xfrm>
      </p:grpSpPr>
      <p:grpSp>
        <p:nvGrpSpPr>
          <p:cNvPr id="619" name="Google Shape;619;p85"/>
          <p:cNvGrpSpPr/>
          <p:nvPr/>
        </p:nvGrpSpPr>
        <p:grpSpPr>
          <a:xfrm>
            <a:off x="830392" y="1191256"/>
            <a:ext cx="745763" cy="45826"/>
            <a:chOff x="4580561" y="2589004"/>
            <a:chExt cx="1064464" cy="25200"/>
          </a:xfrm>
        </p:grpSpPr>
        <p:sp>
          <p:nvSpPr>
            <p:cNvPr id="620" name="Google Shape;620;p85"/>
            <p:cNvSpPr/>
            <p:nvPr/>
          </p:nvSpPr>
          <p:spPr>
            <a:xfrm rot="-5400000">
              <a:off x="5366325" y="2335504"/>
              <a:ext cx="25200" cy="5322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85"/>
            <p:cNvSpPr/>
            <p:nvPr/>
          </p:nvSpPr>
          <p:spPr>
            <a:xfrm rot="-5400000">
              <a:off x="4836311" y="2333254"/>
              <a:ext cx="25200" cy="536700"/>
            </a:xfrm>
            <a:prstGeom prst="rect">
              <a:avLst/>
            </a:prstGeom>
            <a:solidFill>
              <a:srgbClr val="7B79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2" name="Google Shape;622;p85"/>
          <p:cNvSpPr txBox="1"/>
          <p:nvPr>
            <p:ph idx="1" type="body"/>
          </p:nvPr>
        </p:nvSpPr>
        <p:spPr>
          <a:xfrm>
            <a:off x="729325" y="1400100"/>
            <a:ext cx="3774300" cy="2940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23" name="Google Shape;623;p85"/>
          <p:cNvSpPr txBox="1"/>
          <p:nvPr>
            <p:ph idx="2" type="body"/>
          </p:nvPr>
        </p:nvSpPr>
        <p:spPr>
          <a:xfrm>
            <a:off x="4643600" y="1399975"/>
            <a:ext cx="3774300" cy="2940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24" name="Google Shape;624;p8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25" name="Google Shape;625;p85"/>
          <p:cNvSpPr txBox="1"/>
          <p:nvPr>
            <p:ph type="title"/>
          </p:nvPr>
        </p:nvSpPr>
        <p:spPr>
          <a:xfrm>
            <a:off x="727650" y="493025"/>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MAIN_POINT">
    <p:bg>
      <p:bgPr>
        <a:solidFill>
          <a:schemeClr val="dk1"/>
        </a:solidFill>
      </p:bgPr>
    </p:bg>
    <p:spTree>
      <p:nvGrpSpPr>
        <p:cNvPr id="626" name="Shape 626"/>
        <p:cNvGrpSpPr/>
        <p:nvPr/>
      </p:nvGrpSpPr>
      <p:grpSpPr>
        <a:xfrm>
          <a:off x="0" y="0"/>
          <a:ext cx="0" cy="0"/>
          <a:chOff x="0" y="0"/>
          <a:chExt cx="0" cy="0"/>
        </a:xfrm>
      </p:grpSpPr>
      <p:sp>
        <p:nvSpPr>
          <p:cNvPr id="627" name="Google Shape;627;p86"/>
          <p:cNvSpPr/>
          <p:nvPr>
            <p:ph idx="2" type="pic"/>
          </p:nvPr>
        </p:nvSpPr>
        <p:spPr>
          <a:xfrm>
            <a:off x="566350" y="1569300"/>
            <a:ext cx="1466400" cy="1570200"/>
          </a:xfrm>
          <a:prstGeom prst="roundRect">
            <a:avLst>
              <a:gd fmla="val 6320" name="adj"/>
            </a:avLst>
          </a:prstGeom>
          <a:noFill/>
          <a:ln>
            <a:noFill/>
          </a:ln>
        </p:spPr>
      </p:sp>
      <p:sp>
        <p:nvSpPr>
          <p:cNvPr id="628" name="Google Shape;628;p86"/>
          <p:cNvSpPr/>
          <p:nvPr>
            <p:ph idx="3" type="pic"/>
          </p:nvPr>
        </p:nvSpPr>
        <p:spPr>
          <a:xfrm>
            <a:off x="2588275" y="1569300"/>
            <a:ext cx="1466400" cy="1570200"/>
          </a:xfrm>
          <a:prstGeom prst="roundRect">
            <a:avLst>
              <a:gd fmla="val 6320" name="adj"/>
            </a:avLst>
          </a:prstGeom>
          <a:noFill/>
          <a:ln>
            <a:noFill/>
          </a:ln>
        </p:spPr>
      </p:sp>
      <p:sp>
        <p:nvSpPr>
          <p:cNvPr id="629" name="Google Shape;629;p86"/>
          <p:cNvSpPr/>
          <p:nvPr>
            <p:ph idx="4" type="pic"/>
          </p:nvPr>
        </p:nvSpPr>
        <p:spPr>
          <a:xfrm>
            <a:off x="4613113" y="1569300"/>
            <a:ext cx="1466400" cy="1570200"/>
          </a:xfrm>
          <a:prstGeom prst="roundRect">
            <a:avLst>
              <a:gd fmla="val 6320" name="adj"/>
            </a:avLst>
          </a:prstGeom>
          <a:noFill/>
          <a:ln>
            <a:noFill/>
          </a:ln>
        </p:spPr>
      </p:sp>
      <p:sp>
        <p:nvSpPr>
          <p:cNvPr id="630" name="Google Shape;630;p86"/>
          <p:cNvSpPr/>
          <p:nvPr>
            <p:ph idx="5" type="pic"/>
          </p:nvPr>
        </p:nvSpPr>
        <p:spPr>
          <a:xfrm>
            <a:off x="6637950" y="1569300"/>
            <a:ext cx="1466400" cy="1570200"/>
          </a:xfrm>
          <a:prstGeom prst="roundRect">
            <a:avLst>
              <a:gd fmla="val 6320" name="adj"/>
            </a:avLst>
          </a:prstGeom>
          <a:noFill/>
          <a:ln>
            <a:noFill/>
          </a:ln>
        </p:spPr>
      </p:sp>
      <p:cxnSp>
        <p:nvCxnSpPr>
          <p:cNvPr id="631" name="Google Shape;631;p86"/>
          <p:cNvCxnSpPr/>
          <p:nvPr/>
        </p:nvCxnSpPr>
        <p:spPr>
          <a:xfrm rot="10800000">
            <a:off x="560525" y="279400"/>
            <a:ext cx="149400" cy="0"/>
          </a:xfrm>
          <a:prstGeom prst="straightConnector1">
            <a:avLst/>
          </a:prstGeom>
          <a:noFill/>
          <a:ln cap="flat" cmpd="sng" w="9525">
            <a:solidFill>
              <a:schemeClr val="dk2"/>
            </a:solidFill>
            <a:prstDash val="solid"/>
            <a:round/>
            <a:headEnd len="med" w="med" type="none"/>
            <a:tailEnd len="med" w="med" type="none"/>
          </a:ln>
        </p:spPr>
      </p:cxnSp>
      <p:sp>
        <p:nvSpPr>
          <p:cNvPr id="632" name="Google Shape;632;p86"/>
          <p:cNvSpPr txBox="1"/>
          <p:nvPr>
            <p:ph type="title"/>
          </p:nvPr>
        </p:nvSpPr>
        <p:spPr>
          <a:xfrm>
            <a:off x="450850" y="596800"/>
            <a:ext cx="6767700" cy="18288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p:txBody>
      </p:sp>
      <p:sp>
        <p:nvSpPr>
          <p:cNvPr id="633" name="Google Shape;633;p86"/>
          <p:cNvSpPr txBox="1"/>
          <p:nvPr>
            <p:ph idx="1" type="subTitle"/>
          </p:nvPr>
        </p:nvSpPr>
        <p:spPr>
          <a:xfrm>
            <a:off x="566350" y="3190975"/>
            <a:ext cx="1466400" cy="772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p:txBody>
      </p:sp>
      <p:sp>
        <p:nvSpPr>
          <p:cNvPr id="634" name="Google Shape;634;p86"/>
          <p:cNvSpPr txBox="1"/>
          <p:nvPr>
            <p:ph idx="6" type="subTitle"/>
          </p:nvPr>
        </p:nvSpPr>
        <p:spPr>
          <a:xfrm>
            <a:off x="2588275" y="3190975"/>
            <a:ext cx="1466400" cy="772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p:txBody>
      </p:sp>
      <p:sp>
        <p:nvSpPr>
          <p:cNvPr id="635" name="Google Shape;635;p86"/>
          <p:cNvSpPr txBox="1"/>
          <p:nvPr>
            <p:ph idx="7" type="subTitle"/>
          </p:nvPr>
        </p:nvSpPr>
        <p:spPr>
          <a:xfrm>
            <a:off x="4613113" y="3190975"/>
            <a:ext cx="1466400" cy="772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p:txBody>
      </p:sp>
      <p:sp>
        <p:nvSpPr>
          <p:cNvPr id="636" name="Google Shape;636;p86"/>
          <p:cNvSpPr txBox="1"/>
          <p:nvPr>
            <p:ph idx="8" type="subTitle"/>
          </p:nvPr>
        </p:nvSpPr>
        <p:spPr>
          <a:xfrm>
            <a:off x="6637950" y="3190975"/>
            <a:ext cx="1466400" cy="772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600"/>
              <a:buFont typeface="Inter SemiBold"/>
              <a:buNone/>
              <a:defRPr sz="1600">
                <a:solidFill>
                  <a:schemeClr val="lt1"/>
                </a:solidFill>
              </a:defRPr>
            </a:lvl1pPr>
            <a:lvl2pPr lvl="1" algn="ctr">
              <a:spcBef>
                <a:spcPts val="0"/>
              </a:spcBef>
              <a:spcAft>
                <a:spcPts val="0"/>
              </a:spcAft>
              <a:buClr>
                <a:schemeClr val="lt1"/>
              </a:buClr>
              <a:buSzPts val="1600"/>
              <a:buFont typeface="Inter SemiBold"/>
              <a:buNone/>
              <a:defRPr sz="1600">
                <a:solidFill>
                  <a:schemeClr val="lt1"/>
                </a:solidFill>
              </a:defRPr>
            </a:lvl2pPr>
            <a:lvl3pPr lvl="2" algn="ctr">
              <a:spcBef>
                <a:spcPts val="0"/>
              </a:spcBef>
              <a:spcAft>
                <a:spcPts val="0"/>
              </a:spcAft>
              <a:buClr>
                <a:schemeClr val="lt1"/>
              </a:buClr>
              <a:buSzPts val="1600"/>
              <a:buFont typeface="Inter SemiBold"/>
              <a:buNone/>
              <a:defRPr sz="1600">
                <a:solidFill>
                  <a:schemeClr val="lt1"/>
                </a:solidFill>
              </a:defRPr>
            </a:lvl3pPr>
            <a:lvl4pPr lvl="3" algn="ctr">
              <a:spcBef>
                <a:spcPts val="0"/>
              </a:spcBef>
              <a:spcAft>
                <a:spcPts val="0"/>
              </a:spcAft>
              <a:buClr>
                <a:schemeClr val="lt1"/>
              </a:buClr>
              <a:buSzPts val="1600"/>
              <a:buFont typeface="Inter SemiBold"/>
              <a:buNone/>
              <a:defRPr sz="1600">
                <a:solidFill>
                  <a:schemeClr val="lt1"/>
                </a:solidFill>
              </a:defRPr>
            </a:lvl4pPr>
            <a:lvl5pPr lvl="4" algn="ctr">
              <a:spcBef>
                <a:spcPts val="0"/>
              </a:spcBef>
              <a:spcAft>
                <a:spcPts val="0"/>
              </a:spcAft>
              <a:buClr>
                <a:schemeClr val="lt1"/>
              </a:buClr>
              <a:buSzPts val="1600"/>
              <a:buFont typeface="Inter SemiBold"/>
              <a:buNone/>
              <a:defRPr sz="1600">
                <a:solidFill>
                  <a:schemeClr val="lt1"/>
                </a:solidFill>
              </a:defRPr>
            </a:lvl5pPr>
            <a:lvl6pPr lvl="5" algn="ctr">
              <a:spcBef>
                <a:spcPts val="0"/>
              </a:spcBef>
              <a:spcAft>
                <a:spcPts val="0"/>
              </a:spcAft>
              <a:buClr>
                <a:schemeClr val="lt1"/>
              </a:buClr>
              <a:buSzPts val="1600"/>
              <a:buFont typeface="Inter SemiBold"/>
              <a:buNone/>
              <a:defRPr sz="1600">
                <a:solidFill>
                  <a:schemeClr val="lt1"/>
                </a:solidFill>
              </a:defRPr>
            </a:lvl6pPr>
            <a:lvl7pPr lvl="6" algn="ctr">
              <a:spcBef>
                <a:spcPts val="0"/>
              </a:spcBef>
              <a:spcAft>
                <a:spcPts val="0"/>
              </a:spcAft>
              <a:buClr>
                <a:schemeClr val="lt1"/>
              </a:buClr>
              <a:buSzPts val="1600"/>
              <a:buFont typeface="Inter SemiBold"/>
              <a:buNone/>
              <a:defRPr sz="1600">
                <a:solidFill>
                  <a:schemeClr val="lt1"/>
                </a:solidFill>
              </a:defRPr>
            </a:lvl7pPr>
            <a:lvl8pPr lvl="7" algn="ctr">
              <a:spcBef>
                <a:spcPts val="0"/>
              </a:spcBef>
              <a:spcAft>
                <a:spcPts val="0"/>
              </a:spcAft>
              <a:buClr>
                <a:schemeClr val="lt1"/>
              </a:buClr>
              <a:buSzPts val="1600"/>
              <a:buFont typeface="Inter SemiBold"/>
              <a:buNone/>
              <a:defRPr sz="1600">
                <a:solidFill>
                  <a:schemeClr val="lt1"/>
                </a:solidFill>
              </a:defRPr>
            </a:lvl8pPr>
            <a:lvl9pPr lvl="8" algn="ctr">
              <a:spcBef>
                <a:spcPts val="0"/>
              </a:spcBef>
              <a:spcAft>
                <a:spcPts val="0"/>
              </a:spcAft>
              <a:buClr>
                <a:schemeClr val="lt1"/>
              </a:buClr>
              <a:buSzPts val="1600"/>
              <a:buFont typeface="Inter SemiBold"/>
              <a:buNone/>
              <a:defRPr sz="1600">
                <a:solidFill>
                  <a:schemeClr val="lt1"/>
                </a:solidFill>
              </a:defRPr>
            </a:lvl9pPr>
          </a:lstStyle>
          <a:p/>
        </p:txBody>
      </p:sp>
      <p:sp>
        <p:nvSpPr>
          <p:cNvPr id="637" name="Google Shape;637;p86"/>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latin typeface="Inter Light"/>
                <a:ea typeface="Inter Light"/>
                <a:cs typeface="Inter Light"/>
                <a:sym typeface="Inter Light"/>
              </a:defRPr>
            </a:lvl1pPr>
            <a:lvl2pPr lvl="1" algn="ctr">
              <a:buNone/>
              <a:defRPr sz="800">
                <a:latin typeface="Inter Light"/>
                <a:ea typeface="Inter Light"/>
                <a:cs typeface="Inter Light"/>
                <a:sym typeface="Inter Light"/>
              </a:defRPr>
            </a:lvl2pPr>
            <a:lvl3pPr lvl="2" algn="ctr">
              <a:buNone/>
              <a:defRPr sz="800">
                <a:latin typeface="Inter Light"/>
                <a:ea typeface="Inter Light"/>
                <a:cs typeface="Inter Light"/>
                <a:sym typeface="Inter Light"/>
              </a:defRPr>
            </a:lvl3pPr>
            <a:lvl4pPr lvl="3" algn="ctr">
              <a:buNone/>
              <a:defRPr sz="800">
                <a:latin typeface="Inter Light"/>
                <a:ea typeface="Inter Light"/>
                <a:cs typeface="Inter Light"/>
                <a:sym typeface="Inter Light"/>
              </a:defRPr>
            </a:lvl4pPr>
            <a:lvl5pPr lvl="4" algn="ctr">
              <a:buNone/>
              <a:defRPr sz="800">
                <a:latin typeface="Inter Light"/>
                <a:ea typeface="Inter Light"/>
                <a:cs typeface="Inter Light"/>
                <a:sym typeface="Inter Light"/>
              </a:defRPr>
            </a:lvl5pPr>
            <a:lvl6pPr lvl="5" algn="ctr">
              <a:buNone/>
              <a:defRPr sz="800">
                <a:latin typeface="Inter Light"/>
                <a:ea typeface="Inter Light"/>
                <a:cs typeface="Inter Light"/>
                <a:sym typeface="Inter Light"/>
              </a:defRPr>
            </a:lvl6pPr>
            <a:lvl7pPr lvl="6" algn="ctr">
              <a:buNone/>
              <a:defRPr sz="800">
                <a:latin typeface="Inter Light"/>
                <a:ea typeface="Inter Light"/>
                <a:cs typeface="Inter Light"/>
                <a:sym typeface="Inter Light"/>
              </a:defRPr>
            </a:lvl7pPr>
            <a:lvl8pPr lvl="7" algn="ctr">
              <a:buNone/>
              <a:defRPr sz="800">
                <a:latin typeface="Inter Light"/>
                <a:ea typeface="Inter Light"/>
                <a:cs typeface="Inter Light"/>
                <a:sym typeface="Inter Light"/>
              </a:defRPr>
            </a:lvl8pPr>
            <a:lvl9pPr lvl="8" algn="ctr">
              <a:buNone/>
              <a:defRPr sz="800">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sion / Mission">
  <p:cSld name="SECTION_HEADER_2">
    <p:bg>
      <p:bgPr>
        <a:solidFill>
          <a:srgbClr val="FFF5DC"/>
        </a:solidFill>
      </p:bgPr>
    </p:bg>
    <p:spTree>
      <p:nvGrpSpPr>
        <p:cNvPr id="638" name="Shape 638"/>
        <p:cNvGrpSpPr/>
        <p:nvPr/>
      </p:nvGrpSpPr>
      <p:grpSpPr>
        <a:xfrm>
          <a:off x="0" y="0"/>
          <a:ext cx="0" cy="0"/>
          <a:chOff x="0" y="0"/>
          <a:chExt cx="0" cy="0"/>
        </a:xfrm>
      </p:grpSpPr>
      <p:sp>
        <p:nvSpPr>
          <p:cNvPr id="639" name="Google Shape;639;p87"/>
          <p:cNvSpPr/>
          <p:nvPr>
            <p:ph idx="2" type="pic"/>
          </p:nvPr>
        </p:nvSpPr>
        <p:spPr>
          <a:xfrm>
            <a:off x="5039775" y="203250"/>
            <a:ext cx="3905400" cy="2298600"/>
          </a:xfrm>
          <a:prstGeom prst="roundRect">
            <a:avLst>
              <a:gd fmla="val 2053" name="adj"/>
            </a:avLst>
          </a:prstGeom>
          <a:noFill/>
          <a:ln>
            <a:noFill/>
          </a:ln>
        </p:spPr>
      </p:sp>
      <p:cxnSp>
        <p:nvCxnSpPr>
          <p:cNvPr id="640" name="Google Shape;640;p87"/>
          <p:cNvCxnSpPr/>
          <p:nvPr/>
        </p:nvCxnSpPr>
        <p:spPr>
          <a:xfrm rot="10800000">
            <a:off x="560525" y="279400"/>
            <a:ext cx="149400" cy="0"/>
          </a:xfrm>
          <a:prstGeom prst="straightConnector1">
            <a:avLst/>
          </a:prstGeom>
          <a:noFill/>
          <a:ln cap="flat" cmpd="sng" w="9525">
            <a:solidFill>
              <a:schemeClr val="dk2"/>
            </a:solidFill>
            <a:prstDash val="solid"/>
            <a:round/>
            <a:headEnd len="med" w="med" type="none"/>
            <a:tailEnd len="med" w="med" type="none"/>
          </a:ln>
        </p:spPr>
      </p:cxnSp>
      <p:sp>
        <p:nvSpPr>
          <p:cNvPr id="641" name="Google Shape;641;p87"/>
          <p:cNvSpPr/>
          <p:nvPr>
            <p:ph idx="3" type="pic"/>
          </p:nvPr>
        </p:nvSpPr>
        <p:spPr>
          <a:xfrm>
            <a:off x="5039775" y="2624675"/>
            <a:ext cx="3905400" cy="2298600"/>
          </a:xfrm>
          <a:prstGeom prst="roundRect">
            <a:avLst>
              <a:gd fmla="val 2053" name="adj"/>
            </a:avLst>
          </a:prstGeom>
          <a:noFill/>
          <a:ln>
            <a:noFill/>
          </a:ln>
        </p:spPr>
      </p:sp>
      <p:sp>
        <p:nvSpPr>
          <p:cNvPr id="642" name="Google Shape;642;p87"/>
          <p:cNvSpPr txBox="1"/>
          <p:nvPr>
            <p:ph type="title"/>
          </p:nvPr>
        </p:nvSpPr>
        <p:spPr>
          <a:xfrm>
            <a:off x="452575" y="596800"/>
            <a:ext cx="4263600" cy="13392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dk2"/>
              </a:buClr>
              <a:buSzPts val="4200"/>
              <a:buFont typeface="Inter"/>
              <a:buNone/>
              <a:defRPr/>
            </a:lvl1pPr>
            <a:lvl2pPr lvl="1">
              <a:lnSpc>
                <a:spcPct val="80000"/>
              </a:lnSpc>
              <a:spcBef>
                <a:spcPts val="0"/>
              </a:spcBef>
              <a:spcAft>
                <a:spcPts val="0"/>
              </a:spcAft>
              <a:buClr>
                <a:schemeClr val="dk2"/>
              </a:buClr>
              <a:buSzPts val="4800"/>
              <a:buFont typeface="Inter"/>
              <a:buNone/>
              <a:defRPr b="1" sz="4800"/>
            </a:lvl2pPr>
            <a:lvl3pPr lvl="2">
              <a:lnSpc>
                <a:spcPct val="80000"/>
              </a:lnSpc>
              <a:spcBef>
                <a:spcPts val="0"/>
              </a:spcBef>
              <a:spcAft>
                <a:spcPts val="0"/>
              </a:spcAft>
              <a:buClr>
                <a:schemeClr val="dk2"/>
              </a:buClr>
              <a:buSzPts val="4800"/>
              <a:buFont typeface="Inter"/>
              <a:buNone/>
              <a:defRPr b="1" sz="4800"/>
            </a:lvl3pPr>
            <a:lvl4pPr lvl="3">
              <a:lnSpc>
                <a:spcPct val="80000"/>
              </a:lnSpc>
              <a:spcBef>
                <a:spcPts val="0"/>
              </a:spcBef>
              <a:spcAft>
                <a:spcPts val="0"/>
              </a:spcAft>
              <a:buClr>
                <a:schemeClr val="dk2"/>
              </a:buClr>
              <a:buSzPts val="4800"/>
              <a:buFont typeface="Inter"/>
              <a:buNone/>
              <a:defRPr b="1" sz="4800"/>
            </a:lvl4pPr>
            <a:lvl5pPr lvl="4">
              <a:lnSpc>
                <a:spcPct val="80000"/>
              </a:lnSpc>
              <a:spcBef>
                <a:spcPts val="0"/>
              </a:spcBef>
              <a:spcAft>
                <a:spcPts val="0"/>
              </a:spcAft>
              <a:buClr>
                <a:schemeClr val="dk2"/>
              </a:buClr>
              <a:buSzPts val="4800"/>
              <a:buFont typeface="Inter"/>
              <a:buNone/>
              <a:defRPr b="1" sz="4800"/>
            </a:lvl5pPr>
            <a:lvl6pPr lvl="5">
              <a:lnSpc>
                <a:spcPct val="80000"/>
              </a:lnSpc>
              <a:spcBef>
                <a:spcPts val="0"/>
              </a:spcBef>
              <a:spcAft>
                <a:spcPts val="0"/>
              </a:spcAft>
              <a:buClr>
                <a:schemeClr val="dk2"/>
              </a:buClr>
              <a:buSzPts val="4800"/>
              <a:buFont typeface="Inter"/>
              <a:buNone/>
              <a:defRPr b="1" sz="4800"/>
            </a:lvl6pPr>
            <a:lvl7pPr lvl="6">
              <a:lnSpc>
                <a:spcPct val="80000"/>
              </a:lnSpc>
              <a:spcBef>
                <a:spcPts val="0"/>
              </a:spcBef>
              <a:spcAft>
                <a:spcPts val="0"/>
              </a:spcAft>
              <a:buClr>
                <a:schemeClr val="dk2"/>
              </a:buClr>
              <a:buSzPts val="4800"/>
              <a:buFont typeface="Inter"/>
              <a:buNone/>
              <a:defRPr b="1" sz="4800"/>
            </a:lvl7pPr>
            <a:lvl8pPr lvl="7">
              <a:lnSpc>
                <a:spcPct val="80000"/>
              </a:lnSpc>
              <a:spcBef>
                <a:spcPts val="0"/>
              </a:spcBef>
              <a:spcAft>
                <a:spcPts val="0"/>
              </a:spcAft>
              <a:buClr>
                <a:schemeClr val="dk2"/>
              </a:buClr>
              <a:buSzPts val="4800"/>
              <a:buFont typeface="Inter"/>
              <a:buNone/>
              <a:defRPr b="1" sz="4800"/>
            </a:lvl8pPr>
            <a:lvl9pPr lvl="8">
              <a:lnSpc>
                <a:spcPct val="80000"/>
              </a:lnSpc>
              <a:spcBef>
                <a:spcPts val="0"/>
              </a:spcBef>
              <a:spcAft>
                <a:spcPts val="0"/>
              </a:spcAft>
              <a:buClr>
                <a:schemeClr val="dk2"/>
              </a:buClr>
              <a:buSzPts val="4800"/>
              <a:buFont typeface="Inter"/>
              <a:buNone/>
              <a:defRPr b="1" sz="4800"/>
            </a:lvl9pPr>
          </a:lstStyle>
          <a:p/>
        </p:txBody>
      </p:sp>
      <p:sp>
        <p:nvSpPr>
          <p:cNvPr id="643" name="Google Shape;643;p87"/>
          <p:cNvSpPr txBox="1"/>
          <p:nvPr>
            <p:ph idx="1" type="body"/>
          </p:nvPr>
        </p:nvSpPr>
        <p:spPr>
          <a:xfrm>
            <a:off x="452575" y="1853525"/>
            <a:ext cx="2965500" cy="24405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dk2"/>
              </a:buClr>
              <a:buSzPts val="1800"/>
              <a:buChar char="●"/>
              <a:defRPr/>
            </a:lvl1pPr>
            <a:lvl2pPr indent="-317500" lvl="1" marL="914400">
              <a:spcBef>
                <a:spcPts val="0"/>
              </a:spcBef>
              <a:spcAft>
                <a:spcPts val="0"/>
              </a:spcAft>
              <a:buClr>
                <a:schemeClr val="dk2"/>
              </a:buClr>
              <a:buSzPts val="1400"/>
              <a:buChar char="○"/>
              <a:defRPr/>
            </a:lvl2pPr>
            <a:lvl3pPr indent="-317500" lvl="2" marL="1371600">
              <a:spcBef>
                <a:spcPts val="0"/>
              </a:spcBef>
              <a:spcAft>
                <a:spcPts val="0"/>
              </a:spcAft>
              <a:buClr>
                <a:schemeClr val="dk2"/>
              </a:buClr>
              <a:buSzPts val="1400"/>
              <a:buChar char="■"/>
              <a:defRPr/>
            </a:lvl3pPr>
            <a:lvl4pPr indent="-317500" lvl="3" marL="1828800">
              <a:spcBef>
                <a:spcPts val="0"/>
              </a:spcBef>
              <a:spcAft>
                <a:spcPts val="0"/>
              </a:spcAft>
              <a:buClr>
                <a:schemeClr val="dk2"/>
              </a:buClr>
              <a:buSzPts val="1400"/>
              <a:buChar char="●"/>
              <a:defRPr/>
            </a:lvl4pPr>
            <a:lvl5pPr indent="-317500" lvl="4" marL="2286000">
              <a:spcBef>
                <a:spcPts val="0"/>
              </a:spcBef>
              <a:spcAft>
                <a:spcPts val="0"/>
              </a:spcAft>
              <a:buClr>
                <a:schemeClr val="dk2"/>
              </a:buClr>
              <a:buSzPts val="1400"/>
              <a:buChar char="○"/>
              <a:defRPr/>
            </a:lvl5pPr>
            <a:lvl6pPr indent="-317500" lvl="5" marL="2743200">
              <a:spcBef>
                <a:spcPts val="0"/>
              </a:spcBef>
              <a:spcAft>
                <a:spcPts val="0"/>
              </a:spcAft>
              <a:buClr>
                <a:schemeClr val="dk2"/>
              </a:buClr>
              <a:buSzPts val="1400"/>
              <a:buChar char="■"/>
              <a:defRPr/>
            </a:lvl6pPr>
            <a:lvl7pPr indent="-317500" lvl="6" marL="3200400">
              <a:spcBef>
                <a:spcPts val="0"/>
              </a:spcBef>
              <a:spcAft>
                <a:spcPts val="0"/>
              </a:spcAft>
              <a:buClr>
                <a:schemeClr val="dk2"/>
              </a:buClr>
              <a:buSzPts val="1400"/>
              <a:buChar char="●"/>
              <a:defRPr/>
            </a:lvl7pPr>
            <a:lvl8pPr indent="-317500" lvl="7" marL="3657600">
              <a:spcBef>
                <a:spcPts val="0"/>
              </a:spcBef>
              <a:spcAft>
                <a:spcPts val="0"/>
              </a:spcAft>
              <a:buClr>
                <a:schemeClr val="dk2"/>
              </a:buClr>
              <a:buSzPts val="1400"/>
              <a:buChar char="○"/>
              <a:defRPr/>
            </a:lvl8pPr>
            <a:lvl9pPr indent="-317500" lvl="8" marL="4114800">
              <a:spcBef>
                <a:spcPts val="0"/>
              </a:spcBef>
              <a:spcAft>
                <a:spcPts val="0"/>
              </a:spcAft>
              <a:buClr>
                <a:schemeClr val="dk2"/>
              </a:buClr>
              <a:buSzPts val="1400"/>
              <a:buChar char="■"/>
              <a:defRPr/>
            </a:lvl9pPr>
          </a:lstStyle>
          <a:p/>
        </p:txBody>
      </p:sp>
      <p:sp>
        <p:nvSpPr>
          <p:cNvPr id="644" name="Google Shape;644;p87"/>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rgbClr val="1E1E1E"/>
                </a:solidFill>
                <a:latin typeface="Inter Light"/>
                <a:ea typeface="Inter Light"/>
                <a:cs typeface="Inter Light"/>
                <a:sym typeface="Inter Light"/>
              </a:defRPr>
            </a:lvl1pPr>
            <a:lvl2pPr lvl="1" algn="ctr">
              <a:buNone/>
              <a:defRPr sz="800">
                <a:solidFill>
                  <a:srgbClr val="1E1E1E"/>
                </a:solidFill>
                <a:latin typeface="Inter Light"/>
                <a:ea typeface="Inter Light"/>
                <a:cs typeface="Inter Light"/>
                <a:sym typeface="Inter Light"/>
              </a:defRPr>
            </a:lvl2pPr>
            <a:lvl3pPr lvl="2" algn="ctr">
              <a:buNone/>
              <a:defRPr sz="800">
                <a:solidFill>
                  <a:srgbClr val="1E1E1E"/>
                </a:solidFill>
                <a:latin typeface="Inter Light"/>
                <a:ea typeface="Inter Light"/>
                <a:cs typeface="Inter Light"/>
                <a:sym typeface="Inter Light"/>
              </a:defRPr>
            </a:lvl3pPr>
            <a:lvl4pPr lvl="3" algn="ctr">
              <a:buNone/>
              <a:defRPr sz="800">
                <a:solidFill>
                  <a:srgbClr val="1E1E1E"/>
                </a:solidFill>
                <a:latin typeface="Inter Light"/>
                <a:ea typeface="Inter Light"/>
                <a:cs typeface="Inter Light"/>
                <a:sym typeface="Inter Light"/>
              </a:defRPr>
            </a:lvl4pPr>
            <a:lvl5pPr lvl="4" algn="ctr">
              <a:buNone/>
              <a:defRPr sz="800">
                <a:solidFill>
                  <a:srgbClr val="1E1E1E"/>
                </a:solidFill>
                <a:latin typeface="Inter Light"/>
                <a:ea typeface="Inter Light"/>
                <a:cs typeface="Inter Light"/>
                <a:sym typeface="Inter Light"/>
              </a:defRPr>
            </a:lvl5pPr>
            <a:lvl6pPr lvl="5" algn="ctr">
              <a:buNone/>
              <a:defRPr sz="800">
                <a:solidFill>
                  <a:srgbClr val="1E1E1E"/>
                </a:solidFill>
                <a:latin typeface="Inter Light"/>
                <a:ea typeface="Inter Light"/>
                <a:cs typeface="Inter Light"/>
                <a:sym typeface="Inter Light"/>
              </a:defRPr>
            </a:lvl6pPr>
            <a:lvl7pPr lvl="6" algn="ctr">
              <a:buNone/>
              <a:defRPr sz="800">
                <a:solidFill>
                  <a:srgbClr val="1E1E1E"/>
                </a:solidFill>
                <a:latin typeface="Inter Light"/>
                <a:ea typeface="Inter Light"/>
                <a:cs typeface="Inter Light"/>
                <a:sym typeface="Inter Light"/>
              </a:defRPr>
            </a:lvl7pPr>
            <a:lvl8pPr lvl="7" algn="ctr">
              <a:buNone/>
              <a:defRPr sz="800">
                <a:solidFill>
                  <a:srgbClr val="1E1E1E"/>
                </a:solidFill>
                <a:latin typeface="Inter Light"/>
                <a:ea typeface="Inter Light"/>
                <a:cs typeface="Inter Light"/>
                <a:sym typeface="Inter Light"/>
              </a:defRPr>
            </a:lvl8pPr>
            <a:lvl9pPr lvl="8" algn="ctr">
              <a:buNone/>
              <a:defRPr sz="800">
                <a:solidFill>
                  <a:srgbClr val="1E1E1E"/>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432">
          <p15:clr>
            <a:srgbClr val="E46962"/>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rrent Market / Market Size">
  <p:cSld name="SECTION_TITLE_AND_DESCRIPTION">
    <p:bg>
      <p:bgPr>
        <a:solidFill>
          <a:schemeClr val="dk2"/>
        </a:solidFill>
      </p:bgPr>
    </p:bg>
    <p:spTree>
      <p:nvGrpSpPr>
        <p:cNvPr id="645" name="Shape 645"/>
        <p:cNvGrpSpPr/>
        <p:nvPr/>
      </p:nvGrpSpPr>
      <p:grpSpPr>
        <a:xfrm>
          <a:off x="0" y="0"/>
          <a:ext cx="0" cy="0"/>
          <a:chOff x="0" y="0"/>
          <a:chExt cx="0" cy="0"/>
        </a:xfrm>
      </p:grpSpPr>
      <p:cxnSp>
        <p:nvCxnSpPr>
          <p:cNvPr id="646" name="Google Shape;646;p88"/>
          <p:cNvCxnSpPr/>
          <p:nvPr/>
        </p:nvCxnSpPr>
        <p:spPr>
          <a:xfrm rot="10800000">
            <a:off x="560525" y="279400"/>
            <a:ext cx="149400" cy="0"/>
          </a:xfrm>
          <a:prstGeom prst="straightConnector1">
            <a:avLst/>
          </a:prstGeom>
          <a:noFill/>
          <a:ln cap="flat" cmpd="sng" w="9525">
            <a:solidFill>
              <a:schemeClr val="accent1"/>
            </a:solidFill>
            <a:prstDash val="solid"/>
            <a:round/>
            <a:headEnd len="med" w="med" type="none"/>
            <a:tailEnd len="med" w="med" type="none"/>
          </a:ln>
        </p:spPr>
      </p:cxnSp>
      <p:sp>
        <p:nvSpPr>
          <p:cNvPr id="647" name="Google Shape;647;p88"/>
          <p:cNvSpPr txBox="1"/>
          <p:nvPr>
            <p:ph idx="1" type="subTitle"/>
          </p:nvPr>
        </p:nvSpPr>
        <p:spPr>
          <a:xfrm>
            <a:off x="675475" y="3055900"/>
            <a:ext cx="1466400" cy="772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800"/>
              <a:buFont typeface="Inter SemiBold"/>
              <a:buNone/>
              <a:defRPr>
                <a:solidFill>
                  <a:schemeClr val="lt1"/>
                </a:solidFill>
              </a:defRPr>
            </a:lvl1pPr>
            <a:lvl2pPr lvl="1" algn="ctr">
              <a:spcBef>
                <a:spcPts val="0"/>
              </a:spcBef>
              <a:spcAft>
                <a:spcPts val="0"/>
              </a:spcAft>
              <a:buClr>
                <a:schemeClr val="lt1"/>
              </a:buClr>
              <a:buSzPts val="1400"/>
              <a:buFont typeface="Inter SemiBold"/>
              <a:buNone/>
              <a:defRPr>
                <a:solidFill>
                  <a:schemeClr val="lt1"/>
                </a:solidFill>
              </a:defRPr>
            </a:lvl2pPr>
            <a:lvl3pPr lvl="2" algn="ctr">
              <a:spcBef>
                <a:spcPts val="0"/>
              </a:spcBef>
              <a:spcAft>
                <a:spcPts val="0"/>
              </a:spcAft>
              <a:buClr>
                <a:schemeClr val="lt1"/>
              </a:buClr>
              <a:buSzPts val="1400"/>
              <a:buFont typeface="Inter SemiBold"/>
              <a:buNone/>
              <a:defRPr>
                <a:solidFill>
                  <a:schemeClr val="lt1"/>
                </a:solidFill>
              </a:defRPr>
            </a:lvl3pPr>
            <a:lvl4pPr lvl="3" algn="ctr">
              <a:spcBef>
                <a:spcPts val="0"/>
              </a:spcBef>
              <a:spcAft>
                <a:spcPts val="0"/>
              </a:spcAft>
              <a:buClr>
                <a:schemeClr val="lt1"/>
              </a:buClr>
              <a:buSzPts val="1400"/>
              <a:buFont typeface="Inter SemiBold"/>
              <a:buNone/>
              <a:defRPr>
                <a:solidFill>
                  <a:schemeClr val="lt1"/>
                </a:solidFill>
              </a:defRPr>
            </a:lvl4pPr>
            <a:lvl5pPr lvl="4" algn="ctr">
              <a:spcBef>
                <a:spcPts val="0"/>
              </a:spcBef>
              <a:spcAft>
                <a:spcPts val="0"/>
              </a:spcAft>
              <a:buClr>
                <a:schemeClr val="lt1"/>
              </a:buClr>
              <a:buSzPts val="1400"/>
              <a:buFont typeface="Inter SemiBold"/>
              <a:buNone/>
              <a:defRPr>
                <a:solidFill>
                  <a:schemeClr val="lt1"/>
                </a:solidFill>
              </a:defRPr>
            </a:lvl5pPr>
            <a:lvl6pPr lvl="5" algn="ctr">
              <a:spcBef>
                <a:spcPts val="0"/>
              </a:spcBef>
              <a:spcAft>
                <a:spcPts val="0"/>
              </a:spcAft>
              <a:buClr>
                <a:schemeClr val="lt1"/>
              </a:buClr>
              <a:buSzPts val="1400"/>
              <a:buFont typeface="Inter SemiBold"/>
              <a:buNone/>
              <a:defRPr>
                <a:solidFill>
                  <a:schemeClr val="lt1"/>
                </a:solidFill>
              </a:defRPr>
            </a:lvl6pPr>
            <a:lvl7pPr lvl="6" algn="ctr">
              <a:spcBef>
                <a:spcPts val="0"/>
              </a:spcBef>
              <a:spcAft>
                <a:spcPts val="0"/>
              </a:spcAft>
              <a:buClr>
                <a:schemeClr val="lt1"/>
              </a:buClr>
              <a:buSzPts val="1400"/>
              <a:buFont typeface="Inter SemiBold"/>
              <a:buNone/>
              <a:defRPr>
                <a:solidFill>
                  <a:schemeClr val="lt1"/>
                </a:solidFill>
              </a:defRPr>
            </a:lvl7pPr>
            <a:lvl8pPr lvl="7" algn="ctr">
              <a:spcBef>
                <a:spcPts val="0"/>
              </a:spcBef>
              <a:spcAft>
                <a:spcPts val="0"/>
              </a:spcAft>
              <a:buClr>
                <a:schemeClr val="lt1"/>
              </a:buClr>
              <a:buSzPts val="1400"/>
              <a:buFont typeface="Inter SemiBold"/>
              <a:buNone/>
              <a:defRPr>
                <a:solidFill>
                  <a:schemeClr val="lt1"/>
                </a:solidFill>
              </a:defRPr>
            </a:lvl8pPr>
            <a:lvl9pPr lvl="8" algn="ctr">
              <a:spcBef>
                <a:spcPts val="0"/>
              </a:spcBef>
              <a:spcAft>
                <a:spcPts val="0"/>
              </a:spcAft>
              <a:buClr>
                <a:schemeClr val="lt1"/>
              </a:buClr>
              <a:buSzPts val="1400"/>
              <a:buFont typeface="Inter SemiBold"/>
              <a:buNone/>
              <a:defRPr>
                <a:solidFill>
                  <a:schemeClr val="lt1"/>
                </a:solidFill>
              </a:defRPr>
            </a:lvl9pPr>
          </a:lstStyle>
          <a:p/>
        </p:txBody>
      </p:sp>
      <p:sp>
        <p:nvSpPr>
          <p:cNvPr id="648" name="Google Shape;648;p88"/>
          <p:cNvSpPr txBox="1"/>
          <p:nvPr>
            <p:ph idx="2" type="body"/>
          </p:nvPr>
        </p:nvSpPr>
        <p:spPr>
          <a:xfrm>
            <a:off x="604925" y="3668125"/>
            <a:ext cx="1607400" cy="873600"/>
          </a:xfrm>
          <a:prstGeom prst="rect">
            <a:avLst/>
          </a:prstGeom>
        </p:spPr>
        <p:txBody>
          <a:bodyPr anchorCtr="0" anchor="t" bIns="91425" lIns="91425" spcFirstLastPara="1" rIns="91425" wrap="square" tIns="91425">
            <a:normAutofit/>
          </a:bodyPr>
          <a:lstStyle>
            <a:lvl1pPr indent="-304800" lvl="0" marL="457200" algn="ctr">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gn="ctr">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gn="ctr">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gn="ctr">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gn="ctr">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gn="ctr">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gn="ctr">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gn="ctr">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gn="ctr">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649" name="Google Shape;649;p88"/>
          <p:cNvSpPr txBox="1"/>
          <p:nvPr>
            <p:ph idx="3" type="subTitle"/>
          </p:nvPr>
        </p:nvSpPr>
        <p:spPr>
          <a:xfrm>
            <a:off x="3885400" y="3055900"/>
            <a:ext cx="1466400" cy="772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800"/>
              <a:buFont typeface="Inter SemiBold"/>
              <a:buNone/>
              <a:defRPr>
                <a:solidFill>
                  <a:schemeClr val="lt1"/>
                </a:solidFill>
              </a:defRPr>
            </a:lvl1pPr>
            <a:lvl2pPr lvl="1" algn="ctr">
              <a:spcBef>
                <a:spcPts val="0"/>
              </a:spcBef>
              <a:spcAft>
                <a:spcPts val="0"/>
              </a:spcAft>
              <a:buClr>
                <a:schemeClr val="lt1"/>
              </a:buClr>
              <a:buSzPts val="1400"/>
              <a:buFont typeface="Inter SemiBold"/>
              <a:buNone/>
              <a:defRPr>
                <a:solidFill>
                  <a:schemeClr val="lt1"/>
                </a:solidFill>
              </a:defRPr>
            </a:lvl2pPr>
            <a:lvl3pPr lvl="2" algn="ctr">
              <a:spcBef>
                <a:spcPts val="0"/>
              </a:spcBef>
              <a:spcAft>
                <a:spcPts val="0"/>
              </a:spcAft>
              <a:buClr>
                <a:schemeClr val="lt1"/>
              </a:buClr>
              <a:buSzPts val="1400"/>
              <a:buFont typeface="Inter SemiBold"/>
              <a:buNone/>
              <a:defRPr>
                <a:solidFill>
                  <a:schemeClr val="lt1"/>
                </a:solidFill>
              </a:defRPr>
            </a:lvl3pPr>
            <a:lvl4pPr lvl="3" algn="ctr">
              <a:spcBef>
                <a:spcPts val="0"/>
              </a:spcBef>
              <a:spcAft>
                <a:spcPts val="0"/>
              </a:spcAft>
              <a:buClr>
                <a:schemeClr val="lt1"/>
              </a:buClr>
              <a:buSzPts val="1400"/>
              <a:buFont typeface="Inter SemiBold"/>
              <a:buNone/>
              <a:defRPr>
                <a:solidFill>
                  <a:schemeClr val="lt1"/>
                </a:solidFill>
              </a:defRPr>
            </a:lvl4pPr>
            <a:lvl5pPr lvl="4" algn="ctr">
              <a:spcBef>
                <a:spcPts val="0"/>
              </a:spcBef>
              <a:spcAft>
                <a:spcPts val="0"/>
              </a:spcAft>
              <a:buClr>
                <a:schemeClr val="lt1"/>
              </a:buClr>
              <a:buSzPts val="1400"/>
              <a:buFont typeface="Inter SemiBold"/>
              <a:buNone/>
              <a:defRPr>
                <a:solidFill>
                  <a:schemeClr val="lt1"/>
                </a:solidFill>
              </a:defRPr>
            </a:lvl5pPr>
            <a:lvl6pPr lvl="5" algn="ctr">
              <a:spcBef>
                <a:spcPts val="0"/>
              </a:spcBef>
              <a:spcAft>
                <a:spcPts val="0"/>
              </a:spcAft>
              <a:buClr>
                <a:schemeClr val="lt1"/>
              </a:buClr>
              <a:buSzPts val="1400"/>
              <a:buFont typeface="Inter SemiBold"/>
              <a:buNone/>
              <a:defRPr>
                <a:solidFill>
                  <a:schemeClr val="lt1"/>
                </a:solidFill>
              </a:defRPr>
            </a:lvl6pPr>
            <a:lvl7pPr lvl="6" algn="ctr">
              <a:spcBef>
                <a:spcPts val="0"/>
              </a:spcBef>
              <a:spcAft>
                <a:spcPts val="0"/>
              </a:spcAft>
              <a:buClr>
                <a:schemeClr val="lt1"/>
              </a:buClr>
              <a:buSzPts val="1400"/>
              <a:buFont typeface="Inter SemiBold"/>
              <a:buNone/>
              <a:defRPr>
                <a:solidFill>
                  <a:schemeClr val="lt1"/>
                </a:solidFill>
              </a:defRPr>
            </a:lvl7pPr>
            <a:lvl8pPr lvl="7" algn="ctr">
              <a:spcBef>
                <a:spcPts val="0"/>
              </a:spcBef>
              <a:spcAft>
                <a:spcPts val="0"/>
              </a:spcAft>
              <a:buClr>
                <a:schemeClr val="lt1"/>
              </a:buClr>
              <a:buSzPts val="1400"/>
              <a:buFont typeface="Inter SemiBold"/>
              <a:buNone/>
              <a:defRPr>
                <a:solidFill>
                  <a:schemeClr val="lt1"/>
                </a:solidFill>
              </a:defRPr>
            </a:lvl8pPr>
            <a:lvl9pPr lvl="8" algn="ctr">
              <a:spcBef>
                <a:spcPts val="0"/>
              </a:spcBef>
              <a:spcAft>
                <a:spcPts val="0"/>
              </a:spcAft>
              <a:buClr>
                <a:schemeClr val="lt1"/>
              </a:buClr>
              <a:buSzPts val="1400"/>
              <a:buFont typeface="Inter SemiBold"/>
              <a:buNone/>
              <a:defRPr>
                <a:solidFill>
                  <a:schemeClr val="lt1"/>
                </a:solidFill>
              </a:defRPr>
            </a:lvl9pPr>
          </a:lstStyle>
          <a:p/>
        </p:txBody>
      </p:sp>
      <p:sp>
        <p:nvSpPr>
          <p:cNvPr id="650" name="Google Shape;650;p88"/>
          <p:cNvSpPr txBox="1"/>
          <p:nvPr>
            <p:ph idx="4" type="body"/>
          </p:nvPr>
        </p:nvSpPr>
        <p:spPr>
          <a:xfrm>
            <a:off x="3814850" y="3668125"/>
            <a:ext cx="1607400" cy="873600"/>
          </a:xfrm>
          <a:prstGeom prst="rect">
            <a:avLst/>
          </a:prstGeom>
        </p:spPr>
        <p:txBody>
          <a:bodyPr anchorCtr="0" anchor="t" bIns="91425" lIns="91425" spcFirstLastPara="1" rIns="91425" wrap="square" tIns="91425">
            <a:normAutofit/>
          </a:bodyPr>
          <a:lstStyle>
            <a:lvl1pPr indent="-304800" lvl="0" marL="457200" algn="ctr">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gn="ctr">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gn="ctr">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gn="ctr">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gn="ctr">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gn="ctr">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gn="ctr">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gn="ctr">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gn="ctr">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651" name="Google Shape;651;p88"/>
          <p:cNvSpPr txBox="1"/>
          <p:nvPr>
            <p:ph idx="5" type="subTitle"/>
          </p:nvPr>
        </p:nvSpPr>
        <p:spPr>
          <a:xfrm>
            <a:off x="7024719" y="3055900"/>
            <a:ext cx="1466400" cy="772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800"/>
              <a:buFont typeface="Inter SemiBold"/>
              <a:buNone/>
              <a:defRPr>
                <a:solidFill>
                  <a:schemeClr val="lt1"/>
                </a:solidFill>
              </a:defRPr>
            </a:lvl1pPr>
            <a:lvl2pPr lvl="1" algn="ctr">
              <a:spcBef>
                <a:spcPts val="0"/>
              </a:spcBef>
              <a:spcAft>
                <a:spcPts val="0"/>
              </a:spcAft>
              <a:buClr>
                <a:schemeClr val="lt1"/>
              </a:buClr>
              <a:buSzPts val="1400"/>
              <a:buFont typeface="Inter SemiBold"/>
              <a:buNone/>
              <a:defRPr>
                <a:solidFill>
                  <a:schemeClr val="lt1"/>
                </a:solidFill>
              </a:defRPr>
            </a:lvl2pPr>
            <a:lvl3pPr lvl="2" algn="ctr">
              <a:spcBef>
                <a:spcPts val="0"/>
              </a:spcBef>
              <a:spcAft>
                <a:spcPts val="0"/>
              </a:spcAft>
              <a:buClr>
                <a:schemeClr val="lt1"/>
              </a:buClr>
              <a:buSzPts val="1400"/>
              <a:buFont typeface="Inter SemiBold"/>
              <a:buNone/>
              <a:defRPr>
                <a:solidFill>
                  <a:schemeClr val="lt1"/>
                </a:solidFill>
              </a:defRPr>
            </a:lvl3pPr>
            <a:lvl4pPr lvl="3" algn="ctr">
              <a:spcBef>
                <a:spcPts val="0"/>
              </a:spcBef>
              <a:spcAft>
                <a:spcPts val="0"/>
              </a:spcAft>
              <a:buClr>
                <a:schemeClr val="lt1"/>
              </a:buClr>
              <a:buSzPts val="1400"/>
              <a:buFont typeface="Inter SemiBold"/>
              <a:buNone/>
              <a:defRPr>
                <a:solidFill>
                  <a:schemeClr val="lt1"/>
                </a:solidFill>
              </a:defRPr>
            </a:lvl4pPr>
            <a:lvl5pPr lvl="4" algn="ctr">
              <a:spcBef>
                <a:spcPts val="0"/>
              </a:spcBef>
              <a:spcAft>
                <a:spcPts val="0"/>
              </a:spcAft>
              <a:buClr>
                <a:schemeClr val="lt1"/>
              </a:buClr>
              <a:buSzPts val="1400"/>
              <a:buFont typeface="Inter SemiBold"/>
              <a:buNone/>
              <a:defRPr>
                <a:solidFill>
                  <a:schemeClr val="lt1"/>
                </a:solidFill>
              </a:defRPr>
            </a:lvl5pPr>
            <a:lvl6pPr lvl="5" algn="ctr">
              <a:spcBef>
                <a:spcPts val="0"/>
              </a:spcBef>
              <a:spcAft>
                <a:spcPts val="0"/>
              </a:spcAft>
              <a:buClr>
                <a:schemeClr val="lt1"/>
              </a:buClr>
              <a:buSzPts val="1400"/>
              <a:buFont typeface="Inter SemiBold"/>
              <a:buNone/>
              <a:defRPr>
                <a:solidFill>
                  <a:schemeClr val="lt1"/>
                </a:solidFill>
              </a:defRPr>
            </a:lvl6pPr>
            <a:lvl7pPr lvl="6" algn="ctr">
              <a:spcBef>
                <a:spcPts val="0"/>
              </a:spcBef>
              <a:spcAft>
                <a:spcPts val="0"/>
              </a:spcAft>
              <a:buClr>
                <a:schemeClr val="lt1"/>
              </a:buClr>
              <a:buSzPts val="1400"/>
              <a:buFont typeface="Inter SemiBold"/>
              <a:buNone/>
              <a:defRPr>
                <a:solidFill>
                  <a:schemeClr val="lt1"/>
                </a:solidFill>
              </a:defRPr>
            </a:lvl7pPr>
            <a:lvl8pPr lvl="7" algn="ctr">
              <a:spcBef>
                <a:spcPts val="0"/>
              </a:spcBef>
              <a:spcAft>
                <a:spcPts val="0"/>
              </a:spcAft>
              <a:buClr>
                <a:schemeClr val="lt1"/>
              </a:buClr>
              <a:buSzPts val="1400"/>
              <a:buFont typeface="Inter SemiBold"/>
              <a:buNone/>
              <a:defRPr>
                <a:solidFill>
                  <a:schemeClr val="lt1"/>
                </a:solidFill>
              </a:defRPr>
            </a:lvl8pPr>
            <a:lvl9pPr lvl="8" algn="ctr">
              <a:spcBef>
                <a:spcPts val="0"/>
              </a:spcBef>
              <a:spcAft>
                <a:spcPts val="0"/>
              </a:spcAft>
              <a:buClr>
                <a:schemeClr val="lt1"/>
              </a:buClr>
              <a:buSzPts val="1400"/>
              <a:buFont typeface="Inter SemiBold"/>
              <a:buNone/>
              <a:defRPr>
                <a:solidFill>
                  <a:schemeClr val="lt1"/>
                </a:solidFill>
              </a:defRPr>
            </a:lvl9pPr>
          </a:lstStyle>
          <a:p/>
        </p:txBody>
      </p:sp>
      <p:sp>
        <p:nvSpPr>
          <p:cNvPr id="652" name="Google Shape;652;p88"/>
          <p:cNvSpPr txBox="1"/>
          <p:nvPr>
            <p:ph idx="6" type="body"/>
          </p:nvPr>
        </p:nvSpPr>
        <p:spPr>
          <a:xfrm>
            <a:off x="6954219" y="3668125"/>
            <a:ext cx="1607400" cy="873600"/>
          </a:xfrm>
          <a:prstGeom prst="rect">
            <a:avLst/>
          </a:prstGeom>
        </p:spPr>
        <p:txBody>
          <a:bodyPr anchorCtr="0" anchor="t" bIns="91425" lIns="91425" spcFirstLastPara="1" rIns="91425" wrap="square" tIns="91425">
            <a:normAutofit/>
          </a:bodyPr>
          <a:lstStyle>
            <a:lvl1pPr indent="-304800" lvl="0" marL="457200" algn="ctr">
              <a:lnSpc>
                <a:spcPct val="115000"/>
              </a:lnSpc>
              <a:spcBef>
                <a:spcPts val="0"/>
              </a:spcBef>
              <a:spcAft>
                <a:spcPts val="0"/>
              </a:spcAft>
              <a:buClr>
                <a:schemeClr val="lt2"/>
              </a:buClr>
              <a:buSzPts val="1200"/>
              <a:buFont typeface="Inter"/>
              <a:buChar char="●"/>
              <a:defRPr>
                <a:solidFill>
                  <a:schemeClr val="lt2"/>
                </a:solidFill>
              </a:defRPr>
            </a:lvl1pPr>
            <a:lvl2pPr indent="-304800" lvl="1" marL="914400" algn="ctr">
              <a:lnSpc>
                <a:spcPct val="115000"/>
              </a:lnSpc>
              <a:spcBef>
                <a:spcPts val="0"/>
              </a:spcBef>
              <a:spcAft>
                <a:spcPts val="0"/>
              </a:spcAft>
              <a:buClr>
                <a:schemeClr val="lt2"/>
              </a:buClr>
              <a:buSzPts val="1200"/>
              <a:buFont typeface="Inter"/>
              <a:buChar char="○"/>
              <a:defRPr>
                <a:solidFill>
                  <a:schemeClr val="lt2"/>
                </a:solidFill>
              </a:defRPr>
            </a:lvl2pPr>
            <a:lvl3pPr indent="-304800" lvl="2" marL="1371600" algn="ctr">
              <a:lnSpc>
                <a:spcPct val="115000"/>
              </a:lnSpc>
              <a:spcBef>
                <a:spcPts val="0"/>
              </a:spcBef>
              <a:spcAft>
                <a:spcPts val="0"/>
              </a:spcAft>
              <a:buClr>
                <a:schemeClr val="lt2"/>
              </a:buClr>
              <a:buSzPts val="1200"/>
              <a:buFont typeface="Inter"/>
              <a:buChar char="■"/>
              <a:defRPr>
                <a:solidFill>
                  <a:schemeClr val="lt2"/>
                </a:solidFill>
              </a:defRPr>
            </a:lvl3pPr>
            <a:lvl4pPr indent="-304800" lvl="3" marL="1828800" algn="ctr">
              <a:lnSpc>
                <a:spcPct val="115000"/>
              </a:lnSpc>
              <a:spcBef>
                <a:spcPts val="0"/>
              </a:spcBef>
              <a:spcAft>
                <a:spcPts val="0"/>
              </a:spcAft>
              <a:buClr>
                <a:schemeClr val="lt2"/>
              </a:buClr>
              <a:buSzPts val="1200"/>
              <a:buFont typeface="Inter"/>
              <a:buChar char="●"/>
              <a:defRPr>
                <a:solidFill>
                  <a:schemeClr val="lt2"/>
                </a:solidFill>
              </a:defRPr>
            </a:lvl4pPr>
            <a:lvl5pPr indent="-304800" lvl="4" marL="2286000" algn="ctr">
              <a:lnSpc>
                <a:spcPct val="115000"/>
              </a:lnSpc>
              <a:spcBef>
                <a:spcPts val="0"/>
              </a:spcBef>
              <a:spcAft>
                <a:spcPts val="0"/>
              </a:spcAft>
              <a:buClr>
                <a:schemeClr val="lt2"/>
              </a:buClr>
              <a:buSzPts val="1200"/>
              <a:buFont typeface="Inter"/>
              <a:buChar char="○"/>
              <a:defRPr>
                <a:solidFill>
                  <a:schemeClr val="lt2"/>
                </a:solidFill>
              </a:defRPr>
            </a:lvl5pPr>
            <a:lvl6pPr indent="-304800" lvl="5" marL="2743200" algn="ctr">
              <a:lnSpc>
                <a:spcPct val="115000"/>
              </a:lnSpc>
              <a:spcBef>
                <a:spcPts val="0"/>
              </a:spcBef>
              <a:spcAft>
                <a:spcPts val="0"/>
              </a:spcAft>
              <a:buClr>
                <a:schemeClr val="lt2"/>
              </a:buClr>
              <a:buSzPts val="1200"/>
              <a:buFont typeface="Inter"/>
              <a:buChar char="■"/>
              <a:defRPr>
                <a:solidFill>
                  <a:schemeClr val="lt2"/>
                </a:solidFill>
              </a:defRPr>
            </a:lvl6pPr>
            <a:lvl7pPr indent="-304800" lvl="6" marL="3200400" algn="ctr">
              <a:lnSpc>
                <a:spcPct val="115000"/>
              </a:lnSpc>
              <a:spcBef>
                <a:spcPts val="0"/>
              </a:spcBef>
              <a:spcAft>
                <a:spcPts val="0"/>
              </a:spcAft>
              <a:buClr>
                <a:schemeClr val="lt2"/>
              </a:buClr>
              <a:buSzPts val="1200"/>
              <a:buFont typeface="Inter"/>
              <a:buChar char="●"/>
              <a:defRPr>
                <a:solidFill>
                  <a:schemeClr val="lt2"/>
                </a:solidFill>
              </a:defRPr>
            </a:lvl7pPr>
            <a:lvl8pPr indent="-304800" lvl="7" marL="3657600" algn="ctr">
              <a:lnSpc>
                <a:spcPct val="115000"/>
              </a:lnSpc>
              <a:spcBef>
                <a:spcPts val="0"/>
              </a:spcBef>
              <a:spcAft>
                <a:spcPts val="0"/>
              </a:spcAft>
              <a:buClr>
                <a:schemeClr val="lt2"/>
              </a:buClr>
              <a:buSzPts val="1200"/>
              <a:buFont typeface="Inter"/>
              <a:buChar char="○"/>
              <a:defRPr>
                <a:solidFill>
                  <a:schemeClr val="lt2"/>
                </a:solidFill>
              </a:defRPr>
            </a:lvl8pPr>
            <a:lvl9pPr indent="-304800" lvl="8" marL="4114800" algn="ctr">
              <a:lnSpc>
                <a:spcPct val="115000"/>
              </a:lnSpc>
              <a:spcBef>
                <a:spcPts val="0"/>
              </a:spcBef>
              <a:spcAft>
                <a:spcPts val="0"/>
              </a:spcAft>
              <a:buClr>
                <a:schemeClr val="lt2"/>
              </a:buClr>
              <a:buSzPts val="1200"/>
              <a:buFont typeface="Inter"/>
              <a:buChar char="■"/>
              <a:defRPr>
                <a:solidFill>
                  <a:schemeClr val="lt2"/>
                </a:solidFill>
              </a:defRPr>
            </a:lvl9pPr>
          </a:lstStyle>
          <a:p/>
        </p:txBody>
      </p:sp>
      <p:sp>
        <p:nvSpPr>
          <p:cNvPr id="653" name="Google Shape;653;p88"/>
          <p:cNvSpPr txBox="1"/>
          <p:nvPr>
            <p:ph type="title"/>
          </p:nvPr>
        </p:nvSpPr>
        <p:spPr>
          <a:xfrm>
            <a:off x="450850" y="596800"/>
            <a:ext cx="6767700" cy="12876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lt1"/>
              </a:buClr>
              <a:buSzPts val="4200"/>
              <a:buFont typeface="Inter"/>
              <a:buNone/>
              <a:defRPr>
                <a:solidFill>
                  <a:schemeClr val="lt1"/>
                </a:solidFill>
              </a:defRPr>
            </a:lvl1pPr>
            <a:lvl2pPr lvl="1">
              <a:lnSpc>
                <a:spcPct val="80000"/>
              </a:lnSpc>
              <a:spcBef>
                <a:spcPts val="0"/>
              </a:spcBef>
              <a:spcAft>
                <a:spcPts val="0"/>
              </a:spcAft>
              <a:buClr>
                <a:schemeClr val="lt1"/>
              </a:buClr>
              <a:buSzPts val="4800"/>
              <a:buNone/>
              <a:defRPr sz="4800">
                <a:solidFill>
                  <a:schemeClr val="lt1"/>
                </a:solidFill>
              </a:defRPr>
            </a:lvl2pPr>
            <a:lvl3pPr lvl="2">
              <a:lnSpc>
                <a:spcPct val="80000"/>
              </a:lnSpc>
              <a:spcBef>
                <a:spcPts val="0"/>
              </a:spcBef>
              <a:spcAft>
                <a:spcPts val="0"/>
              </a:spcAft>
              <a:buClr>
                <a:schemeClr val="lt1"/>
              </a:buClr>
              <a:buSzPts val="4800"/>
              <a:buNone/>
              <a:defRPr sz="4800">
                <a:solidFill>
                  <a:schemeClr val="lt1"/>
                </a:solidFill>
              </a:defRPr>
            </a:lvl3pPr>
            <a:lvl4pPr lvl="3">
              <a:lnSpc>
                <a:spcPct val="80000"/>
              </a:lnSpc>
              <a:spcBef>
                <a:spcPts val="0"/>
              </a:spcBef>
              <a:spcAft>
                <a:spcPts val="0"/>
              </a:spcAft>
              <a:buClr>
                <a:schemeClr val="lt1"/>
              </a:buClr>
              <a:buSzPts val="4800"/>
              <a:buNone/>
              <a:defRPr sz="4800">
                <a:solidFill>
                  <a:schemeClr val="lt1"/>
                </a:solidFill>
              </a:defRPr>
            </a:lvl4pPr>
            <a:lvl5pPr lvl="4">
              <a:lnSpc>
                <a:spcPct val="80000"/>
              </a:lnSpc>
              <a:spcBef>
                <a:spcPts val="0"/>
              </a:spcBef>
              <a:spcAft>
                <a:spcPts val="0"/>
              </a:spcAft>
              <a:buClr>
                <a:schemeClr val="lt1"/>
              </a:buClr>
              <a:buSzPts val="4800"/>
              <a:buNone/>
              <a:defRPr sz="4800">
                <a:solidFill>
                  <a:schemeClr val="lt1"/>
                </a:solidFill>
              </a:defRPr>
            </a:lvl5pPr>
            <a:lvl6pPr lvl="5">
              <a:lnSpc>
                <a:spcPct val="80000"/>
              </a:lnSpc>
              <a:spcBef>
                <a:spcPts val="0"/>
              </a:spcBef>
              <a:spcAft>
                <a:spcPts val="0"/>
              </a:spcAft>
              <a:buClr>
                <a:schemeClr val="lt1"/>
              </a:buClr>
              <a:buSzPts val="4800"/>
              <a:buNone/>
              <a:defRPr sz="4800">
                <a:solidFill>
                  <a:schemeClr val="lt1"/>
                </a:solidFill>
              </a:defRPr>
            </a:lvl6pPr>
            <a:lvl7pPr lvl="6">
              <a:lnSpc>
                <a:spcPct val="80000"/>
              </a:lnSpc>
              <a:spcBef>
                <a:spcPts val="0"/>
              </a:spcBef>
              <a:spcAft>
                <a:spcPts val="0"/>
              </a:spcAft>
              <a:buClr>
                <a:schemeClr val="lt1"/>
              </a:buClr>
              <a:buSzPts val="4800"/>
              <a:buNone/>
              <a:defRPr sz="4800">
                <a:solidFill>
                  <a:schemeClr val="lt1"/>
                </a:solidFill>
              </a:defRPr>
            </a:lvl7pPr>
            <a:lvl8pPr lvl="7">
              <a:lnSpc>
                <a:spcPct val="80000"/>
              </a:lnSpc>
              <a:spcBef>
                <a:spcPts val="0"/>
              </a:spcBef>
              <a:spcAft>
                <a:spcPts val="0"/>
              </a:spcAft>
              <a:buClr>
                <a:schemeClr val="lt1"/>
              </a:buClr>
              <a:buSzPts val="4800"/>
              <a:buNone/>
              <a:defRPr sz="4800">
                <a:solidFill>
                  <a:schemeClr val="lt1"/>
                </a:solidFill>
              </a:defRPr>
            </a:lvl8pPr>
            <a:lvl9pPr lvl="8">
              <a:lnSpc>
                <a:spcPct val="80000"/>
              </a:lnSpc>
              <a:spcBef>
                <a:spcPts val="0"/>
              </a:spcBef>
              <a:spcAft>
                <a:spcPts val="0"/>
              </a:spcAft>
              <a:buClr>
                <a:schemeClr val="lt1"/>
              </a:buClr>
              <a:buSzPts val="4800"/>
              <a:buNone/>
              <a:defRPr sz="4800">
                <a:solidFill>
                  <a:schemeClr val="lt1"/>
                </a:solidFill>
              </a:defRPr>
            </a:lvl9pPr>
          </a:lstStyle>
          <a:p/>
        </p:txBody>
      </p:sp>
      <p:sp>
        <p:nvSpPr>
          <p:cNvPr id="654" name="Google Shape;654;p88"/>
          <p:cNvSpPr txBox="1"/>
          <p:nvPr/>
        </p:nvSpPr>
        <p:spPr>
          <a:xfrm>
            <a:off x="420872" y="203200"/>
            <a:ext cx="428700" cy="3936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sz="800">
                <a:solidFill>
                  <a:schemeClr val="accent1"/>
                </a:solidFill>
                <a:latin typeface="Inter Light"/>
                <a:ea typeface="Inter Light"/>
                <a:cs typeface="Inter Light"/>
                <a:sym typeface="Inter Light"/>
              </a:rPr>
              <a:t>‹#›</a:t>
            </a:fld>
            <a:endParaRPr sz="800">
              <a:solidFill>
                <a:schemeClr val="accent1"/>
              </a:solidFill>
              <a:latin typeface="Inter Light"/>
              <a:ea typeface="Inter Light"/>
              <a:cs typeface="Inter Light"/>
              <a:sym typeface="Inter Light"/>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age Image">
  <p:cSld name="CUSTOM_2_1">
    <p:bg>
      <p:bgPr>
        <a:solidFill>
          <a:schemeClr val="lt2"/>
        </a:solidFill>
      </p:bgPr>
    </p:bg>
    <p:spTree>
      <p:nvGrpSpPr>
        <p:cNvPr id="655" name="Shape 655"/>
        <p:cNvGrpSpPr/>
        <p:nvPr/>
      </p:nvGrpSpPr>
      <p:grpSpPr>
        <a:xfrm>
          <a:off x="0" y="0"/>
          <a:ext cx="0" cy="0"/>
          <a:chOff x="0" y="0"/>
          <a:chExt cx="0" cy="0"/>
        </a:xfrm>
      </p:grpSpPr>
      <p:sp>
        <p:nvSpPr>
          <p:cNvPr id="656" name="Google Shape;656;p89"/>
          <p:cNvSpPr/>
          <p:nvPr>
            <p:ph idx="2" type="pic"/>
          </p:nvPr>
        </p:nvSpPr>
        <p:spPr>
          <a:xfrm>
            <a:off x="120000" y="114300"/>
            <a:ext cx="8904000" cy="4914900"/>
          </a:xfrm>
          <a:prstGeom prst="roundRect">
            <a:avLst>
              <a:gd fmla="val 2134" name="adj"/>
            </a:avLst>
          </a:prstGeom>
          <a:noFill/>
          <a:ln>
            <a:noFill/>
          </a:ln>
        </p:spPr>
      </p:sp>
      <p:cxnSp>
        <p:nvCxnSpPr>
          <p:cNvPr id="657" name="Google Shape;657;p89"/>
          <p:cNvCxnSpPr/>
          <p:nvPr/>
        </p:nvCxnSpPr>
        <p:spPr>
          <a:xfrm rot="10800000">
            <a:off x="560525" y="279400"/>
            <a:ext cx="149400" cy="0"/>
          </a:xfrm>
          <a:prstGeom prst="straightConnector1">
            <a:avLst/>
          </a:prstGeom>
          <a:noFill/>
          <a:ln cap="flat" cmpd="sng" w="9525">
            <a:solidFill>
              <a:schemeClr val="lt1"/>
            </a:solidFill>
            <a:prstDash val="solid"/>
            <a:round/>
            <a:headEnd len="med" w="med" type="none"/>
            <a:tailEnd len="med" w="med" type="none"/>
          </a:ln>
        </p:spPr>
      </p:cxnSp>
      <p:sp>
        <p:nvSpPr>
          <p:cNvPr id="658" name="Google Shape;658;p89"/>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lt1"/>
                </a:solidFill>
                <a:latin typeface="Inter Light"/>
                <a:ea typeface="Inter Light"/>
                <a:cs typeface="Inter Light"/>
                <a:sym typeface="Inter Light"/>
              </a:defRPr>
            </a:lvl1pPr>
            <a:lvl2pPr lvl="1" algn="ctr">
              <a:buNone/>
              <a:defRPr sz="800">
                <a:solidFill>
                  <a:schemeClr val="lt1"/>
                </a:solidFill>
                <a:latin typeface="Inter Light"/>
                <a:ea typeface="Inter Light"/>
                <a:cs typeface="Inter Light"/>
                <a:sym typeface="Inter Light"/>
              </a:defRPr>
            </a:lvl2pPr>
            <a:lvl3pPr lvl="2" algn="ctr">
              <a:buNone/>
              <a:defRPr sz="800">
                <a:solidFill>
                  <a:schemeClr val="lt1"/>
                </a:solidFill>
                <a:latin typeface="Inter Light"/>
                <a:ea typeface="Inter Light"/>
                <a:cs typeface="Inter Light"/>
                <a:sym typeface="Inter Light"/>
              </a:defRPr>
            </a:lvl3pPr>
            <a:lvl4pPr lvl="3" algn="ctr">
              <a:buNone/>
              <a:defRPr sz="800">
                <a:solidFill>
                  <a:schemeClr val="lt1"/>
                </a:solidFill>
                <a:latin typeface="Inter Light"/>
                <a:ea typeface="Inter Light"/>
                <a:cs typeface="Inter Light"/>
                <a:sym typeface="Inter Light"/>
              </a:defRPr>
            </a:lvl4pPr>
            <a:lvl5pPr lvl="4" algn="ctr">
              <a:buNone/>
              <a:defRPr sz="800">
                <a:solidFill>
                  <a:schemeClr val="lt1"/>
                </a:solidFill>
                <a:latin typeface="Inter Light"/>
                <a:ea typeface="Inter Light"/>
                <a:cs typeface="Inter Light"/>
                <a:sym typeface="Inter Light"/>
              </a:defRPr>
            </a:lvl5pPr>
            <a:lvl6pPr lvl="5" algn="ctr">
              <a:buNone/>
              <a:defRPr sz="800">
                <a:solidFill>
                  <a:schemeClr val="lt1"/>
                </a:solidFill>
                <a:latin typeface="Inter Light"/>
                <a:ea typeface="Inter Light"/>
                <a:cs typeface="Inter Light"/>
                <a:sym typeface="Inter Light"/>
              </a:defRPr>
            </a:lvl6pPr>
            <a:lvl7pPr lvl="6" algn="ctr">
              <a:buNone/>
              <a:defRPr sz="800">
                <a:solidFill>
                  <a:schemeClr val="lt1"/>
                </a:solidFill>
                <a:latin typeface="Inter Light"/>
                <a:ea typeface="Inter Light"/>
                <a:cs typeface="Inter Light"/>
                <a:sym typeface="Inter Light"/>
              </a:defRPr>
            </a:lvl7pPr>
            <a:lvl8pPr lvl="7" algn="ctr">
              <a:buNone/>
              <a:defRPr sz="800">
                <a:solidFill>
                  <a:schemeClr val="lt1"/>
                </a:solidFill>
                <a:latin typeface="Inter Light"/>
                <a:ea typeface="Inter Light"/>
                <a:cs typeface="Inter Light"/>
                <a:sym typeface="Inter Light"/>
              </a:defRPr>
            </a:lvl8pPr>
            <a:lvl9pPr lvl="8" algn="ctr">
              <a:buNone/>
              <a:defRPr sz="800">
                <a:solidFill>
                  <a:schemeClr val="lt1"/>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1">
  <p:cSld name="BLANK_1_1_1_1_1_1_1_1_1_1_1_1_1_1_1_1_1_1_1_1_1_1">
    <p:spTree>
      <p:nvGrpSpPr>
        <p:cNvPr id="659" name="Shape 659"/>
        <p:cNvGrpSpPr/>
        <p:nvPr/>
      </p:nvGrpSpPr>
      <p:grpSpPr>
        <a:xfrm>
          <a:off x="0" y="0"/>
          <a:ext cx="0" cy="0"/>
          <a:chOff x="0" y="0"/>
          <a:chExt cx="0" cy="0"/>
        </a:xfrm>
      </p:grpSpPr>
      <p:sp>
        <p:nvSpPr>
          <p:cNvPr id="660" name="Google Shape;660;p90"/>
          <p:cNvSpPr/>
          <p:nvPr>
            <p:ph idx="2" type="pic"/>
          </p:nvPr>
        </p:nvSpPr>
        <p:spPr>
          <a:xfrm>
            <a:off x="354750" y="1034550"/>
            <a:ext cx="1833000" cy="1833000"/>
          </a:xfrm>
          <a:prstGeom prst="roundRect">
            <a:avLst>
              <a:gd fmla="val 8703" name="adj"/>
            </a:avLst>
          </a:prstGeom>
          <a:noFill/>
          <a:ln>
            <a:noFill/>
          </a:ln>
        </p:spPr>
      </p:sp>
      <p:sp>
        <p:nvSpPr>
          <p:cNvPr id="661" name="Google Shape;661;p90"/>
          <p:cNvSpPr/>
          <p:nvPr>
            <p:ph idx="3" type="pic"/>
          </p:nvPr>
        </p:nvSpPr>
        <p:spPr>
          <a:xfrm>
            <a:off x="2555250" y="1034550"/>
            <a:ext cx="1833000" cy="1833000"/>
          </a:xfrm>
          <a:prstGeom prst="roundRect">
            <a:avLst>
              <a:gd fmla="val 8703" name="adj"/>
            </a:avLst>
          </a:prstGeom>
          <a:noFill/>
          <a:ln>
            <a:noFill/>
          </a:ln>
        </p:spPr>
      </p:sp>
      <p:sp>
        <p:nvSpPr>
          <p:cNvPr id="662" name="Google Shape;662;p90"/>
          <p:cNvSpPr/>
          <p:nvPr>
            <p:ph idx="4" type="pic"/>
          </p:nvPr>
        </p:nvSpPr>
        <p:spPr>
          <a:xfrm>
            <a:off x="4755750" y="1034550"/>
            <a:ext cx="1833000" cy="1833000"/>
          </a:xfrm>
          <a:prstGeom prst="roundRect">
            <a:avLst>
              <a:gd fmla="val 8703" name="adj"/>
            </a:avLst>
          </a:prstGeom>
          <a:noFill/>
          <a:ln>
            <a:noFill/>
          </a:ln>
        </p:spPr>
      </p:sp>
      <p:sp>
        <p:nvSpPr>
          <p:cNvPr id="663" name="Google Shape;663;p90"/>
          <p:cNvSpPr/>
          <p:nvPr>
            <p:ph idx="5" type="pic"/>
          </p:nvPr>
        </p:nvSpPr>
        <p:spPr>
          <a:xfrm>
            <a:off x="6956250" y="1034550"/>
            <a:ext cx="1833000" cy="1833000"/>
          </a:xfrm>
          <a:prstGeom prst="roundRect">
            <a:avLst>
              <a:gd fmla="val 8703" name="adj"/>
            </a:avLst>
          </a:prstGeom>
          <a:noFill/>
          <a:ln>
            <a:noFill/>
          </a:ln>
        </p:spPr>
      </p:sp>
      <p:sp>
        <p:nvSpPr>
          <p:cNvPr id="664" name="Google Shape;664;p90"/>
          <p:cNvSpPr txBox="1"/>
          <p:nvPr>
            <p:ph idx="1" type="subTitle"/>
          </p:nvPr>
        </p:nvSpPr>
        <p:spPr>
          <a:xfrm>
            <a:off x="399725" y="303465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65" name="Google Shape;665;p90"/>
          <p:cNvSpPr txBox="1"/>
          <p:nvPr>
            <p:ph idx="6" type="subTitle"/>
          </p:nvPr>
        </p:nvSpPr>
        <p:spPr>
          <a:xfrm>
            <a:off x="399725" y="324610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666" name="Google Shape;666;p90"/>
          <p:cNvSpPr txBox="1"/>
          <p:nvPr>
            <p:ph idx="7" type="body"/>
          </p:nvPr>
        </p:nvSpPr>
        <p:spPr>
          <a:xfrm>
            <a:off x="399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667" name="Google Shape;667;p90"/>
          <p:cNvSpPr txBox="1"/>
          <p:nvPr>
            <p:ph idx="8" type="subTitle"/>
          </p:nvPr>
        </p:nvSpPr>
        <p:spPr>
          <a:xfrm>
            <a:off x="2600225" y="303465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68" name="Google Shape;668;p90"/>
          <p:cNvSpPr txBox="1"/>
          <p:nvPr>
            <p:ph idx="9" type="subTitle"/>
          </p:nvPr>
        </p:nvSpPr>
        <p:spPr>
          <a:xfrm>
            <a:off x="2600225" y="324610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669" name="Google Shape;669;p90"/>
          <p:cNvSpPr txBox="1"/>
          <p:nvPr>
            <p:ph idx="13" type="body"/>
          </p:nvPr>
        </p:nvSpPr>
        <p:spPr>
          <a:xfrm>
            <a:off x="2600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670" name="Google Shape;670;p90"/>
          <p:cNvSpPr txBox="1"/>
          <p:nvPr>
            <p:ph idx="14" type="subTitle"/>
          </p:nvPr>
        </p:nvSpPr>
        <p:spPr>
          <a:xfrm>
            <a:off x="4800725" y="303465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71" name="Google Shape;671;p90"/>
          <p:cNvSpPr txBox="1"/>
          <p:nvPr>
            <p:ph idx="15" type="subTitle"/>
          </p:nvPr>
        </p:nvSpPr>
        <p:spPr>
          <a:xfrm>
            <a:off x="4800725" y="324610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672" name="Google Shape;672;p90"/>
          <p:cNvSpPr txBox="1"/>
          <p:nvPr>
            <p:ph idx="16" type="body"/>
          </p:nvPr>
        </p:nvSpPr>
        <p:spPr>
          <a:xfrm>
            <a:off x="4800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673" name="Google Shape;673;p90"/>
          <p:cNvSpPr txBox="1"/>
          <p:nvPr>
            <p:ph idx="17" type="subTitle"/>
          </p:nvPr>
        </p:nvSpPr>
        <p:spPr>
          <a:xfrm>
            <a:off x="7001225" y="303465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74" name="Google Shape;674;p90"/>
          <p:cNvSpPr txBox="1"/>
          <p:nvPr>
            <p:ph idx="18" type="subTitle"/>
          </p:nvPr>
        </p:nvSpPr>
        <p:spPr>
          <a:xfrm>
            <a:off x="7001225" y="3246100"/>
            <a:ext cx="1716900" cy="1812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675" name="Google Shape;675;p90"/>
          <p:cNvSpPr txBox="1"/>
          <p:nvPr>
            <p:ph idx="19" type="body"/>
          </p:nvPr>
        </p:nvSpPr>
        <p:spPr>
          <a:xfrm>
            <a:off x="7001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cxnSp>
        <p:nvCxnSpPr>
          <p:cNvPr id="676" name="Google Shape;676;p90"/>
          <p:cNvCxnSpPr/>
          <p:nvPr/>
        </p:nvCxnSpPr>
        <p:spPr>
          <a:xfrm rot="10800000">
            <a:off x="560525" y="279400"/>
            <a:ext cx="149400" cy="0"/>
          </a:xfrm>
          <a:prstGeom prst="straightConnector1">
            <a:avLst/>
          </a:prstGeom>
          <a:noFill/>
          <a:ln cap="flat" cmpd="sng" w="9525">
            <a:solidFill>
              <a:schemeClr val="dk1"/>
            </a:solidFill>
            <a:prstDash val="solid"/>
            <a:round/>
            <a:headEnd len="med" w="med" type="none"/>
            <a:tailEnd len="med" w="med" type="none"/>
          </a:ln>
        </p:spPr>
      </p:cxnSp>
      <p:sp>
        <p:nvSpPr>
          <p:cNvPr id="677" name="Google Shape;677;p90"/>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rgbClr val="1E1E1E"/>
                </a:solidFill>
                <a:latin typeface="Inter Light"/>
                <a:ea typeface="Inter Light"/>
                <a:cs typeface="Inter Light"/>
                <a:sym typeface="Inter Light"/>
              </a:defRPr>
            </a:lvl1pPr>
            <a:lvl2pPr lvl="1" algn="ctr">
              <a:buNone/>
              <a:defRPr sz="800">
                <a:solidFill>
                  <a:srgbClr val="1E1E1E"/>
                </a:solidFill>
                <a:latin typeface="Inter Light"/>
                <a:ea typeface="Inter Light"/>
                <a:cs typeface="Inter Light"/>
                <a:sym typeface="Inter Light"/>
              </a:defRPr>
            </a:lvl2pPr>
            <a:lvl3pPr lvl="2" algn="ctr">
              <a:buNone/>
              <a:defRPr sz="800">
                <a:solidFill>
                  <a:srgbClr val="1E1E1E"/>
                </a:solidFill>
                <a:latin typeface="Inter Light"/>
                <a:ea typeface="Inter Light"/>
                <a:cs typeface="Inter Light"/>
                <a:sym typeface="Inter Light"/>
              </a:defRPr>
            </a:lvl3pPr>
            <a:lvl4pPr lvl="3" algn="ctr">
              <a:buNone/>
              <a:defRPr sz="800">
                <a:solidFill>
                  <a:srgbClr val="1E1E1E"/>
                </a:solidFill>
                <a:latin typeface="Inter Light"/>
                <a:ea typeface="Inter Light"/>
                <a:cs typeface="Inter Light"/>
                <a:sym typeface="Inter Light"/>
              </a:defRPr>
            </a:lvl4pPr>
            <a:lvl5pPr lvl="4" algn="ctr">
              <a:buNone/>
              <a:defRPr sz="800">
                <a:solidFill>
                  <a:srgbClr val="1E1E1E"/>
                </a:solidFill>
                <a:latin typeface="Inter Light"/>
                <a:ea typeface="Inter Light"/>
                <a:cs typeface="Inter Light"/>
                <a:sym typeface="Inter Light"/>
              </a:defRPr>
            </a:lvl5pPr>
            <a:lvl6pPr lvl="5" algn="ctr">
              <a:buNone/>
              <a:defRPr sz="800">
                <a:solidFill>
                  <a:srgbClr val="1E1E1E"/>
                </a:solidFill>
                <a:latin typeface="Inter Light"/>
                <a:ea typeface="Inter Light"/>
                <a:cs typeface="Inter Light"/>
                <a:sym typeface="Inter Light"/>
              </a:defRPr>
            </a:lvl6pPr>
            <a:lvl7pPr lvl="6" algn="ctr">
              <a:buNone/>
              <a:defRPr sz="800">
                <a:solidFill>
                  <a:srgbClr val="1E1E1E"/>
                </a:solidFill>
                <a:latin typeface="Inter Light"/>
                <a:ea typeface="Inter Light"/>
                <a:cs typeface="Inter Light"/>
                <a:sym typeface="Inter Light"/>
              </a:defRPr>
            </a:lvl7pPr>
            <a:lvl8pPr lvl="7" algn="ctr">
              <a:buNone/>
              <a:defRPr sz="800">
                <a:solidFill>
                  <a:srgbClr val="1E1E1E"/>
                </a:solidFill>
                <a:latin typeface="Inter Light"/>
                <a:ea typeface="Inter Light"/>
                <a:cs typeface="Inter Light"/>
                <a:sym typeface="Inter Light"/>
              </a:defRPr>
            </a:lvl8pPr>
            <a:lvl9pPr lvl="8" algn="ctr">
              <a:buNone/>
              <a:defRPr sz="800">
                <a:solidFill>
                  <a:srgbClr val="1E1E1E"/>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age Image 1">
  <p:cSld name="CUSTOM_2_2">
    <p:bg>
      <p:bgPr>
        <a:solidFill>
          <a:schemeClr val="lt2"/>
        </a:solidFill>
      </p:bgPr>
    </p:bg>
    <p:spTree>
      <p:nvGrpSpPr>
        <p:cNvPr id="678" name="Shape 678"/>
        <p:cNvGrpSpPr/>
        <p:nvPr/>
      </p:nvGrpSpPr>
      <p:grpSpPr>
        <a:xfrm>
          <a:off x="0" y="0"/>
          <a:ext cx="0" cy="0"/>
          <a:chOff x="0" y="0"/>
          <a:chExt cx="0" cy="0"/>
        </a:xfrm>
      </p:grpSpPr>
      <p:sp>
        <p:nvSpPr>
          <p:cNvPr id="679" name="Google Shape;679;p91"/>
          <p:cNvSpPr/>
          <p:nvPr>
            <p:ph idx="2" type="pic"/>
          </p:nvPr>
        </p:nvSpPr>
        <p:spPr>
          <a:xfrm>
            <a:off x="120000" y="114300"/>
            <a:ext cx="8904000" cy="4914900"/>
          </a:xfrm>
          <a:prstGeom prst="roundRect">
            <a:avLst>
              <a:gd fmla="val 2134" name="adj"/>
            </a:avLst>
          </a:prstGeom>
          <a:noFill/>
          <a:ln>
            <a:noFill/>
          </a:ln>
        </p:spPr>
      </p:sp>
      <p:cxnSp>
        <p:nvCxnSpPr>
          <p:cNvPr id="680" name="Google Shape;680;p91"/>
          <p:cNvCxnSpPr/>
          <p:nvPr/>
        </p:nvCxnSpPr>
        <p:spPr>
          <a:xfrm rot="10800000">
            <a:off x="560525" y="279400"/>
            <a:ext cx="149400" cy="0"/>
          </a:xfrm>
          <a:prstGeom prst="straightConnector1">
            <a:avLst/>
          </a:prstGeom>
          <a:noFill/>
          <a:ln cap="flat" cmpd="sng" w="9525">
            <a:solidFill>
              <a:schemeClr val="lt1"/>
            </a:solidFill>
            <a:prstDash val="solid"/>
            <a:round/>
            <a:headEnd len="med" w="med" type="none"/>
            <a:tailEnd len="med" w="med" type="none"/>
          </a:ln>
        </p:spPr>
      </p:cxnSp>
      <p:sp>
        <p:nvSpPr>
          <p:cNvPr id="681" name="Google Shape;681;p91"/>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lt1"/>
                </a:solidFill>
                <a:latin typeface="Inter Light"/>
                <a:ea typeface="Inter Light"/>
                <a:cs typeface="Inter Light"/>
                <a:sym typeface="Inter Light"/>
              </a:defRPr>
            </a:lvl1pPr>
            <a:lvl2pPr lvl="1" algn="ctr">
              <a:buNone/>
              <a:defRPr sz="800">
                <a:solidFill>
                  <a:schemeClr val="lt1"/>
                </a:solidFill>
                <a:latin typeface="Inter Light"/>
                <a:ea typeface="Inter Light"/>
                <a:cs typeface="Inter Light"/>
                <a:sym typeface="Inter Light"/>
              </a:defRPr>
            </a:lvl2pPr>
            <a:lvl3pPr lvl="2" algn="ctr">
              <a:buNone/>
              <a:defRPr sz="800">
                <a:solidFill>
                  <a:schemeClr val="lt1"/>
                </a:solidFill>
                <a:latin typeface="Inter Light"/>
                <a:ea typeface="Inter Light"/>
                <a:cs typeface="Inter Light"/>
                <a:sym typeface="Inter Light"/>
              </a:defRPr>
            </a:lvl3pPr>
            <a:lvl4pPr lvl="3" algn="ctr">
              <a:buNone/>
              <a:defRPr sz="800">
                <a:solidFill>
                  <a:schemeClr val="lt1"/>
                </a:solidFill>
                <a:latin typeface="Inter Light"/>
                <a:ea typeface="Inter Light"/>
                <a:cs typeface="Inter Light"/>
                <a:sym typeface="Inter Light"/>
              </a:defRPr>
            </a:lvl4pPr>
            <a:lvl5pPr lvl="4" algn="ctr">
              <a:buNone/>
              <a:defRPr sz="800">
                <a:solidFill>
                  <a:schemeClr val="lt1"/>
                </a:solidFill>
                <a:latin typeface="Inter Light"/>
                <a:ea typeface="Inter Light"/>
                <a:cs typeface="Inter Light"/>
                <a:sym typeface="Inter Light"/>
              </a:defRPr>
            </a:lvl5pPr>
            <a:lvl6pPr lvl="5" algn="ctr">
              <a:buNone/>
              <a:defRPr sz="800">
                <a:solidFill>
                  <a:schemeClr val="lt1"/>
                </a:solidFill>
                <a:latin typeface="Inter Light"/>
                <a:ea typeface="Inter Light"/>
                <a:cs typeface="Inter Light"/>
                <a:sym typeface="Inter Light"/>
              </a:defRPr>
            </a:lvl6pPr>
            <a:lvl7pPr lvl="6" algn="ctr">
              <a:buNone/>
              <a:defRPr sz="800">
                <a:solidFill>
                  <a:schemeClr val="lt1"/>
                </a:solidFill>
                <a:latin typeface="Inter Light"/>
                <a:ea typeface="Inter Light"/>
                <a:cs typeface="Inter Light"/>
                <a:sym typeface="Inter Light"/>
              </a:defRPr>
            </a:lvl7pPr>
            <a:lvl8pPr lvl="7" algn="ctr">
              <a:buNone/>
              <a:defRPr sz="800">
                <a:solidFill>
                  <a:schemeClr val="lt1"/>
                </a:solidFill>
                <a:latin typeface="Inter Light"/>
                <a:ea typeface="Inter Light"/>
                <a:cs typeface="Inter Light"/>
                <a:sym typeface="Inter Light"/>
              </a:defRPr>
            </a:lvl8pPr>
            <a:lvl9pPr lvl="8" algn="ctr">
              <a:buNone/>
              <a:defRPr sz="800">
                <a:solidFill>
                  <a:schemeClr val="lt1"/>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age Image 2">
  <p:cSld name="CUSTOM_2_3">
    <p:bg>
      <p:bgPr>
        <a:solidFill>
          <a:schemeClr val="lt2"/>
        </a:solidFill>
      </p:bgPr>
    </p:bg>
    <p:spTree>
      <p:nvGrpSpPr>
        <p:cNvPr id="682" name="Shape 682"/>
        <p:cNvGrpSpPr/>
        <p:nvPr/>
      </p:nvGrpSpPr>
      <p:grpSpPr>
        <a:xfrm>
          <a:off x="0" y="0"/>
          <a:ext cx="0" cy="0"/>
          <a:chOff x="0" y="0"/>
          <a:chExt cx="0" cy="0"/>
        </a:xfrm>
      </p:grpSpPr>
      <p:sp>
        <p:nvSpPr>
          <p:cNvPr id="683" name="Google Shape;683;p92"/>
          <p:cNvSpPr/>
          <p:nvPr>
            <p:ph idx="2" type="pic"/>
          </p:nvPr>
        </p:nvSpPr>
        <p:spPr>
          <a:xfrm>
            <a:off x="120000" y="114300"/>
            <a:ext cx="8904000" cy="4914900"/>
          </a:xfrm>
          <a:prstGeom prst="roundRect">
            <a:avLst>
              <a:gd fmla="val 2134" name="adj"/>
            </a:avLst>
          </a:prstGeom>
          <a:noFill/>
          <a:ln>
            <a:noFill/>
          </a:ln>
        </p:spPr>
      </p:sp>
      <p:cxnSp>
        <p:nvCxnSpPr>
          <p:cNvPr id="684" name="Google Shape;684;p92"/>
          <p:cNvCxnSpPr/>
          <p:nvPr/>
        </p:nvCxnSpPr>
        <p:spPr>
          <a:xfrm rot="10800000">
            <a:off x="560525" y="279400"/>
            <a:ext cx="149400" cy="0"/>
          </a:xfrm>
          <a:prstGeom prst="straightConnector1">
            <a:avLst/>
          </a:prstGeom>
          <a:noFill/>
          <a:ln cap="flat" cmpd="sng" w="9525">
            <a:solidFill>
              <a:schemeClr val="lt1"/>
            </a:solidFill>
            <a:prstDash val="solid"/>
            <a:round/>
            <a:headEnd len="med" w="med" type="none"/>
            <a:tailEnd len="med" w="med" type="none"/>
          </a:ln>
        </p:spPr>
      </p:cxnSp>
      <p:sp>
        <p:nvSpPr>
          <p:cNvPr id="685" name="Google Shape;685;p92"/>
          <p:cNvSpPr txBox="1"/>
          <p:nvPr>
            <p:ph idx="12" type="sldNum"/>
          </p:nvPr>
        </p:nvSpPr>
        <p:spPr>
          <a:xfrm>
            <a:off x="420872" y="203200"/>
            <a:ext cx="428700" cy="393600"/>
          </a:xfrm>
          <a:prstGeom prst="rect">
            <a:avLst/>
          </a:prstGeom>
        </p:spPr>
        <p:txBody>
          <a:bodyPr anchorCtr="0" anchor="ctr" bIns="91425" lIns="91425" spcFirstLastPara="1" rIns="91425" wrap="square" tIns="91425">
            <a:normAutofit/>
          </a:bodyPr>
          <a:lstStyle>
            <a:lvl1pPr lvl="0" algn="ctr">
              <a:buNone/>
              <a:defRPr sz="800">
                <a:solidFill>
                  <a:schemeClr val="lt1"/>
                </a:solidFill>
                <a:latin typeface="Inter Light"/>
                <a:ea typeface="Inter Light"/>
                <a:cs typeface="Inter Light"/>
                <a:sym typeface="Inter Light"/>
              </a:defRPr>
            </a:lvl1pPr>
            <a:lvl2pPr lvl="1" algn="ctr">
              <a:buNone/>
              <a:defRPr sz="800">
                <a:solidFill>
                  <a:schemeClr val="lt1"/>
                </a:solidFill>
                <a:latin typeface="Inter Light"/>
                <a:ea typeface="Inter Light"/>
                <a:cs typeface="Inter Light"/>
                <a:sym typeface="Inter Light"/>
              </a:defRPr>
            </a:lvl2pPr>
            <a:lvl3pPr lvl="2" algn="ctr">
              <a:buNone/>
              <a:defRPr sz="800">
                <a:solidFill>
                  <a:schemeClr val="lt1"/>
                </a:solidFill>
                <a:latin typeface="Inter Light"/>
                <a:ea typeface="Inter Light"/>
                <a:cs typeface="Inter Light"/>
                <a:sym typeface="Inter Light"/>
              </a:defRPr>
            </a:lvl3pPr>
            <a:lvl4pPr lvl="3" algn="ctr">
              <a:buNone/>
              <a:defRPr sz="800">
                <a:solidFill>
                  <a:schemeClr val="lt1"/>
                </a:solidFill>
                <a:latin typeface="Inter Light"/>
                <a:ea typeface="Inter Light"/>
                <a:cs typeface="Inter Light"/>
                <a:sym typeface="Inter Light"/>
              </a:defRPr>
            </a:lvl4pPr>
            <a:lvl5pPr lvl="4" algn="ctr">
              <a:buNone/>
              <a:defRPr sz="800">
                <a:solidFill>
                  <a:schemeClr val="lt1"/>
                </a:solidFill>
                <a:latin typeface="Inter Light"/>
                <a:ea typeface="Inter Light"/>
                <a:cs typeface="Inter Light"/>
                <a:sym typeface="Inter Light"/>
              </a:defRPr>
            </a:lvl5pPr>
            <a:lvl6pPr lvl="5" algn="ctr">
              <a:buNone/>
              <a:defRPr sz="800">
                <a:solidFill>
                  <a:schemeClr val="lt1"/>
                </a:solidFill>
                <a:latin typeface="Inter Light"/>
                <a:ea typeface="Inter Light"/>
                <a:cs typeface="Inter Light"/>
                <a:sym typeface="Inter Light"/>
              </a:defRPr>
            </a:lvl6pPr>
            <a:lvl7pPr lvl="6" algn="ctr">
              <a:buNone/>
              <a:defRPr sz="800">
                <a:solidFill>
                  <a:schemeClr val="lt1"/>
                </a:solidFill>
                <a:latin typeface="Inter Light"/>
                <a:ea typeface="Inter Light"/>
                <a:cs typeface="Inter Light"/>
                <a:sym typeface="Inter Light"/>
              </a:defRPr>
            </a:lvl7pPr>
            <a:lvl8pPr lvl="7" algn="ctr">
              <a:buNone/>
              <a:defRPr sz="800">
                <a:solidFill>
                  <a:schemeClr val="lt1"/>
                </a:solidFill>
                <a:latin typeface="Inter Light"/>
                <a:ea typeface="Inter Light"/>
                <a:cs typeface="Inter Light"/>
                <a:sym typeface="Inter Light"/>
              </a:defRPr>
            </a:lvl8pPr>
            <a:lvl9pPr lvl="8" algn="ctr">
              <a:buNone/>
              <a:defRPr sz="800">
                <a:solidFill>
                  <a:schemeClr val="lt1"/>
                </a:solidFill>
                <a:latin typeface="Inter Light"/>
                <a:ea typeface="Inter Light"/>
                <a:cs typeface="Inter Light"/>
                <a:sym typeface="Inter Light"/>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40" Type="http://schemas.openxmlformats.org/officeDocument/2006/relationships/theme" Target="../theme/theme5.xml"/><Relationship Id="rId20" Type="http://schemas.openxmlformats.org/officeDocument/2006/relationships/slideLayout" Target="../slideLayouts/slideLayout33.xml"/><Relationship Id="rId22" Type="http://schemas.openxmlformats.org/officeDocument/2006/relationships/slideLayout" Target="../slideLayouts/slideLayout35.xml"/><Relationship Id="rId21" Type="http://schemas.openxmlformats.org/officeDocument/2006/relationships/slideLayout" Target="../slideLayouts/slideLayout34.xml"/><Relationship Id="rId24" Type="http://schemas.openxmlformats.org/officeDocument/2006/relationships/slideLayout" Target="../slideLayouts/slideLayout37.xml"/><Relationship Id="rId23" Type="http://schemas.openxmlformats.org/officeDocument/2006/relationships/slideLayout" Target="../slideLayouts/slideLayout36.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26" Type="http://schemas.openxmlformats.org/officeDocument/2006/relationships/slideLayout" Target="../slideLayouts/slideLayout39.xml"/><Relationship Id="rId25" Type="http://schemas.openxmlformats.org/officeDocument/2006/relationships/slideLayout" Target="../slideLayouts/slideLayout38.xml"/><Relationship Id="rId28" Type="http://schemas.openxmlformats.org/officeDocument/2006/relationships/slideLayout" Target="../slideLayouts/slideLayout41.xml"/><Relationship Id="rId27" Type="http://schemas.openxmlformats.org/officeDocument/2006/relationships/slideLayout" Target="../slideLayouts/slideLayout40.xml"/><Relationship Id="rId5" Type="http://schemas.openxmlformats.org/officeDocument/2006/relationships/slideLayout" Target="../slideLayouts/slideLayout18.xml"/><Relationship Id="rId6" Type="http://schemas.openxmlformats.org/officeDocument/2006/relationships/slideLayout" Target="../slideLayouts/slideLayout19.xml"/><Relationship Id="rId29" Type="http://schemas.openxmlformats.org/officeDocument/2006/relationships/slideLayout" Target="../slideLayouts/slideLayout42.xml"/><Relationship Id="rId7" Type="http://schemas.openxmlformats.org/officeDocument/2006/relationships/slideLayout" Target="../slideLayouts/slideLayout20.xml"/><Relationship Id="rId8" Type="http://schemas.openxmlformats.org/officeDocument/2006/relationships/slideLayout" Target="../slideLayouts/slideLayout21.xml"/><Relationship Id="rId31" Type="http://schemas.openxmlformats.org/officeDocument/2006/relationships/slideLayout" Target="../slideLayouts/slideLayout44.xml"/><Relationship Id="rId30" Type="http://schemas.openxmlformats.org/officeDocument/2006/relationships/slideLayout" Target="../slideLayouts/slideLayout43.xml"/><Relationship Id="rId11" Type="http://schemas.openxmlformats.org/officeDocument/2006/relationships/slideLayout" Target="../slideLayouts/slideLayout24.xml"/><Relationship Id="rId33" Type="http://schemas.openxmlformats.org/officeDocument/2006/relationships/slideLayout" Target="../slideLayouts/slideLayout46.xml"/><Relationship Id="rId10" Type="http://schemas.openxmlformats.org/officeDocument/2006/relationships/slideLayout" Target="../slideLayouts/slideLayout23.xml"/><Relationship Id="rId32" Type="http://schemas.openxmlformats.org/officeDocument/2006/relationships/slideLayout" Target="../slideLayouts/slideLayout45.xml"/><Relationship Id="rId13" Type="http://schemas.openxmlformats.org/officeDocument/2006/relationships/slideLayout" Target="../slideLayouts/slideLayout26.xml"/><Relationship Id="rId35" Type="http://schemas.openxmlformats.org/officeDocument/2006/relationships/slideLayout" Target="../slideLayouts/slideLayout48.xml"/><Relationship Id="rId12" Type="http://schemas.openxmlformats.org/officeDocument/2006/relationships/slideLayout" Target="../slideLayouts/slideLayout25.xml"/><Relationship Id="rId34" Type="http://schemas.openxmlformats.org/officeDocument/2006/relationships/slideLayout" Target="../slideLayouts/slideLayout47.xml"/><Relationship Id="rId15" Type="http://schemas.openxmlformats.org/officeDocument/2006/relationships/slideLayout" Target="../slideLayouts/slideLayout28.xml"/><Relationship Id="rId37" Type="http://schemas.openxmlformats.org/officeDocument/2006/relationships/slideLayout" Target="../slideLayouts/slideLayout50.xml"/><Relationship Id="rId14" Type="http://schemas.openxmlformats.org/officeDocument/2006/relationships/slideLayout" Target="../slideLayouts/slideLayout27.xml"/><Relationship Id="rId36" Type="http://schemas.openxmlformats.org/officeDocument/2006/relationships/slideLayout" Target="../slideLayouts/slideLayout49.xml"/><Relationship Id="rId17" Type="http://schemas.openxmlformats.org/officeDocument/2006/relationships/slideLayout" Target="../slideLayouts/slideLayout30.xml"/><Relationship Id="rId39" Type="http://schemas.openxmlformats.org/officeDocument/2006/relationships/slideLayout" Target="../slideLayouts/slideLayout52.xml"/><Relationship Id="rId16" Type="http://schemas.openxmlformats.org/officeDocument/2006/relationships/slideLayout" Target="../slideLayouts/slideLayout29.xml"/><Relationship Id="rId38" Type="http://schemas.openxmlformats.org/officeDocument/2006/relationships/slideLayout" Target="../slideLayouts/slideLayout51.xml"/><Relationship Id="rId19" Type="http://schemas.openxmlformats.org/officeDocument/2006/relationships/slideLayout" Target="../slideLayouts/slideLayout32.xml"/><Relationship Id="rId1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2.xml"/><Relationship Id="rId22" Type="http://schemas.openxmlformats.org/officeDocument/2006/relationships/slideLayout" Target="../slideLayouts/slideLayout74.xml"/><Relationship Id="rId21" Type="http://schemas.openxmlformats.org/officeDocument/2006/relationships/slideLayout" Target="../slideLayouts/slideLayout73.xml"/><Relationship Id="rId24" Type="http://schemas.openxmlformats.org/officeDocument/2006/relationships/slideLayout" Target="../slideLayouts/slideLayout76.xml"/><Relationship Id="rId23" Type="http://schemas.openxmlformats.org/officeDocument/2006/relationships/slideLayout" Target="../slideLayouts/slideLayout75.xml"/><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9" Type="http://schemas.openxmlformats.org/officeDocument/2006/relationships/slideLayout" Target="../slideLayouts/slideLayout61.xml"/><Relationship Id="rId26" Type="http://schemas.openxmlformats.org/officeDocument/2006/relationships/slideLayout" Target="../slideLayouts/slideLayout78.xml"/><Relationship Id="rId25" Type="http://schemas.openxmlformats.org/officeDocument/2006/relationships/slideLayout" Target="../slideLayouts/slideLayout77.xml"/><Relationship Id="rId28" Type="http://schemas.openxmlformats.org/officeDocument/2006/relationships/slideLayout" Target="../slideLayouts/slideLayout80.xml"/><Relationship Id="rId27" Type="http://schemas.openxmlformats.org/officeDocument/2006/relationships/slideLayout" Target="../slideLayouts/slideLayout79.xml"/><Relationship Id="rId5" Type="http://schemas.openxmlformats.org/officeDocument/2006/relationships/slideLayout" Target="../slideLayouts/slideLayout57.xml"/><Relationship Id="rId6" Type="http://schemas.openxmlformats.org/officeDocument/2006/relationships/slideLayout" Target="../slideLayouts/slideLayout58.xml"/><Relationship Id="rId29" Type="http://schemas.openxmlformats.org/officeDocument/2006/relationships/slideLayout" Target="../slideLayouts/slideLayout81.xml"/><Relationship Id="rId7" Type="http://schemas.openxmlformats.org/officeDocument/2006/relationships/slideLayout" Target="../slideLayouts/slideLayout59.xml"/><Relationship Id="rId8" Type="http://schemas.openxmlformats.org/officeDocument/2006/relationships/slideLayout" Target="../slideLayouts/slideLayout60.xml"/><Relationship Id="rId31" Type="http://schemas.openxmlformats.org/officeDocument/2006/relationships/slideLayout" Target="../slideLayouts/slideLayout83.xml"/><Relationship Id="rId30" Type="http://schemas.openxmlformats.org/officeDocument/2006/relationships/slideLayout" Target="../slideLayouts/slideLayout82.xml"/><Relationship Id="rId11" Type="http://schemas.openxmlformats.org/officeDocument/2006/relationships/slideLayout" Target="../slideLayouts/slideLayout63.xml"/><Relationship Id="rId33" Type="http://schemas.openxmlformats.org/officeDocument/2006/relationships/slideLayout" Target="../slideLayouts/slideLayout85.xml"/><Relationship Id="rId10" Type="http://schemas.openxmlformats.org/officeDocument/2006/relationships/slideLayout" Target="../slideLayouts/slideLayout62.xml"/><Relationship Id="rId32" Type="http://schemas.openxmlformats.org/officeDocument/2006/relationships/slideLayout" Target="../slideLayouts/slideLayout84.xml"/><Relationship Id="rId13" Type="http://schemas.openxmlformats.org/officeDocument/2006/relationships/slideLayout" Target="../slideLayouts/slideLayout65.xml"/><Relationship Id="rId35" Type="http://schemas.openxmlformats.org/officeDocument/2006/relationships/slideLayout" Target="../slideLayouts/slideLayout87.xml"/><Relationship Id="rId12" Type="http://schemas.openxmlformats.org/officeDocument/2006/relationships/slideLayout" Target="../slideLayouts/slideLayout64.xml"/><Relationship Id="rId34" Type="http://schemas.openxmlformats.org/officeDocument/2006/relationships/slideLayout" Target="../slideLayouts/slideLayout86.xml"/><Relationship Id="rId15" Type="http://schemas.openxmlformats.org/officeDocument/2006/relationships/slideLayout" Target="../slideLayouts/slideLayout67.xml"/><Relationship Id="rId37" Type="http://schemas.openxmlformats.org/officeDocument/2006/relationships/theme" Target="../theme/theme3.xml"/><Relationship Id="rId14" Type="http://schemas.openxmlformats.org/officeDocument/2006/relationships/slideLayout" Target="../slideLayouts/slideLayout66.xml"/><Relationship Id="rId36" Type="http://schemas.openxmlformats.org/officeDocument/2006/relationships/slideLayout" Target="../slideLayouts/slideLayout88.xml"/><Relationship Id="rId17" Type="http://schemas.openxmlformats.org/officeDocument/2006/relationships/slideLayout" Target="../slideLayouts/slideLayout69.xml"/><Relationship Id="rId16" Type="http://schemas.openxmlformats.org/officeDocument/2006/relationships/slideLayout" Target="../slideLayouts/slideLayout68.xml"/><Relationship Id="rId19" Type="http://schemas.openxmlformats.org/officeDocument/2006/relationships/slideLayout" Target="../slideLayouts/slideLayout71.xml"/><Relationship Id="rId18"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6"/>
          <p:cNvSpPr txBox="1"/>
          <p:nvPr>
            <p:ph type="title"/>
          </p:nvPr>
        </p:nvSpPr>
        <p:spPr>
          <a:xfrm>
            <a:off x="308925" y="278025"/>
            <a:ext cx="4448400" cy="2965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4200"/>
              <a:buFont typeface="Inter"/>
              <a:buNone/>
              <a:defRPr b="1" sz="4200">
                <a:solidFill>
                  <a:schemeClr val="dk2"/>
                </a:solidFill>
                <a:latin typeface="Inter"/>
                <a:ea typeface="Inter"/>
                <a:cs typeface="Inter"/>
                <a:sym typeface="Inter"/>
              </a:defRPr>
            </a:lvl1pPr>
            <a:lvl2pPr lvl="1">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2pPr>
            <a:lvl3pPr lvl="2">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3pPr>
            <a:lvl4pPr lvl="3">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4pPr>
            <a:lvl5pPr lvl="4">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5pPr>
            <a:lvl6pPr lvl="5">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6pPr>
            <a:lvl7pPr lvl="6">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7pPr>
            <a:lvl8pPr lvl="7">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8pPr>
            <a:lvl9pPr lvl="8">
              <a:spcBef>
                <a:spcPts val="0"/>
              </a:spcBef>
              <a:spcAft>
                <a:spcPts val="0"/>
              </a:spcAft>
              <a:buClr>
                <a:schemeClr val="dk2"/>
              </a:buClr>
              <a:buSzPts val="4200"/>
              <a:buFont typeface="Inter"/>
              <a:buNone/>
              <a:defRPr sz="4200">
                <a:solidFill>
                  <a:schemeClr val="dk2"/>
                </a:solidFill>
                <a:latin typeface="Inter"/>
                <a:ea typeface="Inter"/>
                <a:cs typeface="Inter"/>
                <a:sym typeface="Inter"/>
              </a:defRPr>
            </a:lvl9pPr>
          </a:lstStyle>
          <a:p/>
        </p:txBody>
      </p:sp>
      <p:sp>
        <p:nvSpPr>
          <p:cNvPr id="58" name="Google Shape;58;p16"/>
          <p:cNvSpPr txBox="1"/>
          <p:nvPr>
            <p:ph idx="1" type="body"/>
          </p:nvPr>
        </p:nvSpPr>
        <p:spPr>
          <a:xfrm>
            <a:off x="4613175" y="278025"/>
            <a:ext cx="2965500" cy="2965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1pPr>
            <a:lvl2pPr indent="-304800" lvl="1" marL="9144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2pPr>
            <a:lvl3pPr indent="-304800" lvl="2" marL="13716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3pPr>
            <a:lvl4pPr indent="-304800" lvl="3" marL="1828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4pPr>
            <a:lvl5pPr indent="-304800" lvl="4" marL="22860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5pPr>
            <a:lvl6pPr indent="-304800" lvl="5" marL="27432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6pPr>
            <a:lvl7pPr indent="-304800" lvl="6" marL="32004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7pPr>
            <a:lvl8pPr indent="-304800" lvl="7" marL="36576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8pPr>
            <a:lvl9pPr indent="-304800" lvl="8" marL="4114800">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79" name="Shape 379"/>
        <p:cNvGrpSpPr/>
        <p:nvPr/>
      </p:nvGrpSpPr>
      <p:grpSpPr>
        <a:xfrm>
          <a:off x="0" y="0"/>
          <a:ext cx="0" cy="0"/>
          <a:chOff x="0" y="0"/>
          <a:chExt cx="0" cy="0"/>
        </a:xfrm>
      </p:grpSpPr>
      <p:sp>
        <p:nvSpPr>
          <p:cNvPr id="380" name="Google Shape;380;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381" name="Google Shape;381;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382" name="Google Shape;382;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2.jpg"/><Relationship Id="rId5"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8.jpg"/><Relationship Id="rId5" Type="http://schemas.openxmlformats.org/officeDocument/2006/relationships/image" Target="../media/image7.jpg"/><Relationship Id="rId6"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16.jpg"/><Relationship Id="rId5"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hyperlink" Target="https://www.youtube.com/results?search_query=the+daily+ketchup+podcast" TargetMode="External"/><Relationship Id="rId5" Type="http://schemas.openxmlformats.org/officeDocument/2006/relationships/hyperlink" Target="https://singapore.poddster.com/" TargetMode="External"/><Relationship Id="rId6" Type="http://schemas.openxmlformats.org/officeDocument/2006/relationships/image" Target="../media/image22.jpg"/><Relationship Id="rId7"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26.jp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24.png"/><Relationship Id="rId8" Type="http://schemas.openxmlformats.org/officeDocument/2006/relationships/image" Target="../media/image3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27.png"/><Relationship Id="rId5" Type="http://schemas.openxmlformats.org/officeDocument/2006/relationships/image" Target="../media/image18.png"/><Relationship Id="rId6"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42.png"/><Relationship Id="rId5"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hyperlink" Target="http://drive.google.com/file/d/1zr69Gbv8wzrXMvemmQPhrjShtJ8un53w/view" TargetMode="External"/><Relationship Id="rId9" Type="http://schemas.openxmlformats.org/officeDocument/2006/relationships/image" Target="../media/image32.jpg"/><Relationship Id="rId5" Type="http://schemas.openxmlformats.org/officeDocument/2006/relationships/image" Target="../media/image31.jpg"/><Relationship Id="rId6" Type="http://schemas.openxmlformats.org/officeDocument/2006/relationships/hyperlink" Target="http://drive.google.com/file/d/1q93jLyhsWHtvtKhEJ2zlNH-eJNcigwrk/view" TargetMode="External"/><Relationship Id="rId7" Type="http://schemas.openxmlformats.org/officeDocument/2006/relationships/image" Target="../media/image20.jpg"/><Relationship Id="rId8" Type="http://schemas.openxmlformats.org/officeDocument/2006/relationships/hyperlink" Target="http://drive.google.com/file/d/1zYYtHnTyqeyYu4w1oMXpDI_ANFqynTbE/view" TargetMode="External"/><Relationship Id="rId11" Type="http://schemas.openxmlformats.org/officeDocument/2006/relationships/image" Target="../media/image21.jpg"/><Relationship Id="rId10" Type="http://schemas.openxmlformats.org/officeDocument/2006/relationships/hyperlink" Target="http://drive.google.com/file/d/1iD_gBI6I96GCqm-JJDOa7Q_mkEryFyRq/view"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43.png"/><Relationship Id="rId5" Type="http://schemas.openxmlformats.org/officeDocument/2006/relationships/image" Target="../media/image40.png"/><Relationship Id="rId6" Type="http://schemas.openxmlformats.org/officeDocument/2006/relationships/hyperlink" Target="https://docs.google.com/document/d/1Eauvl2UhYvk8j__U_r_hDETQsh4yUCsFUrDtRiUGfLw/edit?tab=t.0" TargetMode="External"/><Relationship Id="rId7" Type="http://schemas.openxmlformats.org/officeDocument/2006/relationships/hyperlink" Target="https://www.youtube.com/watch?v=544DTGHIBM0"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hyperlink" Target="http://drive.google.com/file/d/1svMkWuSq7gY1RjFygxzWpZ7FDdNwP7Jk/view" TargetMode="External"/><Relationship Id="rId9" Type="http://schemas.openxmlformats.org/officeDocument/2006/relationships/image" Target="../media/image33.jpg"/><Relationship Id="rId5" Type="http://schemas.openxmlformats.org/officeDocument/2006/relationships/image" Target="../media/image23.jpg"/><Relationship Id="rId6" Type="http://schemas.openxmlformats.org/officeDocument/2006/relationships/hyperlink" Target="http://drive.google.com/file/d/1-RFGuBLrAeqbut6hmILS_HOEZ1PjPXJ2/view" TargetMode="External"/><Relationship Id="rId7" Type="http://schemas.openxmlformats.org/officeDocument/2006/relationships/image" Target="../media/image37.jpg"/><Relationship Id="rId8" Type="http://schemas.openxmlformats.org/officeDocument/2006/relationships/hyperlink" Target="http://drive.google.com/file/d/1KoURdqEoQyH59vQjNmQL4m3FWRpmF1nc/view" TargetMode="External"/><Relationship Id="rId11" Type="http://schemas.openxmlformats.org/officeDocument/2006/relationships/image" Target="../media/image29.jpg"/><Relationship Id="rId10" Type="http://schemas.openxmlformats.org/officeDocument/2006/relationships/hyperlink" Target="http://drive.google.com/file/d/1q5tnjC-QRbFCckAvAYg3zGn_bkW2ypD_/view"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hyperlink" Target="http://drive.google.com/file/d/10rDjLj2moDiSbmGW7BgZie7whRaBjKQQ/view" TargetMode="External"/><Relationship Id="rId5" Type="http://schemas.openxmlformats.org/officeDocument/2006/relationships/image" Target="../media/image2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C00"/>
        </a:solidFill>
      </p:bgPr>
    </p:bg>
    <p:spTree>
      <p:nvGrpSpPr>
        <p:cNvPr id="689" name="Shape 689"/>
        <p:cNvGrpSpPr/>
        <p:nvPr/>
      </p:nvGrpSpPr>
      <p:grpSpPr>
        <a:xfrm>
          <a:off x="0" y="0"/>
          <a:ext cx="0" cy="0"/>
          <a:chOff x="0" y="0"/>
          <a:chExt cx="0" cy="0"/>
        </a:xfrm>
      </p:grpSpPr>
      <p:pic>
        <p:nvPicPr>
          <p:cNvPr id="690" name="Google Shape;690;p93"/>
          <p:cNvPicPr preferRelativeResize="0"/>
          <p:nvPr/>
        </p:nvPicPr>
        <p:blipFill rotWithShape="1">
          <a:blip r:embed="rId3">
            <a:alphaModFix/>
          </a:blip>
          <a:srcRect b="7796" l="0" r="0" t="35955"/>
          <a:stretch/>
        </p:blipFill>
        <p:spPr>
          <a:xfrm>
            <a:off x="0" y="0"/>
            <a:ext cx="9144003" cy="5143500"/>
          </a:xfrm>
          <a:prstGeom prst="rect">
            <a:avLst/>
          </a:prstGeom>
          <a:noFill/>
          <a:ln>
            <a:noFill/>
          </a:ln>
        </p:spPr>
      </p:pic>
      <p:sp>
        <p:nvSpPr>
          <p:cNvPr id="691" name="Google Shape;691;p93"/>
          <p:cNvSpPr/>
          <p:nvPr/>
        </p:nvSpPr>
        <p:spPr>
          <a:xfrm flipH="1">
            <a:off x="0" y="-36600"/>
            <a:ext cx="9144000" cy="5180100"/>
          </a:xfrm>
          <a:prstGeom prst="rect">
            <a:avLst/>
          </a:prstGeom>
          <a:solidFill>
            <a:srgbClr val="000000">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92" name="Google Shape;692;p93"/>
          <p:cNvSpPr txBox="1"/>
          <p:nvPr>
            <p:ph type="title"/>
          </p:nvPr>
        </p:nvSpPr>
        <p:spPr>
          <a:xfrm>
            <a:off x="560518" y="2897275"/>
            <a:ext cx="5571900" cy="1440600"/>
          </a:xfrm>
          <a:prstGeom prst="rect">
            <a:avLst/>
          </a:prstGeom>
        </p:spPr>
        <p:txBody>
          <a:bodyPr anchorCtr="0" anchor="t" bIns="71625" lIns="71625" spcFirstLastPara="1" rIns="71625" wrap="square" tIns="71625">
            <a:noAutofit/>
          </a:bodyPr>
          <a:lstStyle/>
          <a:p>
            <a:pPr indent="0" lvl="0" marL="0" rtl="0" algn="l">
              <a:lnSpc>
                <a:spcPct val="90000"/>
              </a:lnSpc>
              <a:spcBef>
                <a:spcPts val="0"/>
              </a:spcBef>
              <a:spcAft>
                <a:spcPts val="0"/>
              </a:spcAft>
              <a:buNone/>
            </a:pPr>
            <a:r>
              <a:rPr b="0" lang="en" sz="4857">
                <a:solidFill>
                  <a:schemeClr val="accent1"/>
                </a:solidFill>
                <a:latin typeface="Inter SemiBold"/>
                <a:ea typeface="Inter SemiBold"/>
                <a:cs typeface="Inter SemiBold"/>
                <a:sym typeface="Inter SemiBold"/>
              </a:rPr>
              <a:t>We Make </a:t>
            </a:r>
            <a:endParaRPr b="0" sz="4857">
              <a:solidFill>
                <a:schemeClr val="accent1"/>
              </a:solidFill>
              <a:latin typeface="Inter SemiBold"/>
              <a:ea typeface="Inter SemiBold"/>
              <a:cs typeface="Inter SemiBold"/>
              <a:sym typeface="Inter SemiBold"/>
            </a:endParaRPr>
          </a:p>
          <a:p>
            <a:pPr indent="0" lvl="0" marL="0" rtl="0" algn="l">
              <a:lnSpc>
                <a:spcPct val="90000"/>
              </a:lnSpc>
              <a:spcBef>
                <a:spcPts val="0"/>
              </a:spcBef>
              <a:spcAft>
                <a:spcPts val="0"/>
              </a:spcAft>
              <a:buNone/>
            </a:pPr>
            <a:r>
              <a:rPr b="0" lang="en" sz="4857">
                <a:solidFill>
                  <a:schemeClr val="accent1"/>
                </a:solidFill>
                <a:latin typeface="Inter SemiBold"/>
                <a:ea typeface="Inter SemiBold"/>
                <a:cs typeface="Inter SemiBold"/>
                <a:sym typeface="Inter SemiBold"/>
              </a:rPr>
              <a:t>Health Happen</a:t>
            </a:r>
            <a:endParaRPr b="0" sz="4857">
              <a:solidFill>
                <a:schemeClr val="accent1"/>
              </a:solidFill>
              <a:latin typeface="Inter SemiBold"/>
              <a:ea typeface="Inter SemiBold"/>
              <a:cs typeface="Inter SemiBold"/>
              <a:sym typeface="Inter SemiBold"/>
            </a:endParaRPr>
          </a:p>
        </p:txBody>
      </p:sp>
      <p:sp>
        <p:nvSpPr>
          <p:cNvPr id="693" name="Google Shape;693;p93"/>
          <p:cNvSpPr/>
          <p:nvPr/>
        </p:nvSpPr>
        <p:spPr>
          <a:xfrm>
            <a:off x="7374243" y="3044282"/>
            <a:ext cx="1397400" cy="321300"/>
          </a:xfrm>
          <a:prstGeom prst="roundRect">
            <a:avLst>
              <a:gd fmla="val 50000" name="adj"/>
            </a:avLst>
          </a:prstGeom>
          <a:solidFill>
            <a:schemeClr val="accent1"/>
          </a:solidFill>
          <a:ln>
            <a:noFill/>
          </a:ln>
        </p:spPr>
        <p:txBody>
          <a:bodyPr anchorCtr="0" anchor="ctr" bIns="71625" lIns="71625" spcFirstLastPara="1" rIns="71625" wrap="square" tIns="71625">
            <a:noAutofit/>
          </a:bodyPr>
          <a:lstStyle/>
          <a:p>
            <a:pPr indent="0" lvl="0" marL="0" rtl="0" algn="ctr">
              <a:spcBef>
                <a:spcPts val="0"/>
              </a:spcBef>
              <a:spcAft>
                <a:spcPts val="0"/>
              </a:spcAft>
              <a:buClr>
                <a:schemeClr val="dk1"/>
              </a:buClr>
              <a:buSzPts val="862"/>
              <a:buFont typeface="Arial"/>
              <a:buNone/>
            </a:pPr>
            <a:r>
              <a:rPr lang="en" sz="1097">
                <a:solidFill>
                  <a:srgbClr val="1D1D1D"/>
                </a:solidFill>
                <a:latin typeface="Inter SemiBold"/>
                <a:ea typeface="Inter SemiBold"/>
                <a:cs typeface="Inter SemiBold"/>
                <a:sym typeface="Inter SemiBold"/>
              </a:rPr>
              <a:t>Diabetes Care</a:t>
            </a:r>
            <a:endParaRPr sz="1097">
              <a:solidFill>
                <a:srgbClr val="1D1D1D"/>
              </a:solidFill>
              <a:latin typeface="Inter SemiBold"/>
              <a:ea typeface="Inter SemiBold"/>
              <a:cs typeface="Inter SemiBold"/>
              <a:sym typeface="Inter SemiBold"/>
            </a:endParaRPr>
          </a:p>
        </p:txBody>
      </p:sp>
      <p:sp>
        <p:nvSpPr>
          <p:cNvPr id="694" name="Google Shape;694;p93"/>
          <p:cNvSpPr/>
          <p:nvPr/>
        </p:nvSpPr>
        <p:spPr>
          <a:xfrm>
            <a:off x="7374243" y="3526632"/>
            <a:ext cx="1397400" cy="321300"/>
          </a:xfrm>
          <a:prstGeom prst="roundRect">
            <a:avLst>
              <a:gd fmla="val 50000" name="adj"/>
            </a:avLst>
          </a:prstGeom>
          <a:solidFill>
            <a:schemeClr val="accent1"/>
          </a:solidFill>
          <a:ln>
            <a:noFill/>
          </a:ln>
        </p:spPr>
        <p:txBody>
          <a:bodyPr anchorCtr="0" anchor="ctr" bIns="71625" lIns="71625" spcFirstLastPara="1" rIns="71625" wrap="square" tIns="71625">
            <a:noAutofit/>
          </a:bodyPr>
          <a:lstStyle/>
          <a:p>
            <a:pPr indent="0" lvl="0" marL="0" rtl="0" algn="ctr">
              <a:spcBef>
                <a:spcPts val="0"/>
              </a:spcBef>
              <a:spcAft>
                <a:spcPts val="0"/>
              </a:spcAft>
              <a:buClr>
                <a:schemeClr val="dk1"/>
              </a:buClr>
              <a:buSzPts val="862"/>
              <a:buFont typeface="Arial"/>
              <a:buNone/>
            </a:pPr>
            <a:r>
              <a:rPr lang="en" sz="1097">
                <a:solidFill>
                  <a:srgbClr val="1D1D1D"/>
                </a:solidFill>
                <a:latin typeface="Inter SemiBold"/>
                <a:ea typeface="Inter SemiBold"/>
                <a:cs typeface="Inter SemiBold"/>
                <a:sym typeface="Inter SemiBold"/>
              </a:rPr>
              <a:t>Weight Care</a:t>
            </a:r>
            <a:endParaRPr sz="1097">
              <a:solidFill>
                <a:srgbClr val="1D1D1D"/>
              </a:solidFill>
              <a:latin typeface="Inter SemiBold"/>
              <a:ea typeface="Inter SemiBold"/>
              <a:cs typeface="Inter SemiBold"/>
              <a:sym typeface="Inter SemiBold"/>
            </a:endParaRPr>
          </a:p>
        </p:txBody>
      </p:sp>
      <p:sp>
        <p:nvSpPr>
          <p:cNvPr id="695" name="Google Shape;695;p93"/>
          <p:cNvSpPr/>
          <p:nvPr/>
        </p:nvSpPr>
        <p:spPr>
          <a:xfrm>
            <a:off x="5943843" y="4491350"/>
            <a:ext cx="2827800" cy="321300"/>
          </a:xfrm>
          <a:prstGeom prst="roundRect">
            <a:avLst>
              <a:gd fmla="val 50000" name="adj"/>
            </a:avLst>
          </a:prstGeom>
          <a:solidFill>
            <a:schemeClr val="accent1"/>
          </a:solidFill>
          <a:ln>
            <a:noFill/>
          </a:ln>
        </p:spPr>
        <p:txBody>
          <a:bodyPr anchorCtr="0" anchor="ctr" bIns="71625" lIns="71625" spcFirstLastPara="1" rIns="71625" wrap="square" tIns="71625">
            <a:noAutofit/>
          </a:bodyPr>
          <a:lstStyle/>
          <a:p>
            <a:pPr indent="0" lvl="0" marL="0" rtl="0" algn="ctr">
              <a:spcBef>
                <a:spcPts val="0"/>
              </a:spcBef>
              <a:spcAft>
                <a:spcPts val="0"/>
              </a:spcAft>
              <a:buClr>
                <a:schemeClr val="dk1"/>
              </a:buClr>
              <a:buSzPts val="862"/>
              <a:buFont typeface="Arial"/>
              <a:buNone/>
            </a:pPr>
            <a:r>
              <a:rPr lang="en" sz="1097">
                <a:solidFill>
                  <a:srgbClr val="1D1D1D"/>
                </a:solidFill>
                <a:latin typeface="Inter SemiBold"/>
                <a:ea typeface="Inter SemiBold"/>
                <a:cs typeface="Inter SemiBold"/>
                <a:sym typeface="Inter SemiBold"/>
              </a:rPr>
              <a:t>Health Assessment and Longevity</a:t>
            </a:r>
            <a:endParaRPr sz="1097">
              <a:solidFill>
                <a:srgbClr val="1D1D1D"/>
              </a:solidFill>
              <a:latin typeface="Inter SemiBold"/>
              <a:ea typeface="Inter SemiBold"/>
              <a:cs typeface="Inter SemiBold"/>
              <a:sym typeface="Inter SemiBold"/>
            </a:endParaRPr>
          </a:p>
        </p:txBody>
      </p:sp>
      <p:sp>
        <p:nvSpPr>
          <p:cNvPr id="696" name="Google Shape;696;p93"/>
          <p:cNvSpPr/>
          <p:nvPr/>
        </p:nvSpPr>
        <p:spPr>
          <a:xfrm>
            <a:off x="7322043" y="4008986"/>
            <a:ext cx="1449600" cy="321300"/>
          </a:xfrm>
          <a:prstGeom prst="roundRect">
            <a:avLst>
              <a:gd fmla="val 50000" name="adj"/>
            </a:avLst>
          </a:prstGeom>
          <a:solidFill>
            <a:schemeClr val="accent1"/>
          </a:solidFill>
          <a:ln>
            <a:noFill/>
          </a:ln>
        </p:spPr>
        <p:txBody>
          <a:bodyPr anchorCtr="0" anchor="ctr" bIns="71625" lIns="71625" spcFirstLastPara="1" rIns="71625" wrap="square" tIns="71625">
            <a:noAutofit/>
          </a:bodyPr>
          <a:lstStyle/>
          <a:p>
            <a:pPr indent="0" lvl="0" marL="0" rtl="0" algn="ctr">
              <a:spcBef>
                <a:spcPts val="0"/>
              </a:spcBef>
              <a:spcAft>
                <a:spcPts val="0"/>
              </a:spcAft>
              <a:buClr>
                <a:schemeClr val="dk1"/>
              </a:buClr>
              <a:buSzPts val="862"/>
              <a:buFont typeface="Arial"/>
              <a:buNone/>
            </a:pPr>
            <a:r>
              <a:rPr lang="en" sz="1097">
                <a:solidFill>
                  <a:srgbClr val="1D1D1D"/>
                </a:solidFill>
                <a:latin typeface="Inter SemiBold"/>
                <a:ea typeface="Inter SemiBold"/>
                <a:cs typeface="Inter SemiBold"/>
                <a:sym typeface="Inter SemiBold"/>
              </a:rPr>
              <a:t>Metabolic Start</a:t>
            </a:r>
            <a:endParaRPr sz="1097">
              <a:solidFill>
                <a:srgbClr val="1D1D1D"/>
              </a:solidFill>
              <a:latin typeface="Inter SemiBold"/>
              <a:ea typeface="Inter SemiBold"/>
              <a:cs typeface="Inter SemiBold"/>
              <a:sym typeface="Inter SemiBold"/>
            </a:endParaRPr>
          </a:p>
        </p:txBody>
      </p:sp>
      <p:sp>
        <p:nvSpPr>
          <p:cNvPr id="697" name="Google Shape;697;p93"/>
          <p:cNvSpPr txBox="1"/>
          <p:nvPr>
            <p:ph type="title"/>
          </p:nvPr>
        </p:nvSpPr>
        <p:spPr>
          <a:xfrm>
            <a:off x="560518" y="4383950"/>
            <a:ext cx="5571900" cy="428700"/>
          </a:xfrm>
          <a:prstGeom prst="rect">
            <a:avLst/>
          </a:prstGeom>
        </p:spPr>
        <p:txBody>
          <a:bodyPr anchorCtr="0" anchor="t" bIns="71625" lIns="71625" spcFirstLastPara="1" rIns="71625" wrap="square" tIns="71625">
            <a:noAutofit/>
          </a:bodyPr>
          <a:lstStyle/>
          <a:p>
            <a:pPr indent="0" lvl="0" marL="0" rtl="0" algn="l">
              <a:lnSpc>
                <a:spcPct val="90000"/>
              </a:lnSpc>
              <a:spcBef>
                <a:spcPts val="0"/>
              </a:spcBef>
              <a:spcAft>
                <a:spcPts val="0"/>
              </a:spcAft>
              <a:buNone/>
            </a:pPr>
            <a:r>
              <a:rPr b="0" lang="en" sz="1800">
                <a:solidFill>
                  <a:schemeClr val="accent1"/>
                </a:solidFill>
                <a:latin typeface="Inter SemiBold"/>
                <a:ea typeface="Inter SemiBold"/>
                <a:cs typeface="Inter SemiBold"/>
                <a:sym typeface="Inter SemiBold"/>
              </a:rPr>
              <a:t>The eight week ‘novi experience’ campaign</a:t>
            </a:r>
            <a:endParaRPr b="0" sz="1800">
              <a:solidFill>
                <a:schemeClr val="accent1"/>
              </a:solidFill>
              <a:latin typeface="Inter SemiBold"/>
              <a:ea typeface="Inter SemiBold"/>
              <a:cs typeface="Inter SemiBold"/>
              <a:sym typeface="Inter SemiBold"/>
            </a:endParaRPr>
          </a:p>
        </p:txBody>
      </p:sp>
      <p:pic>
        <p:nvPicPr>
          <p:cNvPr descr="A yellow text with a person's head&#10;&#10;AI-generated content may be incorrect." id="698" name="Google Shape;698;p93"/>
          <p:cNvPicPr preferRelativeResize="0"/>
          <p:nvPr/>
        </p:nvPicPr>
        <p:blipFill rotWithShape="1">
          <a:blip r:embed="rId4">
            <a:alphaModFix/>
          </a:blip>
          <a:srcRect b="22794" l="11347" r="11777" t="19339"/>
          <a:stretch/>
        </p:blipFill>
        <p:spPr>
          <a:xfrm>
            <a:off x="595400" y="2082206"/>
            <a:ext cx="1561438" cy="6319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pic>
        <p:nvPicPr>
          <p:cNvPr id="703" name="Google Shape;703;p94" title="EXP 1.jpg"/>
          <p:cNvPicPr preferRelativeResize="0"/>
          <p:nvPr/>
        </p:nvPicPr>
        <p:blipFill>
          <a:blip r:embed="rId3">
            <a:alphaModFix/>
          </a:blip>
          <a:stretch>
            <a:fillRect/>
          </a:stretch>
        </p:blipFill>
        <p:spPr>
          <a:xfrm>
            <a:off x="0" y="0"/>
            <a:ext cx="9144018" cy="5143499"/>
          </a:xfrm>
          <a:prstGeom prst="rect">
            <a:avLst/>
          </a:prstGeom>
          <a:noFill/>
          <a:ln>
            <a:noFill/>
          </a:ln>
        </p:spPr>
      </p:pic>
      <p:sp>
        <p:nvSpPr>
          <p:cNvPr id="704" name="Google Shape;704;p94"/>
          <p:cNvSpPr txBox="1"/>
          <p:nvPr/>
        </p:nvSpPr>
        <p:spPr>
          <a:xfrm>
            <a:off x="556275" y="377275"/>
            <a:ext cx="2868600" cy="422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latin typeface="Inter"/>
                <a:ea typeface="Inter"/>
                <a:cs typeface="Inter"/>
                <a:sym typeface="Inter"/>
              </a:rPr>
              <a:t>In a world obsessed with "quick fix" weight loss drugs, or </a:t>
            </a:r>
            <a:r>
              <a:rPr lang="en" sz="1000">
                <a:solidFill>
                  <a:schemeClr val="dk1"/>
                </a:solidFill>
                <a:latin typeface="Inter"/>
                <a:ea typeface="Inter"/>
                <a:cs typeface="Inter"/>
                <a:sym typeface="Inter"/>
              </a:rPr>
              <a:t>longevity</a:t>
            </a:r>
            <a:r>
              <a:rPr lang="en" sz="1000">
                <a:solidFill>
                  <a:schemeClr val="dk1"/>
                </a:solidFill>
                <a:latin typeface="Inter"/>
                <a:ea typeface="Inter"/>
                <a:cs typeface="Inter"/>
                <a:sym typeface="Inter"/>
              </a:rPr>
              <a:t> hacks NOVI is proving, through peer-reviewed science, that the </a:t>
            </a:r>
            <a:r>
              <a:rPr b="1" lang="en" sz="1000">
                <a:solidFill>
                  <a:schemeClr val="dk1"/>
                </a:solidFill>
                <a:latin typeface="Inter"/>
                <a:ea typeface="Inter"/>
                <a:cs typeface="Inter"/>
                <a:sym typeface="Inter"/>
              </a:rPr>
              <a:t>Human + Tech + Medical</a:t>
            </a:r>
            <a:r>
              <a:rPr lang="en" sz="1000">
                <a:solidFill>
                  <a:schemeClr val="dk1"/>
                </a:solidFill>
                <a:latin typeface="Inter"/>
                <a:ea typeface="Inter"/>
                <a:cs typeface="Inter"/>
                <a:sym typeface="Inter"/>
              </a:rPr>
              <a:t> triad delivers real lasting results, this campaign builds the why - behind the how.</a:t>
            </a:r>
            <a:endParaRPr sz="10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t/>
            </a:r>
            <a:endParaRPr sz="1100">
              <a:solidFill>
                <a:schemeClr val="lt1"/>
              </a:solidFill>
              <a:latin typeface="Inter"/>
              <a:ea typeface="Inter"/>
              <a:cs typeface="Inter"/>
              <a:sym typeface="Inter"/>
            </a:endParaRPr>
          </a:p>
          <a:p>
            <a:pPr indent="0" lvl="0" marL="0" rtl="0" algn="l">
              <a:lnSpc>
                <a:spcPct val="115000"/>
              </a:lnSpc>
              <a:spcBef>
                <a:spcPts val="1200"/>
              </a:spcBef>
              <a:spcAft>
                <a:spcPts val="0"/>
              </a:spcAft>
              <a:buNone/>
            </a:pPr>
            <a:r>
              <a:t/>
            </a:r>
            <a:endParaRPr sz="1100">
              <a:solidFill>
                <a:schemeClr val="lt1"/>
              </a:solidFill>
              <a:latin typeface="Inter"/>
              <a:ea typeface="Inter"/>
              <a:cs typeface="Inter"/>
              <a:sym typeface="Inter"/>
            </a:endParaRPr>
          </a:p>
          <a:p>
            <a:pPr indent="0" lvl="0" marL="0" rtl="0" algn="l">
              <a:lnSpc>
                <a:spcPct val="115000"/>
              </a:lnSpc>
              <a:spcBef>
                <a:spcPts val="1200"/>
              </a:spcBef>
              <a:spcAft>
                <a:spcPts val="0"/>
              </a:spcAft>
              <a:buNone/>
            </a:pPr>
            <a:r>
              <a:t/>
            </a:r>
            <a:endParaRPr sz="900">
              <a:solidFill>
                <a:schemeClr val="lt1"/>
              </a:solidFill>
              <a:latin typeface="Inter"/>
              <a:ea typeface="Inter"/>
              <a:cs typeface="Inter"/>
              <a:sym typeface="Inter"/>
            </a:endParaRPr>
          </a:p>
          <a:p>
            <a:pPr indent="0" lvl="0" marL="0" rtl="0" algn="ctr">
              <a:lnSpc>
                <a:spcPct val="115000"/>
              </a:lnSpc>
              <a:spcBef>
                <a:spcPts val="1200"/>
              </a:spcBef>
              <a:spcAft>
                <a:spcPts val="0"/>
              </a:spcAft>
              <a:buNone/>
            </a:pPr>
            <a:r>
              <a:t/>
            </a:r>
            <a:endParaRPr b="1" sz="1300">
              <a:solidFill>
                <a:srgbClr val="FFCE2D"/>
              </a:solidFill>
              <a:latin typeface="Inter"/>
              <a:ea typeface="Inter"/>
              <a:cs typeface="Inter"/>
              <a:sym typeface="Inter"/>
            </a:endParaRPr>
          </a:p>
          <a:p>
            <a:pPr indent="0" lvl="0" marL="0" rtl="0" algn="l">
              <a:lnSpc>
                <a:spcPct val="115000"/>
              </a:lnSpc>
              <a:spcBef>
                <a:spcPts val="400"/>
              </a:spcBef>
              <a:spcAft>
                <a:spcPts val="0"/>
              </a:spcAft>
              <a:buNone/>
            </a:pPr>
            <a:r>
              <a:t/>
            </a:r>
            <a:endParaRPr b="1" sz="1300">
              <a:solidFill>
                <a:srgbClr val="FFCE2D"/>
              </a:solidFill>
              <a:latin typeface="Inter"/>
              <a:ea typeface="Inter"/>
              <a:cs typeface="Inter"/>
              <a:sym typeface="Inter"/>
            </a:endParaRPr>
          </a:p>
          <a:p>
            <a:pPr indent="0" lvl="0" marL="0" rtl="0" algn="l">
              <a:lnSpc>
                <a:spcPct val="115000"/>
              </a:lnSpc>
              <a:spcBef>
                <a:spcPts val="400"/>
              </a:spcBef>
              <a:spcAft>
                <a:spcPts val="0"/>
              </a:spcAft>
              <a:buNone/>
            </a:pPr>
            <a:r>
              <a:t/>
            </a:r>
            <a:endParaRPr b="1" sz="1300">
              <a:solidFill>
                <a:srgbClr val="FFCE2D"/>
              </a:solidFill>
              <a:latin typeface="Inter"/>
              <a:ea typeface="Inter"/>
              <a:cs typeface="Inter"/>
              <a:sym typeface="Inter"/>
            </a:endParaRPr>
          </a:p>
          <a:p>
            <a:pPr indent="0" lvl="0" marL="0" rtl="0" algn="ctr">
              <a:lnSpc>
                <a:spcPct val="115000"/>
              </a:lnSpc>
              <a:spcBef>
                <a:spcPts val="400"/>
              </a:spcBef>
              <a:spcAft>
                <a:spcPts val="0"/>
              </a:spcAft>
              <a:buNone/>
            </a:pPr>
            <a:r>
              <a:rPr b="1" lang="en" sz="1300">
                <a:solidFill>
                  <a:srgbClr val="FFCE2D"/>
                </a:solidFill>
                <a:latin typeface="Inter"/>
                <a:ea typeface="Inter"/>
                <a:cs typeface="Inter"/>
                <a:sym typeface="Inter"/>
              </a:rPr>
              <a:t>The Objective.</a:t>
            </a:r>
            <a:endParaRPr b="1" sz="1300">
              <a:solidFill>
                <a:srgbClr val="FFCE2D"/>
              </a:solidFill>
              <a:latin typeface="Inter"/>
              <a:ea typeface="Inter"/>
              <a:cs typeface="Inter"/>
              <a:sym typeface="Inter"/>
            </a:endParaRPr>
          </a:p>
          <a:p>
            <a:pPr indent="0" lvl="0" marL="0" rtl="0" algn="l">
              <a:lnSpc>
                <a:spcPct val="115000"/>
              </a:lnSpc>
              <a:spcBef>
                <a:spcPts val="400"/>
              </a:spcBef>
              <a:spcAft>
                <a:spcPts val="1200"/>
              </a:spcAft>
              <a:buNone/>
            </a:pPr>
            <a:r>
              <a:rPr lang="en" sz="1000">
                <a:solidFill>
                  <a:schemeClr val="lt1"/>
                </a:solidFill>
                <a:latin typeface="Inter"/>
                <a:ea typeface="Inter"/>
                <a:cs typeface="Inter"/>
                <a:sym typeface="Inter"/>
              </a:rPr>
              <a:t>To solidify NOVI Health as the authoritative leader in metabolic health in Singapore by leveraging new clinical data and launching the "NOVI Experience" 2 month campaign </a:t>
            </a:r>
            <a:endParaRPr sz="1000">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95" title="EXP 1.jpg"/>
          <p:cNvPicPr preferRelativeResize="0"/>
          <p:nvPr/>
        </p:nvPicPr>
        <p:blipFill>
          <a:blip r:embed="rId3">
            <a:alphaModFix/>
          </a:blip>
          <a:stretch>
            <a:fillRect/>
          </a:stretch>
        </p:blipFill>
        <p:spPr>
          <a:xfrm>
            <a:off x="0" y="0"/>
            <a:ext cx="9144018" cy="5143499"/>
          </a:xfrm>
          <a:prstGeom prst="rect">
            <a:avLst/>
          </a:prstGeom>
          <a:noFill/>
          <a:ln>
            <a:noFill/>
          </a:ln>
        </p:spPr>
      </p:pic>
      <p:sp>
        <p:nvSpPr>
          <p:cNvPr id="710" name="Google Shape;710;p95"/>
          <p:cNvSpPr txBox="1"/>
          <p:nvPr/>
        </p:nvSpPr>
        <p:spPr>
          <a:xfrm>
            <a:off x="311700" y="55241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en" sz="2500">
                <a:solidFill>
                  <a:schemeClr val="lt1"/>
                </a:solidFill>
                <a:latin typeface="Inter SemiBold"/>
                <a:ea typeface="Inter SemiBold"/>
                <a:cs typeface="Inter SemiBold"/>
                <a:sym typeface="Inter SemiBold"/>
              </a:rPr>
              <a:t>Narrative Plan.</a:t>
            </a:r>
            <a:endParaRPr sz="2500">
              <a:solidFill>
                <a:schemeClr val="lt1"/>
              </a:solidFill>
              <a:latin typeface="Inter SemiBold"/>
              <a:ea typeface="Inter SemiBold"/>
              <a:cs typeface="Inter SemiBold"/>
              <a:sym typeface="Inter SemiBold"/>
            </a:endParaRPr>
          </a:p>
        </p:txBody>
      </p:sp>
      <p:sp>
        <p:nvSpPr>
          <p:cNvPr id="711" name="Google Shape;711;p95"/>
          <p:cNvSpPr/>
          <p:nvPr/>
        </p:nvSpPr>
        <p:spPr>
          <a:xfrm>
            <a:off x="526613" y="1255288"/>
            <a:ext cx="3818100" cy="3381600"/>
          </a:xfrm>
          <a:prstGeom prst="roundRect">
            <a:avLst>
              <a:gd fmla="val 4666" name="adj"/>
            </a:avLst>
          </a:prstGeom>
          <a:solidFill>
            <a:srgbClr val="FFCE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712" name="Google Shape;712;p95"/>
          <p:cNvSpPr txBox="1"/>
          <p:nvPr/>
        </p:nvSpPr>
        <p:spPr>
          <a:xfrm>
            <a:off x="625988" y="1961749"/>
            <a:ext cx="1757700" cy="446400"/>
          </a:xfrm>
          <a:prstGeom prst="rect">
            <a:avLst/>
          </a:prstGeom>
          <a:noFill/>
          <a:ln>
            <a:noFill/>
          </a:ln>
          <a:effectLst>
            <a:outerShdw blurRad="271463" rotWithShape="0" algn="bl">
              <a:srgbClr val="2F855A">
                <a:alpha val="50000"/>
              </a:srgbClr>
            </a:outerShdw>
          </a:effectLst>
        </p:spPr>
        <p:txBody>
          <a:bodyPr anchorCtr="0" anchor="t" bIns="0" lIns="91425" spcFirstLastPara="1" rIns="91425" wrap="square" tIns="0">
            <a:noAutofit/>
          </a:bodyPr>
          <a:lstStyle/>
          <a:p>
            <a:pPr indent="0" lvl="0" marL="0" rtl="0" algn="l">
              <a:lnSpc>
                <a:spcPct val="115000"/>
              </a:lnSpc>
              <a:spcBef>
                <a:spcPts val="1800"/>
              </a:spcBef>
              <a:spcAft>
                <a:spcPts val="400"/>
              </a:spcAft>
              <a:buClr>
                <a:schemeClr val="dk1"/>
              </a:buClr>
              <a:buSzPts val="1100"/>
              <a:buFont typeface="Arial"/>
              <a:buNone/>
            </a:pPr>
            <a:r>
              <a:rPr lang="en" sz="1600" u="sng">
                <a:solidFill>
                  <a:schemeClr val="dk1"/>
                </a:solidFill>
                <a:latin typeface="Inter ExtraLight"/>
                <a:ea typeface="Inter ExtraLight"/>
                <a:cs typeface="Inter ExtraLight"/>
                <a:sym typeface="Inter ExtraLight"/>
              </a:rPr>
              <a:t>“Kickstart your metabolism”</a:t>
            </a:r>
            <a:endParaRPr sz="1600" u="sng">
              <a:solidFill>
                <a:schemeClr val="dk1"/>
              </a:solidFill>
              <a:latin typeface="Inter"/>
              <a:ea typeface="Inter"/>
              <a:cs typeface="Inter"/>
              <a:sym typeface="Inter"/>
            </a:endParaRPr>
          </a:p>
        </p:txBody>
      </p:sp>
      <p:sp>
        <p:nvSpPr>
          <p:cNvPr id="713" name="Google Shape;713;p95"/>
          <p:cNvSpPr/>
          <p:nvPr/>
        </p:nvSpPr>
        <p:spPr>
          <a:xfrm>
            <a:off x="613788" y="2606388"/>
            <a:ext cx="3615600" cy="1927800"/>
          </a:xfrm>
          <a:prstGeom prst="roundRect">
            <a:avLst>
              <a:gd fmla="val 633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14" name="Google Shape;714;p95"/>
          <p:cNvSpPr txBox="1"/>
          <p:nvPr/>
        </p:nvSpPr>
        <p:spPr>
          <a:xfrm>
            <a:off x="613800" y="1438484"/>
            <a:ext cx="1757700" cy="599100"/>
          </a:xfrm>
          <a:prstGeom prst="rect">
            <a:avLst/>
          </a:prstGeom>
          <a:noFill/>
          <a:ln>
            <a:noFill/>
          </a:ln>
          <a:effectLst>
            <a:outerShdw blurRad="271463" rotWithShape="0" algn="bl">
              <a:srgbClr val="38761D">
                <a:alpha val="50000"/>
              </a:srgbClr>
            </a:outerShdw>
          </a:effectLst>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u="sng">
                <a:solidFill>
                  <a:schemeClr val="dk1"/>
                </a:solidFill>
                <a:latin typeface="Inter"/>
                <a:ea typeface="Inter"/>
                <a:cs typeface="Inter"/>
                <a:sym typeface="Inter"/>
              </a:rPr>
              <a:t>APRIL</a:t>
            </a:r>
            <a:endParaRPr b="1" u="sng">
              <a:solidFill>
                <a:schemeClr val="dk1"/>
              </a:solidFill>
              <a:latin typeface="Inter"/>
              <a:ea typeface="Inter"/>
              <a:cs typeface="Inter"/>
              <a:sym typeface="Inter"/>
            </a:endParaRPr>
          </a:p>
          <a:p>
            <a:pPr indent="0" lvl="0" marL="0" rtl="0" algn="l">
              <a:lnSpc>
                <a:spcPct val="80000"/>
              </a:lnSpc>
              <a:spcBef>
                <a:spcPts val="1200"/>
              </a:spcBef>
              <a:spcAft>
                <a:spcPts val="0"/>
              </a:spcAft>
              <a:buNone/>
            </a:pPr>
            <a:r>
              <a:t/>
            </a:r>
            <a:endParaRPr b="1" u="sng">
              <a:solidFill>
                <a:schemeClr val="dk1"/>
              </a:solidFill>
              <a:latin typeface="Inter"/>
              <a:ea typeface="Inter"/>
              <a:cs typeface="Inter"/>
              <a:sym typeface="Inter"/>
            </a:endParaRPr>
          </a:p>
        </p:txBody>
      </p:sp>
      <p:sp>
        <p:nvSpPr>
          <p:cNvPr id="715" name="Google Shape;715;p95"/>
          <p:cNvSpPr txBox="1"/>
          <p:nvPr/>
        </p:nvSpPr>
        <p:spPr>
          <a:xfrm>
            <a:off x="674813" y="2726413"/>
            <a:ext cx="3510600" cy="1683300"/>
          </a:xfrm>
          <a:prstGeom prst="rect">
            <a:avLst/>
          </a:prstGeom>
          <a:noFill/>
          <a:ln>
            <a:noFill/>
          </a:ln>
        </p:spPr>
        <p:txBody>
          <a:bodyPr anchorCtr="0" anchor="t" bIns="0" lIns="91425" spcFirstLastPara="1" rIns="91425" wrap="square" tIns="0">
            <a:noAutofit/>
          </a:bodyPr>
          <a:lstStyle/>
          <a:p>
            <a:pPr indent="0" lvl="0" marL="0" rtl="0" algn="l">
              <a:lnSpc>
                <a:spcPct val="115000"/>
              </a:lnSpc>
              <a:spcBef>
                <a:spcPts val="1200"/>
              </a:spcBef>
              <a:spcAft>
                <a:spcPts val="0"/>
              </a:spcAft>
              <a:buClr>
                <a:schemeClr val="dk1"/>
              </a:buClr>
              <a:buSzPts val="1100"/>
              <a:buFont typeface="Arial"/>
              <a:buNone/>
            </a:pPr>
            <a:r>
              <a:rPr lang="en" sz="1300">
                <a:solidFill>
                  <a:schemeClr val="dk1"/>
                </a:solidFill>
                <a:latin typeface="Inter"/>
                <a:ea typeface="Inter"/>
                <a:cs typeface="Inter"/>
                <a:sym typeface="Inter"/>
              </a:rPr>
              <a:t>A science-backed reset, grounded in real clinical outcomes and supported by our publication in the International Journal of Obesity. Designed to help you understand, optimise and take control of your metabolism with clarity and confidence.</a:t>
            </a:r>
            <a:endParaRPr sz="1050">
              <a:solidFill>
                <a:srgbClr val="000000"/>
              </a:solidFill>
              <a:latin typeface="Inter"/>
              <a:ea typeface="Inter"/>
              <a:cs typeface="Inter"/>
              <a:sym typeface="Inter"/>
            </a:endParaRPr>
          </a:p>
          <a:p>
            <a:pPr indent="0" lvl="0" marL="0" rtl="0" algn="l">
              <a:lnSpc>
                <a:spcPct val="115000"/>
              </a:lnSpc>
              <a:spcBef>
                <a:spcPts val="1200"/>
              </a:spcBef>
              <a:spcAft>
                <a:spcPts val="1200"/>
              </a:spcAft>
              <a:buNone/>
            </a:pPr>
            <a:r>
              <a:t/>
            </a:r>
            <a:endParaRPr b="1" sz="1200">
              <a:solidFill>
                <a:srgbClr val="000000"/>
              </a:solidFill>
              <a:latin typeface="Inter"/>
              <a:ea typeface="Inter"/>
              <a:cs typeface="Inter"/>
              <a:sym typeface="Inter"/>
            </a:endParaRPr>
          </a:p>
        </p:txBody>
      </p:sp>
      <p:sp>
        <p:nvSpPr>
          <p:cNvPr id="716" name="Google Shape;716;p95"/>
          <p:cNvSpPr txBox="1"/>
          <p:nvPr/>
        </p:nvSpPr>
        <p:spPr>
          <a:xfrm>
            <a:off x="111450" y="4715150"/>
            <a:ext cx="8951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000">
                <a:solidFill>
                  <a:schemeClr val="lt1"/>
                </a:solidFill>
              </a:rPr>
              <a:t>Planning doc is here:</a:t>
            </a:r>
            <a:r>
              <a:rPr lang="en" sz="1000">
                <a:solidFill>
                  <a:schemeClr val="lt1"/>
                </a:solidFill>
              </a:rPr>
              <a:t>  </a:t>
            </a:r>
            <a:r>
              <a:rPr lang="en" sz="1000">
                <a:solidFill>
                  <a:schemeClr val="lt1"/>
                </a:solidFill>
              </a:rPr>
              <a:t>https://docs.google.com/document/d/1ZfjdZDw4wQxu4nBhE8R0DryOsUCn7H_ze4ARpJ6SvEs/edit?tab=t.v1hw4lm2bjr4</a:t>
            </a:r>
            <a:endParaRPr sz="1000">
              <a:solidFill>
                <a:schemeClr val="lt1"/>
              </a:solidFill>
            </a:endParaRPr>
          </a:p>
        </p:txBody>
      </p:sp>
      <p:sp>
        <p:nvSpPr>
          <p:cNvPr id="717" name="Google Shape;717;p95"/>
          <p:cNvSpPr/>
          <p:nvPr/>
        </p:nvSpPr>
        <p:spPr>
          <a:xfrm>
            <a:off x="4799288" y="1203375"/>
            <a:ext cx="3818100" cy="3381600"/>
          </a:xfrm>
          <a:prstGeom prst="roundRect">
            <a:avLst>
              <a:gd fmla="val 4666" name="adj"/>
            </a:avLst>
          </a:prstGeom>
          <a:solidFill>
            <a:srgbClr val="E5D8C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718" name="Google Shape;718;p95"/>
          <p:cNvSpPr txBox="1"/>
          <p:nvPr/>
        </p:nvSpPr>
        <p:spPr>
          <a:xfrm>
            <a:off x="4898663" y="1909836"/>
            <a:ext cx="1757700" cy="446400"/>
          </a:xfrm>
          <a:prstGeom prst="rect">
            <a:avLst/>
          </a:prstGeom>
          <a:noFill/>
          <a:ln>
            <a:noFill/>
          </a:ln>
          <a:effectLst>
            <a:outerShdw blurRad="271463" rotWithShape="0" algn="bl">
              <a:srgbClr val="2F855A">
                <a:alpha val="50000"/>
              </a:srgbClr>
            </a:outerShdw>
          </a:effectLst>
        </p:spPr>
        <p:txBody>
          <a:bodyPr anchorCtr="0" anchor="t" bIns="0" lIns="91425" spcFirstLastPara="1" rIns="91425" wrap="square" tIns="0">
            <a:noAutofit/>
          </a:bodyPr>
          <a:lstStyle/>
          <a:p>
            <a:pPr indent="0" lvl="0" marL="0" rtl="0" algn="l">
              <a:lnSpc>
                <a:spcPct val="115000"/>
              </a:lnSpc>
              <a:spcBef>
                <a:spcPts val="1800"/>
              </a:spcBef>
              <a:spcAft>
                <a:spcPts val="400"/>
              </a:spcAft>
              <a:buClr>
                <a:schemeClr val="dk1"/>
              </a:buClr>
              <a:buSzPts val="1100"/>
              <a:buFont typeface="Arial"/>
              <a:buNone/>
            </a:pPr>
            <a:r>
              <a:rPr lang="en" sz="1600">
                <a:solidFill>
                  <a:schemeClr val="dk1"/>
                </a:solidFill>
                <a:latin typeface="Inter ExtraLight"/>
                <a:ea typeface="Inter ExtraLight"/>
                <a:cs typeface="Inter ExtraLight"/>
                <a:sym typeface="Inter ExtraLight"/>
              </a:rPr>
              <a:t>“The NOVI experience”</a:t>
            </a:r>
            <a:endParaRPr sz="1600">
              <a:solidFill>
                <a:schemeClr val="dk1"/>
              </a:solidFill>
              <a:latin typeface="Inter"/>
              <a:ea typeface="Inter"/>
              <a:cs typeface="Inter"/>
              <a:sym typeface="Inter"/>
            </a:endParaRPr>
          </a:p>
        </p:txBody>
      </p:sp>
      <p:sp>
        <p:nvSpPr>
          <p:cNvPr id="719" name="Google Shape;719;p95"/>
          <p:cNvSpPr/>
          <p:nvPr/>
        </p:nvSpPr>
        <p:spPr>
          <a:xfrm>
            <a:off x="4886463" y="2554475"/>
            <a:ext cx="3615600" cy="1927800"/>
          </a:xfrm>
          <a:prstGeom prst="roundRect">
            <a:avLst>
              <a:gd fmla="val 633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20" name="Google Shape;720;p95"/>
          <p:cNvSpPr txBox="1"/>
          <p:nvPr/>
        </p:nvSpPr>
        <p:spPr>
          <a:xfrm>
            <a:off x="4886475" y="1386572"/>
            <a:ext cx="1757700" cy="599100"/>
          </a:xfrm>
          <a:prstGeom prst="rect">
            <a:avLst/>
          </a:prstGeom>
          <a:noFill/>
          <a:ln>
            <a:noFill/>
          </a:ln>
          <a:effectLst>
            <a:outerShdw blurRad="271463" rotWithShape="0" algn="bl">
              <a:srgbClr val="38761D">
                <a:alpha val="50000"/>
              </a:srgbClr>
            </a:outerShdw>
          </a:effectLst>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Inter"/>
                <a:ea typeface="Inter"/>
                <a:cs typeface="Inter"/>
                <a:sym typeface="Inter"/>
              </a:rPr>
              <a:t>MAY</a:t>
            </a:r>
            <a:endParaRPr b="1">
              <a:solidFill>
                <a:schemeClr val="dk1"/>
              </a:solidFill>
              <a:latin typeface="Inter"/>
              <a:ea typeface="Inter"/>
              <a:cs typeface="Inter"/>
              <a:sym typeface="Inter"/>
            </a:endParaRPr>
          </a:p>
          <a:p>
            <a:pPr indent="0" lvl="0" marL="0" rtl="0" algn="l">
              <a:lnSpc>
                <a:spcPct val="80000"/>
              </a:lnSpc>
              <a:spcBef>
                <a:spcPts val="1200"/>
              </a:spcBef>
              <a:spcAft>
                <a:spcPts val="0"/>
              </a:spcAft>
              <a:buNone/>
            </a:pPr>
            <a:r>
              <a:t/>
            </a:r>
            <a:endParaRPr b="1">
              <a:solidFill>
                <a:schemeClr val="dk1"/>
              </a:solidFill>
              <a:latin typeface="Inter"/>
              <a:ea typeface="Inter"/>
              <a:cs typeface="Inter"/>
              <a:sym typeface="Inter"/>
            </a:endParaRPr>
          </a:p>
        </p:txBody>
      </p:sp>
      <p:sp>
        <p:nvSpPr>
          <p:cNvPr id="721" name="Google Shape;721;p95"/>
          <p:cNvSpPr txBox="1"/>
          <p:nvPr/>
        </p:nvSpPr>
        <p:spPr>
          <a:xfrm>
            <a:off x="4947488" y="2629316"/>
            <a:ext cx="3510600" cy="1683300"/>
          </a:xfrm>
          <a:prstGeom prst="rect">
            <a:avLst/>
          </a:prstGeom>
          <a:noFill/>
          <a:ln>
            <a:noFill/>
          </a:ln>
        </p:spPr>
        <p:txBody>
          <a:bodyPr anchorCtr="0" anchor="t" bIns="0" lIns="91425" spcFirstLastPara="1" rIns="91425" wrap="square" tIns="0">
            <a:noAutofit/>
          </a:bodyPr>
          <a:lstStyle/>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Inter"/>
                <a:ea typeface="Inter"/>
                <a:cs typeface="Inter"/>
                <a:sym typeface="Inter"/>
              </a:rPr>
              <a:t>A look behind the curtain of our “Human + Tech” model — where clinical expertise meets data-driven care. Through insider content and behind-the-scenes access, we shift the focus to the provider journey: how our doctors, coaches and systems work together to deliver outcomes.</a:t>
            </a:r>
            <a:endParaRPr sz="8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Inter"/>
                <a:ea typeface="Inter"/>
                <a:cs typeface="Inter"/>
                <a:sym typeface="Inter"/>
              </a:rPr>
              <a:t>This is brought to life through “day in the life” storytelling and deeper dives into the thinking behind our approach, supported by the launch of our </a:t>
            </a:r>
            <a:r>
              <a:rPr i="1" lang="en" sz="800">
                <a:solidFill>
                  <a:schemeClr val="dk1"/>
                </a:solidFill>
                <a:latin typeface="Inter"/>
                <a:ea typeface="Inter"/>
                <a:cs typeface="Inter"/>
                <a:sym typeface="Inter"/>
              </a:rPr>
              <a:t>Live Well</a:t>
            </a:r>
            <a:r>
              <a:rPr lang="en" sz="800">
                <a:solidFill>
                  <a:schemeClr val="dk1"/>
                </a:solidFill>
                <a:latin typeface="Inter"/>
                <a:ea typeface="Inter"/>
                <a:cs typeface="Inter"/>
                <a:sym typeface="Inter"/>
              </a:rPr>
              <a:t> community series — from walks and HIIT to matcha workshops — extending the NOVI experience beyond the clinic.</a:t>
            </a:r>
            <a:endParaRPr sz="8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latin typeface="Inter"/>
                <a:ea typeface="Inter"/>
                <a:cs typeface="Inter"/>
                <a:sym typeface="Inter"/>
              </a:rPr>
              <a:t>Anchored by our Diabetes Journal publication and a new pricing reveal, this month brings together proof, experience and access.</a:t>
            </a:r>
            <a:endParaRPr sz="8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t/>
            </a:r>
            <a:endParaRPr sz="5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b="1" sz="400">
              <a:solidFill>
                <a:srgbClr val="000000"/>
              </a:solidFill>
              <a:latin typeface="Inter"/>
              <a:ea typeface="Inter"/>
              <a:cs typeface="Inter"/>
              <a:sym typeface="Inter"/>
            </a:endParaRPr>
          </a:p>
        </p:txBody>
      </p:sp>
      <p:sp>
        <p:nvSpPr>
          <p:cNvPr id="722" name="Google Shape;722;p95"/>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723" name="Google Shape;723;p95"/>
          <p:cNvPicPr preferRelativeResize="0"/>
          <p:nvPr/>
        </p:nvPicPr>
        <p:blipFill rotWithShape="1">
          <a:blip r:embed="rId4">
            <a:alphaModFix/>
          </a:blip>
          <a:srcRect b="22794" l="11347" r="11777" t="19339"/>
          <a:stretch/>
        </p:blipFill>
        <p:spPr>
          <a:xfrm>
            <a:off x="8303300" y="267787"/>
            <a:ext cx="511798" cy="20710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96"/>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 name="Google Shape;729;p96"/>
          <p:cNvSpPr txBox="1"/>
          <p:nvPr/>
        </p:nvSpPr>
        <p:spPr>
          <a:xfrm>
            <a:off x="311700" y="55241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en" sz="2500">
                <a:solidFill>
                  <a:schemeClr val="dk1"/>
                </a:solidFill>
                <a:latin typeface="Inter SemiBold"/>
                <a:ea typeface="Inter SemiBold"/>
                <a:cs typeface="Inter SemiBold"/>
                <a:sym typeface="Inter SemiBold"/>
              </a:rPr>
              <a:t>The Message Foundation</a:t>
            </a:r>
            <a:endParaRPr sz="2500">
              <a:solidFill>
                <a:schemeClr val="dk1"/>
              </a:solidFill>
              <a:latin typeface="Inter SemiBold"/>
              <a:ea typeface="Inter SemiBold"/>
              <a:cs typeface="Inter SemiBold"/>
              <a:sym typeface="Inter SemiBold"/>
            </a:endParaRPr>
          </a:p>
        </p:txBody>
      </p:sp>
      <p:sp>
        <p:nvSpPr>
          <p:cNvPr id="730" name="Google Shape;730;p96"/>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731" name="Google Shape;731;p96"/>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pic>
        <p:nvPicPr>
          <p:cNvPr id="732" name="Google Shape;732;p96"/>
          <p:cNvPicPr preferRelativeResize="0"/>
          <p:nvPr/>
        </p:nvPicPr>
        <p:blipFill rotWithShape="1">
          <a:blip r:embed="rId4">
            <a:alphaModFix/>
          </a:blip>
          <a:srcRect b="29167" l="0" r="0" t="18317"/>
          <a:stretch/>
        </p:blipFill>
        <p:spPr>
          <a:xfrm>
            <a:off x="3038200" y="1562100"/>
            <a:ext cx="2733675" cy="2152650"/>
          </a:xfrm>
          <a:prstGeom prst="rect">
            <a:avLst/>
          </a:prstGeom>
          <a:noFill/>
          <a:ln>
            <a:noFill/>
          </a:ln>
        </p:spPr>
      </p:pic>
      <p:sp>
        <p:nvSpPr>
          <p:cNvPr id="733" name="Google Shape;733;p96"/>
          <p:cNvSpPr txBox="1"/>
          <p:nvPr/>
        </p:nvSpPr>
        <p:spPr>
          <a:xfrm>
            <a:off x="191838" y="2040850"/>
            <a:ext cx="2666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chemeClr val="dk1"/>
                </a:solidFill>
                <a:latin typeface="Inter ExtraLight"/>
                <a:ea typeface="Inter ExtraLight"/>
                <a:cs typeface="Inter ExtraLight"/>
                <a:sym typeface="Inter ExtraLight"/>
              </a:rPr>
              <a:t>Longevity isn’t about living longer someday.</a:t>
            </a:r>
            <a:endParaRPr i="1">
              <a:solidFill>
                <a:schemeClr val="dk1"/>
              </a:solidFill>
              <a:latin typeface="Inter ExtraLight"/>
              <a:ea typeface="Inter ExtraLight"/>
              <a:cs typeface="Inter ExtraLight"/>
              <a:sym typeface="Inter ExtraLight"/>
            </a:endParaRPr>
          </a:p>
          <a:p>
            <a:pPr indent="0" lvl="0" marL="0" rtl="0" algn="l">
              <a:spcBef>
                <a:spcPts val="0"/>
              </a:spcBef>
              <a:spcAft>
                <a:spcPts val="0"/>
              </a:spcAft>
              <a:buNone/>
            </a:pPr>
            <a:r>
              <a:t/>
            </a:r>
            <a:endParaRPr i="1">
              <a:solidFill>
                <a:schemeClr val="dk1"/>
              </a:solidFill>
              <a:latin typeface="Inter ExtraLight"/>
              <a:ea typeface="Inter ExtraLight"/>
              <a:cs typeface="Inter ExtraLight"/>
              <a:sym typeface="Inter ExtraLight"/>
            </a:endParaRPr>
          </a:p>
          <a:p>
            <a:pPr indent="0" lvl="0" marL="0" rtl="0" algn="l">
              <a:spcBef>
                <a:spcPts val="0"/>
              </a:spcBef>
              <a:spcAft>
                <a:spcPts val="0"/>
              </a:spcAft>
              <a:buNone/>
            </a:pPr>
            <a:r>
              <a:rPr i="1" lang="en">
                <a:solidFill>
                  <a:schemeClr val="dk1"/>
                </a:solidFill>
                <a:latin typeface="Inter ExtraLight"/>
                <a:ea typeface="Inter ExtraLight"/>
                <a:cs typeface="Inter ExtraLight"/>
                <a:sym typeface="Inter ExtraLight"/>
              </a:rPr>
              <a:t>It’s about living better now, and staying that way.</a:t>
            </a:r>
            <a:endParaRPr i="1">
              <a:solidFill>
                <a:schemeClr val="dk1"/>
              </a:solidFill>
              <a:latin typeface="Inter ExtraLight"/>
              <a:ea typeface="Inter ExtraLight"/>
              <a:cs typeface="Inter ExtraLight"/>
              <a:sym typeface="Inter ExtraLight"/>
            </a:endParaRPr>
          </a:p>
        </p:txBody>
      </p:sp>
      <p:sp>
        <p:nvSpPr>
          <p:cNvPr id="734" name="Google Shape;734;p96"/>
          <p:cNvSpPr txBox="1"/>
          <p:nvPr/>
        </p:nvSpPr>
        <p:spPr>
          <a:xfrm>
            <a:off x="5952113" y="1491975"/>
            <a:ext cx="3000000" cy="293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dk1"/>
                </a:solidFill>
                <a:latin typeface="Inter Light"/>
                <a:ea typeface="Inter Light"/>
                <a:cs typeface="Inter Light"/>
                <a:sym typeface="Inter Light"/>
              </a:rPr>
              <a:t>At NOVI, we don’t treat conditions in isolation.</a:t>
            </a:r>
            <a:br>
              <a:rPr lang="en">
                <a:solidFill>
                  <a:schemeClr val="dk1"/>
                </a:solidFill>
                <a:latin typeface="Inter Light"/>
                <a:ea typeface="Inter Light"/>
                <a:cs typeface="Inter Light"/>
                <a:sym typeface="Inter Light"/>
              </a:rPr>
            </a:br>
            <a:r>
              <a:rPr lang="en">
                <a:solidFill>
                  <a:schemeClr val="dk1"/>
                </a:solidFill>
                <a:latin typeface="Inter Light"/>
                <a:ea typeface="Inter Light"/>
                <a:cs typeface="Inter Light"/>
                <a:sym typeface="Inter Light"/>
              </a:rPr>
              <a:t> We build, correct &amp; control your health over time.</a:t>
            </a:r>
            <a:endParaRPr>
              <a:solidFill>
                <a:schemeClr val="dk1"/>
              </a:solidFill>
              <a:latin typeface="Inter Light"/>
              <a:ea typeface="Inter Light"/>
              <a:cs typeface="Inter Light"/>
              <a:sym typeface="Inter Light"/>
            </a:endParaRPr>
          </a:p>
          <a:p>
            <a:pPr indent="0" lvl="0" marL="0" rtl="0" algn="l">
              <a:lnSpc>
                <a:spcPct val="115000"/>
              </a:lnSpc>
              <a:spcBef>
                <a:spcPts val="1200"/>
              </a:spcBef>
              <a:spcAft>
                <a:spcPts val="0"/>
              </a:spcAft>
              <a:buNone/>
            </a:pPr>
            <a:r>
              <a:rPr lang="en">
                <a:solidFill>
                  <a:schemeClr val="dk1"/>
                </a:solidFill>
                <a:latin typeface="Inter Light"/>
                <a:ea typeface="Inter Light"/>
                <a:cs typeface="Inter Light"/>
                <a:sym typeface="Inter Light"/>
              </a:rPr>
              <a:t>From optimising energy,</a:t>
            </a:r>
            <a:br>
              <a:rPr lang="en">
                <a:solidFill>
                  <a:schemeClr val="dk1"/>
                </a:solidFill>
                <a:latin typeface="Inter Light"/>
                <a:ea typeface="Inter Light"/>
                <a:cs typeface="Inter Light"/>
                <a:sym typeface="Inter Light"/>
              </a:rPr>
            </a:br>
            <a:r>
              <a:rPr lang="en">
                <a:solidFill>
                  <a:schemeClr val="dk1"/>
                </a:solidFill>
                <a:latin typeface="Inter Light"/>
                <a:ea typeface="Inter Light"/>
                <a:cs typeface="Inter Light"/>
                <a:sym typeface="Inter Light"/>
              </a:rPr>
              <a:t> to addressing weight &amp; risk,</a:t>
            </a:r>
            <a:br>
              <a:rPr lang="en">
                <a:solidFill>
                  <a:schemeClr val="dk1"/>
                </a:solidFill>
                <a:latin typeface="Inter Light"/>
                <a:ea typeface="Inter Light"/>
                <a:cs typeface="Inter Light"/>
                <a:sym typeface="Inter Light"/>
              </a:rPr>
            </a:br>
            <a:r>
              <a:rPr lang="en">
                <a:solidFill>
                  <a:schemeClr val="dk1"/>
                </a:solidFill>
                <a:latin typeface="Inter Light"/>
                <a:ea typeface="Inter Light"/>
                <a:cs typeface="Inter Light"/>
                <a:sym typeface="Inter Light"/>
              </a:rPr>
              <a:t> to managing chronic conditions like diabetes.</a:t>
            </a:r>
            <a:endParaRPr>
              <a:solidFill>
                <a:schemeClr val="dk1"/>
              </a:solidFill>
              <a:latin typeface="Inter Light"/>
              <a:ea typeface="Inter Light"/>
              <a:cs typeface="Inter Light"/>
              <a:sym typeface="Inter Light"/>
            </a:endParaRPr>
          </a:p>
          <a:p>
            <a:pPr indent="0" lvl="0" marL="0" rtl="0" algn="l">
              <a:lnSpc>
                <a:spcPct val="115000"/>
              </a:lnSpc>
              <a:spcBef>
                <a:spcPts val="1200"/>
              </a:spcBef>
              <a:spcAft>
                <a:spcPts val="1200"/>
              </a:spcAft>
              <a:buNone/>
            </a:pPr>
            <a:r>
              <a:rPr lang="en">
                <a:solidFill>
                  <a:schemeClr val="dk1"/>
                </a:solidFill>
                <a:latin typeface="Inter Light"/>
                <a:ea typeface="Inter Light"/>
                <a:cs typeface="Inter Light"/>
                <a:sym typeface="Inter Light"/>
              </a:rPr>
              <a:t>It’s one connected journey; that journey is longevity.</a:t>
            </a:r>
            <a:endParaRPr>
              <a:solidFill>
                <a:schemeClr val="dk1"/>
              </a:solidFill>
              <a:latin typeface="Inter Light"/>
              <a:ea typeface="Inter Light"/>
              <a:cs typeface="Inter Light"/>
              <a:sym typeface="Inter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9" name="Shape 739"/>
        <p:cNvGrpSpPr/>
        <p:nvPr/>
      </p:nvGrpSpPr>
      <p:grpSpPr>
        <a:xfrm>
          <a:off x="0" y="0"/>
          <a:ext cx="0" cy="0"/>
          <a:chOff x="0" y="0"/>
          <a:chExt cx="0" cy="0"/>
        </a:xfrm>
      </p:grpSpPr>
      <p:sp>
        <p:nvSpPr>
          <p:cNvPr id="740" name="Google Shape;740;p97"/>
          <p:cNvSpPr/>
          <p:nvPr/>
        </p:nvSpPr>
        <p:spPr>
          <a:xfrm>
            <a:off x="300675" y="223200"/>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900"/>
              <a:buFont typeface="Arial"/>
              <a:buNone/>
            </a:pPr>
            <a:r>
              <a:rPr b="1" i="0" lang="en" sz="900" u="none" cap="none" strike="noStrike">
                <a:solidFill>
                  <a:schemeClr val="dk1"/>
                </a:solidFill>
                <a:latin typeface="Inter"/>
                <a:ea typeface="Inter"/>
                <a:cs typeface="Inter"/>
                <a:sym typeface="Inter"/>
              </a:rPr>
              <a:t>PURPOSE OF THE SERIES</a:t>
            </a:r>
            <a:endParaRPr i="0" sz="900" u="none" cap="none" strike="noStrike">
              <a:solidFill>
                <a:schemeClr val="dk1"/>
              </a:solidFill>
              <a:latin typeface="Inter"/>
              <a:ea typeface="Inter"/>
              <a:cs typeface="Inter"/>
              <a:sym typeface="Inter"/>
            </a:endParaRPr>
          </a:p>
        </p:txBody>
      </p:sp>
      <p:sp>
        <p:nvSpPr>
          <p:cNvPr id="741" name="Google Shape;741;p97"/>
          <p:cNvSpPr/>
          <p:nvPr/>
        </p:nvSpPr>
        <p:spPr>
          <a:xfrm>
            <a:off x="300675" y="451800"/>
            <a:ext cx="8229600" cy="59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600"/>
              <a:buFont typeface="Georgia"/>
              <a:buNone/>
            </a:pPr>
            <a:r>
              <a:rPr b="1" i="0" lang="en" sz="2600" u="none" cap="none" strike="noStrike">
                <a:solidFill>
                  <a:schemeClr val="dk1"/>
                </a:solidFill>
                <a:latin typeface="Inter"/>
                <a:ea typeface="Inter"/>
                <a:cs typeface="Inter"/>
                <a:sym typeface="Inter"/>
              </a:rPr>
              <a:t>Bringing the NOVI care model to life</a:t>
            </a:r>
            <a:endParaRPr i="0" sz="2600" u="none" cap="none" strike="noStrike">
              <a:solidFill>
                <a:schemeClr val="dk1"/>
              </a:solidFill>
              <a:latin typeface="Inter"/>
              <a:ea typeface="Inter"/>
              <a:cs typeface="Inter"/>
              <a:sym typeface="Inter"/>
            </a:endParaRPr>
          </a:p>
        </p:txBody>
      </p:sp>
      <p:sp>
        <p:nvSpPr>
          <p:cNvPr id="742" name="Google Shape;742;p97"/>
          <p:cNvSpPr/>
          <p:nvPr/>
        </p:nvSpPr>
        <p:spPr>
          <a:xfrm>
            <a:off x="300675" y="962330"/>
            <a:ext cx="82296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1300"/>
              <a:buFont typeface="Arial"/>
              <a:buNone/>
            </a:pPr>
            <a:r>
              <a:rPr i="0" lang="en" sz="1300" u="none" cap="none" strike="noStrike">
                <a:solidFill>
                  <a:schemeClr val="dk1"/>
                </a:solidFill>
                <a:latin typeface="Inter"/>
                <a:ea typeface="Inter"/>
                <a:cs typeface="Inter"/>
                <a:sym typeface="Inter"/>
              </a:rPr>
              <a:t>The series is designed to show how we deliver results in the real world — the people, spaces, systems and continuous care that sit behind every patient outcome. It is built to work in lockstep with the Novo Nordisk partnership, the Diabetes publication, and the TBT content collaboration.</a:t>
            </a:r>
            <a:endParaRPr i="0" sz="1300" u="none" cap="none" strike="noStrike">
              <a:solidFill>
                <a:schemeClr val="dk1"/>
              </a:solidFill>
              <a:latin typeface="Inter"/>
              <a:ea typeface="Inter"/>
              <a:cs typeface="Inter"/>
              <a:sym typeface="Inter"/>
            </a:endParaRPr>
          </a:p>
        </p:txBody>
      </p:sp>
      <p:sp>
        <p:nvSpPr>
          <p:cNvPr id="743" name="Google Shape;743;p97"/>
          <p:cNvSpPr/>
          <p:nvPr/>
        </p:nvSpPr>
        <p:spPr>
          <a:xfrm>
            <a:off x="365760" y="1691640"/>
            <a:ext cx="4023360" cy="10058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44" name="Google Shape;744;p97"/>
          <p:cNvSpPr/>
          <p:nvPr/>
        </p:nvSpPr>
        <p:spPr>
          <a:xfrm>
            <a:off x="365760" y="1691640"/>
            <a:ext cx="54864" cy="1005840"/>
          </a:xfrm>
          <a:prstGeom prst="rect">
            <a:avLst/>
          </a:prstGeom>
          <a:solidFill>
            <a:srgbClr val="FFCE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45" name="Google Shape;745;p97"/>
          <p:cNvSpPr/>
          <p:nvPr/>
        </p:nvSpPr>
        <p:spPr>
          <a:xfrm>
            <a:off x="530352" y="178308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1000"/>
              <a:buFont typeface="Arial"/>
              <a:buNone/>
            </a:pPr>
            <a:r>
              <a:rPr b="1" i="0" lang="en" sz="1000" u="none" cap="none" strike="noStrike">
                <a:solidFill>
                  <a:schemeClr val="dk1"/>
                </a:solidFill>
                <a:latin typeface="Inter"/>
                <a:ea typeface="Inter"/>
                <a:cs typeface="Inter"/>
                <a:sym typeface="Inter"/>
              </a:rPr>
              <a:t>Film series</a:t>
            </a:r>
            <a:endParaRPr i="0" sz="1000" u="none" cap="none" strike="noStrike">
              <a:solidFill>
                <a:schemeClr val="dk1"/>
              </a:solidFill>
              <a:latin typeface="Inter"/>
              <a:ea typeface="Inter"/>
              <a:cs typeface="Inter"/>
              <a:sym typeface="Inter"/>
            </a:endParaRPr>
          </a:p>
        </p:txBody>
      </p:sp>
      <p:sp>
        <p:nvSpPr>
          <p:cNvPr id="746" name="Google Shape;746;p97"/>
          <p:cNvSpPr/>
          <p:nvPr/>
        </p:nvSpPr>
        <p:spPr>
          <a:xfrm>
            <a:off x="530352" y="2039112"/>
            <a:ext cx="374904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8 hero films — weekly release from May 21. Each one reveals a different dimension of the NOVI care model.</a:t>
            </a:r>
            <a:endParaRPr i="0" sz="900" u="none" cap="none" strike="noStrike">
              <a:solidFill>
                <a:schemeClr val="dk1"/>
              </a:solidFill>
              <a:latin typeface="Inter"/>
              <a:ea typeface="Inter"/>
              <a:cs typeface="Inter"/>
              <a:sym typeface="Inter"/>
            </a:endParaRPr>
          </a:p>
        </p:txBody>
      </p:sp>
      <p:sp>
        <p:nvSpPr>
          <p:cNvPr id="747" name="Google Shape;747;p97"/>
          <p:cNvSpPr/>
          <p:nvPr/>
        </p:nvSpPr>
        <p:spPr>
          <a:xfrm>
            <a:off x="365760" y="2788920"/>
            <a:ext cx="4023360" cy="10058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48" name="Google Shape;748;p97"/>
          <p:cNvSpPr/>
          <p:nvPr/>
        </p:nvSpPr>
        <p:spPr>
          <a:xfrm>
            <a:off x="365760" y="2788920"/>
            <a:ext cx="54864" cy="1005840"/>
          </a:xfrm>
          <a:prstGeom prst="rect">
            <a:avLst/>
          </a:prstGeom>
          <a:solidFill>
            <a:srgbClr val="FFCE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49" name="Google Shape;749;p97"/>
          <p:cNvSpPr/>
          <p:nvPr/>
        </p:nvSpPr>
        <p:spPr>
          <a:xfrm>
            <a:off x="530352" y="288036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1000"/>
              <a:buFont typeface="Arial"/>
              <a:buNone/>
            </a:pPr>
            <a:r>
              <a:rPr b="1" i="0" lang="en" sz="1000" u="none" cap="none" strike="noStrike">
                <a:solidFill>
                  <a:schemeClr val="dk1"/>
                </a:solidFill>
                <a:latin typeface="Inter"/>
                <a:ea typeface="Inter"/>
                <a:cs typeface="Inter"/>
                <a:sym typeface="Inter"/>
              </a:rPr>
              <a:t>Ask </a:t>
            </a:r>
            <a:r>
              <a:rPr b="1" lang="en" sz="1000">
                <a:solidFill>
                  <a:schemeClr val="dk1"/>
                </a:solidFill>
                <a:latin typeface="Inter"/>
                <a:ea typeface="Inter"/>
                <a:cs typeface="Inter"/>
                <a:sym typeface="Inter"/>
              </a:rPr>
              <a:t>The Doctor / Coach / AMA</a:t>
            </a:r>
            <a:endParaRPr i="0" sz="1000" u="none" cap="none" strike="noStrike">
              <a:solidFill>
                <a:schemeClr val="dk1"/>
              </a:solidFill>
              <a:latin typeface="Inter"/>
              <a:ea typeface="Inter"/>
              <a:cs typeface="Inter"/>
              <a:sym typeface="Inter"/>
            </a:endParaRPr>
          </a:p>
        </p:txBody>
      </p:sp>
      <p:sp>
        <p:nvSpPr>
          <p:cNvPr id="750" name="Google Shape;750;p97"/>
          <p:cNvSpPr/>
          <p:nvPr/>
        </p:nvSpPr>
        <p:spPr>
          <a:xfrm>
            <a:off x="530352" y="3136392"/>
            <a:ext cx="374904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AMA series with pre-seeded questions. EDM (W1) → Record (W2) → Live on IG/YT (W3). Repeatable format.</a:t>
            </a:r>
            <a:endParaRPr i="0" sz="900" u="none" cap="none" strike="noStrike">
              <a:solidFill>
                <a:schemeClr val="dk1"/>
              </a:solidFill>
              <a:latin typeface="Inter"/>
              <a:ea typeface="Inter"/>
              <a:cs typeface="Inter"/>
              <a:sym typeface="Inter"/>
            </a:endParaRPr>
          </a:p>
        </p:txBody>
      </p:sp>
      <p:sp>
        <p:nvSpPr>
          <p:cNvPr id="751" name="Google Shape;751;p97"/>
          <p:cNvSpPr/>
          <p:nvPr/>
        </p:nvSpPr>
        <p:spPr>
          <a:xfrm>
            <a:off x="365760" y="3886200"/>
            <a:ext cx="4023360" cy="10058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52" name="Google Shape;752;p97"/>
          <p:cNvSpPr/>
          <p:nvPr/>
        </p:nvSpPr>
        <p:spPr>
          <a:xfrm>
            <a:off x="365760" y="3886200"/>
            <a:ext cx="54864" cy="1005840"/>
          </a:xfrm>
          <a:prstGeom prst="rect">
            <a:avLst/>
          </a:prstGeom>
          <a:solidFill>
            <a:srgbClr val="FFCE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53" name="Google Shape;753;p97"/>
          <p:cNvSpPr/>
          <p:nvPr/>
        </p:nvSpPr>
        <p:spPr>
          <a:xfrm>
            <a:off x="530352" y="397764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1000"/>
              <a:buFont typeface="Arial"/>
              <a:buNone/>
            </a:pPr>
            <a:r>
              <a:rPr b="1" lang="en" sz="1000">
                <a:solidFill>
                  <a:schemeClr val="dk1"/>
                </a:solidFill>
                <a:latin typeface="Inter"/>
                <a:ea typeface="Inter"/>
                <a:cs typeface="Inter"/>
                <a:sym typeface="Inter"/>
              </a:rPr>
              <a:t>55</a:t>
            </a:r>
            <a:r>
              <a:rPr b="1" i="0" lang="en" sz="1000" u="none" cap="none" strike="noStrike">
                <a:solidFill>
                  <a:schemeClr val="dk1"/>
                </a:solidFill>
                <a:latin typeface="Inter"/>
                <a:ea typeface="Inter"/>
                <a:cs typeface="Inter"/>
                <a:sym typeface="Inter"/>
              </a:rPr>
              <a:t> Questions &amp; FAQ</a:t>
            </a:r>
            <a:endParaRPr i="0" sz="1000" u="none" cap="none" strike="noStrike">
              <a:solidFill>
                <a:schemeClr val="dk1"/>
              </a:solidFill>
              <a:latin typeface="Inter"/>
              <a:ea typeface="Inter"/>
              <a:cs typeface="Inter"/>
              <a:sym typeface="Inter"/>
            </a:endParaRPr>
          </a:p>
        </p:txBody>
      </p:sp>
      <p:sp>
        <p:nvSpPr>
          <p:cNvPr id="754" name="Google Shape;754;p97"/>
          <p:cNvSpPr/>
          <p:nvPr/>
        </p:nvSpPr>
        <p:spPr>
          <a:xfrm>
            <a:off x="530352" y="4233672"/>
            <a:ext cx="374904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Filmed this week. Episode 1 releases June 4. Quick-format clinical Q&amp;A for social and Spotify.</a:t>
            </a:r>
            <a:endParaRPr i="0" sz="900" u="none" cap="none" strike="noStrike">
              <a:solidFill>
                <a:schemeClr val="dk1"/>
              </a:solidFill>
              <a:latin typeface="Inter"/>
              <a:ea typeface="Inter"/>
              <a:cs typeface="Inter"/>
              <a:sym typeface="Inter"/>
            </a:endParaRPr>
          </a:p>
        </p:txBody>
      </p:sp>
      <p:sp>
        <p:nvSpPr>
          <p:cNvPr id="755" name="Google Shape;755;p97"/>
          <p:cNvSpPr/>
          <p:nvPr/>
        </p:nvSpPr>
        <p:spPr>
          <a:xfrm>
            <a:off x="4663440" y="1691640"/>
            <a:ext cx="4023360" cy="10058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56" name="Google Shape;756;p97"/>
          <p:cNvSpPr/>
          <p:nvPr/>
        </p:nvSpPr>
        <p:spPr>
          <a:xfrm>
            <a:off x="4663440" y="1691640"/>
            <a:ext cx="54864" cy="1005840"/>
          </a:xfrm>
          <a:prstGeom prst="rect">
            <a:avLst/>
          </a:prstGeom>
          <a:solidFill>
            <a:srgbClr val="FFCE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57" name="Google Shape;757;p97"/>
          <p:cNvSpPr/>
          <p:nvPr/>
        </p:nvSpPr>
        <p:spPr>
          <a:xfrm>
            <a:off x="4828032" y="178308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1000"/>
              <a:buFont typeface="Arial"/>
              <a:buNone/>
            </a:pPr>
            <a:r>
              <a:rPr b="1" i="0" lang="en" sz="1000" u="none" cap="none" strike="noStrike">
                <a:solidFill>
                  <a:schemeClr val="dk1"/>
                </a:solidFill>
                <a:latin typeface="Inter"/>
                <a:ea typeface="Inter"/>
                <a:cs typeface="Inter"/>
                <a:sym typeface="Inter"/>
              </a:rPr>
              <a:t>Spotify launch</a:t>
            </a:r>
            <a:endParaRPr i="0" sz="1000" u="none" cap="none" strike="noStrike">
              <a:solidFill>
                <a:schemeClr val="dk1"/>
              </a:solidFill>
              <a:latin typeface="Inter"/>
              <a:ea typeface="Inter"/>
              <a:cs typeface="Inter"/>
              <a:sym typeface="Inter"/>
            </a:endParaRPr>
          </a:p>
        </p:txBody>
      </p:sp>
      <p:sp>
        <p:nvSpPr>
          <p:cNvPr id="758" name="Google Shape;758;p97"/>
          <p:cNvSpPr/>
          <p:nvPr/>
        </p:nvSpPr>
        <p:spPr>
          <a:xfrm>
            <a:off x="4828032" y="2039112"/>
            <a:ext cx="374904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Channel launches June 4 alongside FAQ Episode 1. Extends NOVI's audio presence.</a:t>
            </a:r>
            <a:endParaRPr i="0" sz="900" u="none" cap="none" strike="noStrike">
              <a:solidFill>
                <a:schemeClr val="dk1"/>
              </a:solidFill>
              <a:latin typeface="Inter"/>
              <a:ea typeface="Inter"/>
              <a:cs typeface="Inter"/>
              <a:sym typeface="Inter"/>
            </a:endParaRPr>
          </a:p>
        </p:txBody>
      </p:sp>
      <p:sp>
        <p:nvSpPr>
          <p:cNvPr id="759" name="Google Shape;759;p97"/>
          <p:cNvSpPr/>
          <p:nvPr/>
        </p:nvSpPr>
        <p:spPr>
          <a:xfrm>
            <a:off x="4663440" y="2788920"/>
            <a:ext cx="4023360" cy="10058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60" name="Google Shape;760;p97"/>
          <p:cNvSpPr/>
          <p:nvPr/>
        </p:nvSpPr>
        <p:spPr>
          <a:xfrm>
            <a:off x="4663440" y="2788920"/>
            <a:ext cx="54864" cy="1005840"/>
          </a:xfrm>
          <a:prstGeom prst="rect">
            <a:avLst/>
          </a:prstGeom>
          <a:solidFill>
            <a:srgbClr val="FFCE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61" name="Google Shape;761;p97"/>
          <p:cNvSpPr/>
          <p:nvPr/>
        </p:nvSpPr>
        <p:spPr>
          <a:xfrm>
            <a:off x="4828032" y="288036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1000"/>
              <a:buFont typeface="Arial"/>
              <a:buNone/>
            </a:pPr>
            <a:r>
              <a:rPr b="1" i="0" lang="en" sz="1000" u="none" cap="none" strike="noStrike">
                <a:solidFill>
                  <a:schemeClr val="dk1"/>
                </a:solidFill>
                <a:latin typeface="Inter"/>
                <a:ea typeface="Inter"/>
                <a:cs typeface="Inter"/>
                <a:sym typeface="Inter"/>
              </a:rPr>
              <a:t>Website relaunch</a:t>
            </a:r>
            <a:endParaRPr i="0" sz="1000" u="none" cap="none" strike="noStrike">
              <a:solidFill>
                <a:schemeClr val="dk1"/>
              </a:solidFill>
              <a:latin typeface="Inter"/>
              <a:ea typeface="Inter"/>
              <a:cs typeface="Inter"/>
              <a:sym typeface="Inter"/>
            </a:endParaRPr>
          </a:p>
        </p:txBody>
      </p:sp>
      <p:sp>
        <p:nvSpPr>
          <p:cNvPr id="762" name="Google Shape;762;p97"/>
          <p:cNvSpPr/>
          <p:nvPr/>
        </p:nvSpPr>
        <p:spPr>
          <a:xfrm>
            <a:off x="4828032" y="3136392"/>
            <a:ext cx="374904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Late June. Content, editorial and article resurfacing to strengthen SEO and site authority.</a:t>
            </a:r>
            <a:endParaRPr i="0" sz="900" u="none" cap="none" strike="noStrike">
              <a:solidFill>
                <a:schemeClr val="dk1"/>
              </a:solidFill>
              <a:latin typeface="Inter"/>
              <a:ea typeface="Inter"/>
              <a:cs typeface="Inter"/>
              <a:sym typeface="Inter"/>
            </a:endParaRPr>
          </a:p>
        </p:txBody>
      </p:sp>
      <p:sp>
        <p:nvSpPr>
          <p:cNvPr id="763" name="Google Shape;763;p97"/>
          <p:cNvSpPr/>
          <p:nvPr/>
        </p:nvSpPr>
        <p:spPr>
          <a:xfrm>
            <a:off x="4663440" y="3886200"/>
            <a:ext cx="4023360" cy="10058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64" name="Google Shape;764;p97"/>
          <p:cNvSpPr/>
          <p:nvPr/>
        </p:nvSpPr>
        <p:spPr>
          <a:xfrm>
            <a:off x="4663440" y="3886200"/>
            <a:ext cx="54864" cy="1005840"/>
          </a:xfrm>
          <a:prstGeom prst="rect">
            <a:avLst/>
          </a:prstGeom>
          <a:solidFill>
            <a:srgbClr val="FFCE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65" name="Google Shape;765;p97"/>
          <p:cNvSpPr/>
          <p:nvPr/>
        </p:nvSpPr>
        <p:spPr>
          <a:xfrm>
            <a:off x="4828032" y="3977640"/>
            <a:ext cx="37490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1000"/>
              <a:buFont typeface="Arial"/>
              <a:buNone/>
            </a:pPr>
            <a:r>
              <a:rPr b="1" i="0" lang="en" sz="1000" u="none" cap="none" strike="noStrike">
                <a:solidFill>
                  <a:schemeClr val="dk1"/>
                </a:solidFill>
                <a:latin typeface="Inter"/>
                <a:ea typeface="Inter"/>
                <a:cs typeface="Inter"/>
                <a:sym typeface="Inter"/>
              </a:rPr>
              <a:t>Community events</a:t>
            </a:r>
            <a:endParaRPr i="0" sz="1000" u="none" cap="none" strike="noStrike">
              <a:solidFill>
                <a:schemeClr val="dk1"/>
              </a:solidFill>
              <a:latin typeface="Inter"/>
              <a:ea typeface="Inter"/>
              <a:cs typeface="Inter"/>
              <a:sym typeface="Inter"/>
            </a:endParaRPr>
          </a:p>
        </p:txBody>
      </p:sp>
      <p:sp>
        <p:nvSpPr>
          <p:cNvPr id="766" name="Google Shape;766;p97"/>
          <p:cNvSpPr/>
          <p:nvPr/>
        </p:nvSpPr>
        <p:spPr>
          <a:xfrm>
            <a:off x="4828032" y="4233672"/>
            <a:ext cx="374904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NOVI Walks (June), Matcha workshops (mid-June), Mandala talks (June 30), Ignite (July).</a:t>
            </a:r>
            <a:endParaRPr i="0" sz="900" u="none" cap="none" strike="noStrike">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1" name="Shape 771"/>
        <p:cNvGrpSpPr/>
        <p:nvPr/>
      </p:nvGrpSpPr>
      <p:grpSpPr>
        <a:xfrm>
          <a:off x="0" y="0"/>
          <a:ext cx="0" cy="0"/>
          <a:chOff x="0" y="0"/>
          <a:chExt cx="0" cy="0"/>
        </a:xfrm>
      </p:grpSpPr>
      <p:sp>
        <p:nvSpPr>
          <p:cNvPr id="772" name="Google Shape;772;p98"/>
          <p:cNvSpPr/>
          <p:nvPr/>
        </p:nvSpPr>
        <p:spPr>
          <a:xfrm>
            <a:off x="274325" y="234000"/>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900"/>
              <a:buFont typeface="Arial"/>
              <a:buNone/>
            </a:pPr>
            <a:r>
              <a:rPr b="1" i="0" lang="en" sz="900" u="none" cap="none" strike="noStrike">
                <a:solidFill>
                  <a:schemeClr val="dk1"/>
                </a:solidFill>
                <a:latin typeface="Inter"/>
                <a:ea typeface="Inter"/>
                <a:cs typeface="Inter"/>
                <a:sym typeface="Inter"/>
              </a:rPr>
              <a:t>RELEASE SCHEDULE — MAY 21 TO MID-JULY 2026</a:t>
            </a:r>
            <a:endParaRPr i="0" sz="900" u="none" cap="none" strike="noStrike">
              <a:solidFill>
                <a:schemeClr val="dk1"/>
              </a:solidFill>
              <a:latin typeface="Inter"/>
              <a:ea typeface="Inter"/>
              <a:cs typeface="Inter"/>
              <a:sym typeface="Inter"/>
            </a:endParaRPr>
          </a:p>
        </p:txBody>
      </p:sp>
      <p:sp>
        <p:nvSpPr>
          <p:cNvPr id="773" name="Google Shape;773;p98"/>
          <p:cNvSpPr/>
          <p:nvPr/>
        </p:nvSpPr>
        <p:spPr>
          <a:xfrm>
            <a:off x="274325" y="480888"/>
            <a:ext cx="82296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400"/>
              <a:buFont typeface="Georgia"/>
              <a:buNone/>
            </a:pPr>
            <a:r>
              <a:rPr b="1" i="0" lang="en" sz="2400" u="none" cap="none" strike="noStrike">
                <a:solidFill>
                  <a:schemeClr val="dk1"/>
                </a:solidFill>
                <a:latin typeface="Inter"/>
                <a:ea typeface="Inter"/>
                <a:cs typeface="Inter"/>
                <a:sym typeface="Inter"/>
              </a:rPr>
              <a:t>8 weeks, 8 themes, building to Ignite</a:t>
            </a:r>
            <a:endParaRPr i="0" sz="2400" u="none" cap="none" strike="noStrike">
              <a:solidFill>
                <a:schemeClr val="dk1"/>
              </a:solidFill>
              <a:latin typeface="Inter"/>
              <a:ea typeface="Inter"/>
              <a:cs typeface="Inter"/>
              <a:sym typeface="Inter"/>
            </a:endParaRPr>
          </a:p>
        </p:txBody>
      </p:sp>
      <p:sp>
        <p:nvSpPr>
          <p:cNvPr id="774" name="Google Shape;774;p98"/>
          <p:cNvSpPr/>
          <p:nvPr/>
        </p:nvSpPr>
        <p:spPr>
          <a:xfrm>
            <a:off x="274320" y="1097280"/>
            <a:ext cx="1828800" cy="384048"/>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75" name="Google Shape;775;p98"/>
          <p:cNvSpPr/>
          <p:nvPr/>
        </p:nvSpPr>
        <p:spPr>
          <a:xfrm>
            <a:off x="310896" y="1133856"/>
            <a:ext cx="1755648" cy="310896"/>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Arial"/>
              <a:buNone/>
            </a:pPr>
            <a:r>
              <a:rPr b="1" i="0" lang="en" sz="800" u="none" cap="none" strike="noStrike">
                <a:solidFill>
                  <a:schemeClr val="dk1"/>
                </a:solidFill>
                <a:latin typeface="Inter"/>
                <a:ea typeface="Inter"/>
                <a:cs typeface="Inter"/>
                <a:sym typeface="Inter"/>
              </a:rPr>
              <a:t>Asset</a:t>
            </a:r>
            <a:endParaRPr i="0" sz="800" u="none" cap="none" strike="noStrike">
              <a:solidFill>
                <a:schemeClr val="dk1"/>
              </a:solidFill>
              <a:latin typeface="Inter"/>
              <a:ea typeface="Inter"/>
              <a:cs typeface="Inter"/>
              <a:sym typeface="Inter"/>
            </a:endParaRPr>
          </a:p>
        </p:txBody>
      </p:sp>
      <p:sp>
        <p:nvSpPr>
          <p:cNvPr id="776" name="Google Shape;776;p98"/>
          <p:cNvSpPr/>
          <p:nvPr/>
        </p:nvSpPr>
        <p:spPr>
          <a:xfrm>
            <a:off x="2103120" y="1097280"/>
            <a:ext cx="868680" cy="384048"/>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77" name="Google Shape;777;p98"/>
          <p:cNvSpPr/>
          <p:nvPr/>
        </p:nvSpPr>
        <p:spPr>
          <a:xfrm>
            <a:off x="2139696" y="1133856"/>
            <a:ext cx="795528" cy="310896"/>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Arial"/>
              <a:buNone/>
            </a:pPr>
            <a:r>
              <a:rPr b="1" i="0" lang="en" sz="800" u="none" cap="none" strike="noStrike">
                <a:solidFill>
                  <a:schemeClr val="dk1"/>
                </a:solidFill>
                <a:latin typeface="Inter"/>
                <a:ea typeface="Inter"/>
                <a:cs typeface="Inter"/>
                <a:sym typeface="Inter"/>
              </a:rPr>
              <a:t>W1 21 May</a:t>
            </a:r>
            <a:endParaRPr i="0" sz="800" u="none" cap="none" strike="noStrike">
              <a:solidFill>
                <a:schemeClr val="dk1"/>
              </a:solidFill>
              <a:latin typeface="Inter"/>
              <a:ea typeface="Inter"/>
              <a:cs typeface="Inter"/>
              <a:sym typeface="Inter"/>
            </a:endParaRPr>
          </a:p>
        </p:txBody>
      </p:sp>
      <p:sp>
        <p:nvSpPr>
          <p:cNvPr id="778" name="Google Shape;778;p98"/>
          <p:cNvSpPr/>
          <p:nvPr/>
        </p:nvSpPr>
        <p:spPr>
          <a:xfrm>
            <a:off x="2971800" y="1097280"/>
            <a:ext cx="868680" cy="384048"/>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79" name="Google Shape;779;p98"/>
          <p:cNvSpPr/>
          <p:nvPr/>
        </p:nvSpPr>
        <p:spPr>
          <a:xfrm>
            <a:off x="3008376" y="1133856"/>
            <a:ext cx="795528" cy="310896"/>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Arial"/>
              <a:buNone/>
            </a:pPr>
            <a:r>
              <a:rPr b="1" i="0" lang="en" sz="800" u="none" cap="none" strike="noStrike">
                <a:solidFill>
                  <a:schemeClr val="dk1"/>
                </a:solidFill>
                <a:latin typeface="Inter"/>
                <a:ea typeface="Inter"/>
                <a:cs typeface="Inter"/>
                <a:sym typeface="Inter"/>
              </a:rPr>
              <a:t>W2 28 May</a:t>
            </a:r>
            <a:endParaRPr i="0" sz="800" u="none" cap="none" strike="noStrike">
              <a:solidFill>
                <a:schemeClr val="dk1"/>
              </a:solidFill>
              <a:latin typeface="Inter"/>
              <a:ea typeface="Inter"/>
              <a:cs typeface="Inter"/>
              <a:sym typeface="Inter"/>
            </a:endParaRPr>
          </a:p>
        </p:txBody>
      </p:sp>
      <p:sp>
        <p:nvSpPr>
          <p:cNvPr id="780" name="Google Shape;780;p98"/>
          <p:cNvSpPr/>
          <p:nvPr/>
        </p:nvSpPr>
        <p:spPr>
          <a:xfrm>
            <a:off x="3840480" y="1097280"/>
            <a:ext cx="868680" cy="384048"/>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81" name="Google Shape;781;p98"/>
          <p:cNvSpPr/>
          <p:nvPr/>
        </p:nvSpPr>
        <p:spPr>
          <a:xfrm>
            <a:off x="3877056" y="1133856"/>
            <a:ext cx="795528" cy="310896"/>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Arial"/>
              <a:buNone/>
            </a:pPr>
            <a:r>
              <a:rPr b="1" i="0" lang="en" sz="800" u="none" cap="none" strike="noStrike">
                <a:solidFill>
                  <a:schemeClr val="dk1"/>
                </a:solidFill>
                <a:latin typeface="Inter"/>
                <a:ea typeface="Inter"/>
                <a:cs typeface="Inter"/>
                <a:sym typeface="Inter"/>
              </a:rPr>
              <a:t>W3 4 Jun</a:t>
            </a:r>
            <a:endParaRPr i="0" sz="800" u="none" cap="none" strike="noStrike">
              <a:solidFill>
                <a:schemeClr val="dk1"/>
              </a:solidFill>
              <a:latin typeface="Inter"/>
              <a:ea typeface="Inter"/>
              <a:cs typeface="Inter"/>
              <a:sym typeface="Inter"/>
            </a:endParaRPr>
          </a:p>
        </p:txBody>
      </p:sp>
      <p:sp>
        <p:nvSpPr>
          <p:cNvPr id="782" name="Google Shape;782;p98"/>
          <p:cNvSpPr/>
          <p:nvPr/>
        </p:nvSpPr>
        <p:spPr>
          <a:xfrm>
            <a:off x="4709160" y="1097280"/>
            <a:ext cx="868680" cy="384048"/>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83" name="Google Shape;783;p98"/>
          <p:cNvSpPr/>
          <p:nvPr/>
        </p:nvSpPr>
        <p:spPr>
          <a:xfrm>
            <a:off x="4745736" y="1133856"/>
            <a:ext cx="795528" cy="310896"/>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Arial"/>
              <a:buNone/>
            </a:pPr>
            <a:r>
              <a:rPr b="1" i="0" lang="en" sz="800" u="none" cap="none" strike="noStrike">
                <a:solidFill>
                  <a:schemeClr val="dk1"/>
                </a:solidFill>
                <a:latin typeface="Inter"/>
                <a:ea typeface="Inter"/>
                <a:cs typeface="Inter"/>
                <a:sym typeface="Inter"/>
              </a:rPr>
              <a:t>W4 11 Jun</a:t>
            </a:r>
            <a:endParaRPr i="0" sz="800" u="none" cap="none" strike="noStrike">
              <a:solidFill>
                <a:schemeClr val="dk1"/>
              </a:solidFill>
              <a:latin typeface="Inter"/>
              <a:ea typeface="Inter"/>
              <a:cs typeface="Inter"/>
              <a:sym typeface="Inter"/>
            </a:endParaRPr>
          </a:p>
        </p:txBody>
      </p:sp>
      <p:sp>
        <p:nvSpPr>
          <p:cNvPr id="784" name="Google Shape;784;p98"/>
          <p:cNvSpPr/>
          <p:nvPr/>
        </p:nvSpPr>
        <p:spPr>
          <a:xfrm>
            <a:off x="5577840" y="1097280"/>
            <a:ext cx="868680" cy="384048"/>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85" name="Google Shape;785;p98"/>
          <p:cNvSpPr/>
          <p:nvPr/>
        </p:nvSpPr>
        <p:spPr>
          <a:xfrm>
            <a:off x="5614416" y="1133856"/>
            <a:ext cx="795528" cy="310896"/>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Arial"/>
              <a:buNone/>
            </a:pPr>
            <a:r>
              <a:rPr b="1" i="0" lang="en" sz="800" u="none" cap="none" strike="noStrike">
                <a:solidFill>
                  <a:schemeClr val="dk1"/>
                </a:solidFill>
                <a:latin typeface="Inter"/>
                <a:ea typeface="Inter"/>
                <a:cs typeface="Inter"/>
                <a:sym typeface="Inter"/>
              </a:rPr>
              <a:t>W5 18 Jun</a:t>
            </a:r>
            <a:endParaRPr i="0" sz="800" u="none" cap="none" strike="noStrike">
              <a:solidFill>
                <a:schemeClr val="dk1"/>
              </a:solidFill>
              <a:latin typeface="Inter"/>
              <a:ea typeface="Inter"/>
              <a:cs typeface="Inter"/>
              <a:sym typeface="Inter"/>
            </a:endParaRPr>
          </a:p>
        </p:txBody>
      </p:sp>
      <p:sp>
        <p:nvSpPr>
          <p:cNvPr id="786" name="Google Shape;786;p98"/>
          <p:cNvSpPr/>
          <p:nvPr/>
        </p:nvSpPr>
        <p:spPr>
          <a:xfrm>
            <a:off x="6446520" y="1097280"/>
            <a:ext cx="868680" cy="384048"/>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87" name="Google Shape;787;p98"/>
          <p:cNvSpPr/>
          <p:nvPr/>
        </p:nvSpPr>
        <p:spPr>
          <a:xfrm>
            <a:off x="6483096" y="1133856"/>
            <a:ext cx="795528" cy="310896"/>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Arial"/>
              <a:buNone/>
            </a:pPr>
            <a:r>
              <a:rPr b="1" i="0" lang="en" sz="800" u="none" cap="none" strike="noStrike">
                <a:solidFill>
                  <a:schemeClr val="dk1"/>
                </a:solidFill>
                <a:latin typeface="Inter"/>
                <a:ea typeface="Inter"/>
                <a:cs typeface="Inter"/>
                <a:sym typeface="Inter"/>
              </a:rPr>
              <a:t>W6 25 Jun</a:t>
            </a:r>
            <a:endParaRPr i="0" sz="800" u="none" cap="none" strike="noStrike">
              <a:solidFill>
                <a:schemeClr val="dk1"/>
              </a:solidFill>
              <a:latin typeface="Inter"/>
              <a:ea typeface="Inter"/>
              <a:cs typeface="Inter"/>
              <a:sym typeface="Inter"/>
            </a:endParaRPr>
          </a:p>
        </p:txBody>
      </p:sp>
      <p:sp>
        <p:nvSpPr>
          <p:cNvPr id="788" name="Google Shape;788;p98"/>
          <p:cNvSpPr/>
          <p:nvPr/>
        </p:nvSpPr>
        <p:spPr>
          <a:xfrm>
            <a:off x="7315200" y="1097280"/>
            <a:ext cx="868680" cy="384048"/>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89" name="Google Shape;789;p98"/>
          <p:cNvSpPr/>
          <p:nvPr/>
        </p:nvSpPr>
        <p:spPr>
          <a:xfrm>
            <a:off x="7351776" y="1133856"/>
            <a:ext cx="795528" cy="310896"/>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Arial"/>
              <a:buNone/>
            </a:pPr>
            <a:r>
              <a:rPr b="1" i="0" lang="en" sz="800" u="none" cap="none" strike="noStrike">
                <a:solidFill>
                  <a:schemeClr val="dk1"/>
                </a:solidFill>
                <a:latin typeface="Inter"/>
                <a:ea typeface="Inter"/>
                <a:cs typeface="Inter"/>
                <a:sym typeface="Inter"/>
              </a:rPr>
              <a:t>W7 2 Jul</a:t>
            </a:r>
            <a:endParaRPr i="0" sz="800" u="none" cap="none" strike="noStrike">
              <a:solidFill>
                <a:schemeClr val="dk1"/>
              </a:solidFill>
              <a:latin typeface="Inter"/>
              <a:ea typeface="Inter"/>
              <a:cs typeface="Inter"/>
              <a:sym typeface="Inter"/>
            </a:endParaRPr>
          </a:p>
        </p:txBody>
      </p:sp>
      <p:sp>
        <p:nvSpPr>
          <p:cNvPr id="790" name="Google Shape;790;p98"/>
          <p:cNvSpPr/>
          <p:nvPr/>
        </p:nvSpPr>
        <p:spPr>
          <a:xfrm>
            <a:off x="8183880" y="1097280"/>
            <a:ext cx="868680" cy="384048"/>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91" name="Google Shape;791;p98"/>
          <p:cNvSpPr/>
          <p:nvPr/>
        </p:nvSpPr>
        <p:spPr>
          <a:xfrm>
            <a:off x="8220456" y="1133856"/>
            <a:ext cx="795528" cy="310896"/>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Arial"/>
              <a:buNone/>
            </a:pPr>
            <a:r>
              <a:rPr b="1" i="0" lang="en" sz="800" u="none" cap="none" strike="noStrike">
                <a:solidFill>
                  <a:schemeClr val="dk1"/>
                </a:solidFill>
                <a:latin typeface="Inter"/>
                <a:ea typeface="Inter"/>
                <a:cs typeface="Inter"/>
                <a:sym typeface="Inter"/>
              </a:rPr>
              <a:t>W8 9 Jul</a:t>
            </a:r>
            <a:endParaRPr i="0" sz="800" u="none" cap="none" strike="noStrike">
              <a:solidFill>
                <a:schemeClr val="dk1"/>
              </a:solidFill>
              <a:latin typeface="Inter"/>
              <a:ea typeface="Inter"/>
              <a:cs typeface="Inter"/>
              <a:sym typeface="Inter"/>
            </a:endParaRPr>
          </a:p>
        </p:txBody>
      </p:sp>
      <p:sp>
        <p:nvSpPr>
          <p:cNvPr id="792" name="Google Shape;792;p98"/>
          <p:cNvSpPr/>
          <p:nvPr/>
        </p:nvSpPr>
        <p:spPr>
          <a:xfrm>
            <a:off x="274320" y="1481328"/>
            <a:ext cx="182880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93" name="Google Shape;793;p98"/>
          <p:cNvSpPr/>
          <p:nvPr/>
        </p:nvSpPr>
        <p:spPr>
          <a:xfrm>
            <a:off x="347472" y="1527048"/>
            <a:ext cx="1737360" cy="29260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chemeClr val="dk1"/>
                </a:solidFill>
                <a:latin typeface="Inter"/>
                <a:ea typeface="Inter"/>
                <a:cs typeface="Inter"/>
                <a:sym typeface="Inter"/>
              </a:rPr>
              <a:t>Hero film</a:t>
            </a:r>
            <a:endParaRPr i="0" sz="900" u="none" cap="none" strike="noStrike">
              <a:solidFill>
                <a:schemeClr val="dk1"/>
              </a:solidFill>
              <a:latin typeface="Inter"/>
              <a:ea typeface="Inter"/>
              <a:cs typeface="Inter"/>
              <a:sym typeface="Inter"/>
            </a:endParaRPr>
          </a:p>
        </p:txBody>
      </p:sp>
      <p:sp>
        <p:nvSpPr>
          <p:cNvPr id="794" name="Google Shape;794;p98"/>
          <p:cNvSpPr/>
          <p:nvPr/>
        </p:nvSpPr>
        <p:spPr>
          <a:xfrm>
            <a:off x="2103120" y="148132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95" name="Google Shape;795;p98"/>
          <p:cNvSpPr/>
          <p:nvPr/>
        </p:nvSpPr>
        <p:spPr>
          <a:xfrm>
            <a:off x="2139696" y="152704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96" name="Google Shape;796;p98"/>
          <p:cNvSpPr/>
          <p:nvPr/>
        </p:nvSpPr>
        <p:spPr>
          <a:xfrm>
            <a:off x="2157984" y="153619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W1</a:t>
            </a:r>
            <a:endParaRPr i="0" sz="700" u="none" cap="none" strike="noStrike">
              <a:solidFill>
                <a:schemeClr val="dk1"/>
              </a:solidFill>
              <a:latin typeface="Inter"/>
              <a:ea typeface="Inter"/>
              <a:cs typeface="Inter"/>
              <a:sym typeface="Inter"/>
            </a:endParaRPr>
          </a:p>
        </p:txBody>
      </p:sp>
      <p:sp>
        <p:nvSpPr>
          <p:cNvPr id="797" name="Google Shape;797;p98"/>
          <p:cNvSpPr/>
          <p:nvPr/>
        </p:nvSpPr>
        <p:spPr>
          <a:xfrm>
            <a:off x="2971800" y="148132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98" name="Google Shape;798;p98"/>
          <p:cNvSpPr/>
          <p:nvPr/>
        </p:nvSpPr>
        <p:spPr>
          <a:xfrm>
            <a:off x="3008376" y="152704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799" name="Google Shape;799;p98"/>
          <p:cNvSpPr/>
          <p:nvPr/>
        </p:nvSpPr>
        <p:spPr>
          <a:xfrm>
            <a:off x="3026664" y="153619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W2</a:t>
            </a:r>
            <a:endParaRPr i="0" sz="700" u="none" cap="none" strike="noStrike">
              <a:solidFill>
                <a:schemeClr val="dk1"/>
              </a:solidFill>
              <a:latin typeface="Inter"/>
              <a:ea typeface="Inter"/>
              <a:cs typeface="Inter"/>
              <a:sym typeface="Inter"/>
            </a:endParaRPr>
          </a:p>
        </p:txBody>
      </p:sp>
      <p:sp>
        <p:nvSpPr>
          <p:cNvPr id="800" name="Google Shape;800;p98"/>
          <p:cNvSpPr/>
          <p:nvPr/>
        </p:nvSpPr>
        <p:spPr>
          <a:xfrm>
            <a:off x="3840480" y="148132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01" name="Google Shape;801;p98"/>
          <p:cNvSpPr/>
          <p:nvPr/>
        </p:nvSpPr>
        <p:spPr>
          <a:xfrm>
            <a:off x="3877056" y="152704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02" name="Google Shape;802;p98"/>
          <p:cNvSpPr/>
          <p:nvPr/>
        </p:nvSpPr>
        <p:spPr>
          <a:xfrm>
            <a:off x="3895344" y="153619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W3</a:t>
            </a:r>
            <a:endParaRPr i="0" sz="700" u="none" cap="none" strike="noStrike">
              <a:solidFill>
                <a:schemeClr val="dk1"/>
              </a:solidFill>
              <a:latin typeface="Inter"/>
              <a:ea typeface="Inter"/>
              <a:cs typeface="Inter"/>
              <a:sym typeface="Inter"/>
            </a:endParaRPr>
          </a:p>
        </p:txBody>
      </p:sp>
      <p:sp>
        <p:nvSpPr>
          <p:cNvPr id="803" name="Google Shape;803;p98"/>
          <p:cNvSpPr/>
          <p:nvPr/>
        </p:nvSpPr>
        <p:spPr>
          <a:xfrm>
            <a:off x="4709160" y="148132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04" name="Google Shape;804;p98"/>
          <p:cNvSpPr/>
          <p:nvPr/>
        </p:nvSpPr>
        <p:spPr>
          <a:xfrm>
            <a:off x="4745736" y="152704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05" name="Google Shape;805;p98"/>
          <p:cNvSpPr/>
          <p:nvPr/>
        </p:nvSpPr>
        <p:spPr>
          <a:xfrm>
            <a:off x="4764024" y="153619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W4</a:t>
            </a:r>
            <a:endParaRPr i="0" sz="700" u="none" cap="none" strike="noStrike">
              <a:solidFill>
                <a:schemeClr val="dk1"/>
              </a:solidFill>
              <a:latin typeface="Inter"/>
              <a:ea typeface="Inter"/>
              <a:cs typeface="Inter"/>
              <a:sym typeface="Inter"/>
            </a:endParaRPr>
          </a:p>
        </p:txBody>
      </p:sp>
      <p:sp>
        <p:nvSpPr>
          <p:cNvPr id="806" name="Google Shape;806;p98"/>
          <p:cNvSpPr/>
          <p:nvPr/>
        </p:nvSpPr>
        <p:spPr>
          <a:xfrm>
            <a:off x="5577840" y="148132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07" name="Google Shape;807;p98"/>
          <p:cNvSpPr/>
          <p:nvPr/>
        </p:nvSpPr>
        <p:spPr>
          <a:xfrm>
            <a:off x="5614416" y="152704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08" name="Google Shape;808;p98"/>
          <p:cNvSpPr/>
          <p:nvPr/>
        </p:nvSpPr>
        <p:spPr>
          <a:xfrm>
            <a:off x="5632704" y="153619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W5</a:t>
            </a:r>
            <a:endParaRPr i="0" sz="700" u="none" cap="none" strike="noStrike">
              <a:solidFill>
                <a:schemeClr val="dk1"/>
              </a:solidFill>
              <a:latin typeface="Inter"/>
              <a:ea typeface="Inter"/>
              <a:cs typeface="Inter"/>
              <a:sym typeface="Inter"/>
            </a:endParaRPr>
          </a:p>
        </p:txBody>
      </p:sp>
      <p:sp>
        <p:nvSpPr>
          <p:cNvPr id="809" name="Google Shape;809;p98"/>
          <p:cNvSpPr/>
          <p:nvPr/>
        </p:nvSpPr>
        <p:spPr>
          <a:xfrm>
            <a:off x="6446520" y="148132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10" name="Google Shape;810;p98"/>
          <p:cNvSpPr/>
          <p:nvPr/>
        </p:nvSpPr>
        <p:spPr>
          <a:xfrm>
            <a:off x="6483096" y="152704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11" name="Google Shape;811;p98"/>
          <p:cNvSpPr/>
          <p:nvPr/>
        </p:nvSpPr>
        <p:spPr>
          <a:xfrm>
            <a:off x="6501384" y="153619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W6</a:t>
            </a:r>
            <a:endParaRPr i="0" sz="700" u="none" cap="none" strike="noStrike">
              <a:solidFill>
                <a:schemeClr val="dk1"/>
              </a:solidFill>
              <a:latin typeface="Inter"/>
              <a:ea typeface="Inter"/>
              <a:cs typeface="Inter"/>
              <a:sym typeface="Inter"/>
            </a:endParaRPr>
          </a:p>
        </p:txBody>
      </p:sp>
      <p:sp>
        <p:nvSpPr>
          <p:cNvPr id="812" name="Google Shape;812;p98"/>
          <p:cNvSpPr/>
          <p:nvPr/>
        </p:nvSpPr>
        <p:spPr>
          <a:xfrm>
            <a:off x="7315200" y="148132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13" name="Google Shape;813;p98"/>
          <p:cNvSpPr/>
          <p:nvPr/>
        </p:nvSpPr>
        <p:spPr>
          <a:xfrm>
            <a:off x="7351776" y="152704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14" name="Google Shape;814;p98"/>
          <p:cNvSpPr/>
          <p:nvPr/>
        </p:nvSpPr>
        <p:spPr>
          <a:xfrm>
            <a:off x="7370064" y="153619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W7</a:t>
            </a:r>
            <a:endParaRPr i="0" sz="700" u="none" cap="none" strike="noStrike">
              <a:solidFill>
                <a:schemeClr val="dk1"/>
              </a:solidFill>
              <a:latin typeface="Inter"/>
              <a:ea typeface="Inter"/>
              <a:cs typeface="Inter"/>
              <a:sym typeface="Inter"/>
            </a:endParaRPr>
          </a:p>
        </p:txBody>
      </p:sp>
      <p:sp>
        <p:nvSpPr>
          <p:cNvPr id="815" name="Google Shape;815;p98"/>
          <p:cNvSpPr/>
          <p:nvPr/>
        </p:nvSpPr>
        <p:spPr>
          <a:xfrm>
            <a:off x="8183880" y="148132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16" name="Google Shape;816;p98"/>
          <p:cNvSpPr/>
          <p:nvPr/>
        </p:nvSpPr>
        <p:spPr>
          <a:xfrm>
            <a:off x="8220456" y="152704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17" name="Google Shape;817;p98"/>
          <p:cNvSpPr/>
          <p:nvPr/>
        </p:nvSpPr>
        <p:spPr>
          <a:xfrm>
            <a:off x="8238744" y="153619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W8</a:t>
            </a:r>
            <a:endParaRPr i="0" sz="700" u="none" cap="none" strike="noStrike">
              <a:solidFill>
                <a:schemeClr val="dk1"/>
              </a:solidFill>
              <a:latin typeface="Inter"/>
              <a:ea typeface="Inter"/>
              <a:cs typeface="Inter"/>
              <a:sym typeface="Inter"/>
            </a:endParaRPr>
          </a:p>
        </p:txBody>
      </p:sp>
      <p:sp>
        <p:nvSpPr>
          <p:cNvPr id="818" name="Google Shape;818;p98"/>
          <p:cNvSpPr/>
          <p:nvPr/>
        </p:nvSpPr>
        <p:spPr>
          <a:xfrm>
            <a:off x="274320" y="1865376"/>
            <a:ext cx="182880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19" name="Google Shape;819;p98"/>
          <p:cNvSpPr/>
          <p:nvPr/>
        </p:nvSpPr>
        <p:spPr>
          <a:xfrm>
            <a:off x="347472" y="1911096"/>
            <a:ext cx="1737360" cy="29260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chemeClr val="dk1"/>
                </a:solidFill>
                <a:latin typeface="Inter"/>
                <a:ea typeface="Inter"/>
                <a:cs typeface="Inter"/>
                <a:sym typeface="Inter"/>
              </a:rPr>
              <a:t>Ask Dr Whitney</a:t>
            </a:r>
            <a:endParaRPr i="0" sz="900" u="none" cap="none" strike="noStrike">
              <a:solidFill>
                <a:schemeClr val="dk1"/>
              </a:solidFill>
              <a:latin typeface="Inter"/>
              <a:ea typeface="Inter"/>
              <a:cs typeface="Inter"/>
              <a:sym typeface="Inter"/>
            </a:endParaRPr>
          </a:p>
        </p:txBody>
      </p:sp>
      <p:sp>
        <p:nvSpPr>
          <p:cNvPr id="820" name="Google Shape;820;p98"/>
          <p:cNvSpPr/>
          <p:nvPr/>
        </p:nvSpPr>
        <p:spPr>
          <a:xfrm>
            <a:off x="2103120" y="186537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21" name="Google Shape;821;p98"/>
          <p:cNvSpPr/>
          <p:nvPr/>
        </p:nvSpPr>
        <p:spPr>
          <a:xfrm>
            <a:off x="2139696" y="1911096"/>
            <a:ext cx="795528" cy="274320"/>
          </a:xfrm>
          <a:prstGeom prst="rect">
            <a:avLst/>
          </a:prstGeom>
          <a:solidFill>
            <a:srgbClr val="E5D8C7"/>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22" name="Google Shape;822;p98"/>
          <p:cNvSpPr/>
          <p:nvPr/>
        </p:nvSpPr>
        <p:spPr>
          <a:xfrm>
            <a:off x="2157984" y="1920240"/>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EDM</a:t>
            </a:r>
            <a:endParaRPr i="0" sz="700" u="none" cap="none" strike="noStrike">
              <a:solidFill>
                <a:schemeClr val="dk1"/>
              </a:solidFill>
              <a:latin typeface="Inter"/>
              <a:ea typeface="Inter"/>
              <a:cs typeface="Inter"/>
              <a:sym typeface="Inter"/>
            </a:endParaRPr>
          </a:p>
        </p:txBody>
      </p:sp>
      <p:sp>
        <p:nvSpPr>
          <p:cNvPr id="823" name="Google Shape;823;p98"/>
          <p:cNvSpPr/>
          <p:nvPr/>
        </p:nvSpPr>
        <p:spPr>
          <a:xfrm>
            <a:off x="2971800" y="186537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24" name="Google Shape;824;p98"/>
          <p:cNvSpPr/>
          <p:nvPr/>
        </p:nvSpPr>
        <p:spPr>
          <a:xfrm>
            <a:off x="3008376" y="1911096"/>
            <a:ext cx="795528" cy="274320"/>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25" name="Google Shape;825;p98"/>
          <p:cNvSpPr/>
          <p:nvPr/>
        </p:nvSpPr>
        <p:spPr>
          <a:xfrm>
            <a:off x="3026664" y="1920240"/>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Rec</a:t>
            </a:r>
            <a:endParaRPr i="0" sz="700" u="none" cap="none" strike="noStrike">
              <a:solidFill>
                <a:schemeClr val="dk1"/>
              </a:solidFill>
              <a:latin typeface="Inter"/>
              <a:ea typeface="Inter"/>
              <a:cs typeface="Inter"/>
              <a:sym typeface="Inter"/>
            </a:endParaRPr>
          </a:p>
        </p:txBody>
      </p:sp>
      <p:sp>
        <p:nvSpPr>
          <p:cNvPr id="826" name="Google Shape;826;p98"/>
          <p:cNvSpPr/>
          <p:nvPr/>
        </p:nvSpPr>
        <p:spPr>
          <a:xfrm>
            <a:off x="3840480" y="186537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27" name="Google Shape;827;p98"/>
          <p:cNvSpPr/>
          <p:nvPr/>
        </p:nvSpPr>
        <p:spPr>
          <a:xfrm>
            <a:off x="3877056" y="1911096"/>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28" name="Google Shape;828;p98"/>
          <p:cNvSpPr/>
          <p:nvPr/>
        </p:nvSpPr>
        <p:spPr>
          <a:xfrm>
            <a:off x="3895344" y="1920240"/>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Release</a:t>
            </a:r>
            <a:endParaRPr i="0" sz="700" u="none" cap="none" strike="noStrike">
              <a:solidFill>
                <a:schemeClr val="dk1"/>
              </a:solidFill>
              <a:latin typeface="Inter"/>
              <a:ea typeface="Inter"/>
              <a:cs typeface="Inter"/>
              <a:sym typeface="Inter"/>
            </a:endParaRPr>
          </a:p>
        </p:txBody>
      </p:sp>
      <p:sp>
        <p:nvSpPr>
          <p:cNvPr id="829" name="Google Shape;829;p98"/>
          <p:cNvSpPr/>
          <p:nvPr/>
        </p:nvSpPr>
        <p:spPr>
          <a:xfrm>
            <a:off x="4709160" y="186537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30" name="Google Shape;830;p98"/>
          <p:cNvSpPr/>
          <p:nvPr/>
        </p:nvSpPr>
        <p:spPr>
          <a:xfrm>
            <a:off x="5577840" y="186537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31" name="Google Shape;831;p98"/>
          <p:cNvSpPr/>
          <p:nvPr/>
        </p:nvSpPr>
        <p:spPr>
          <a:xfrm>
            <a:off x="6446520" y="186537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32" name="Google Shape;832;p98"/>
          <p:cNvSpPr/>
          <p:nvPr/>
        </p:nvSpPr>
        <p:spPr>
          <a:xfrm>
            <a:off x="7315200" y="186537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33" name="Google Shape;833;p98"/>
          <p:cNvSpPr/>
          <p:nvPr/>
        </p:nvSpPr>
        <p:spPr>
          <a:xfrm>
            <a:off x="8183880" y="186537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34" name="Google Shape;834;p98"/>
          <p:cNvSpPr/>
          <p:nvPr/>
        </p:nvSpPr>
        <p:spPr>
          <a:xfrm>
            <a:off x="274320" y="2249424"/>
            <a:ext cx="182880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35" name="Google Shape;835;p98"/>
          <p:cNvSpPr/>
          <p:nvPr/>
        </p:nvSpPr>
        <p:spPr>
          <a:xfrm>
            <a:off x="347472" y="2295144"/>
            <a:ext cx="1737360" cy="29260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chemeClr val="dk1"/>
                </a:solidFill>
                <a:latin typeface="Inter"/>
                <a:ea typeface="Inter"/>
                <a:cs typeface="Inter"/>
                <a:sym typeface="Inter"/>
              </a:rPr>
              <a:t>76Q FAQ / Spotify</a:t>
            </a:r>
            <a:endParaRPr i="0" sz="900" u="none" cap="none" strike="noStrike">
              <a:solidFill>
                <a:schemeClr val="dk1"/>
              </a:solidFill>
              <a:latin typeface="Inter"/>
              <a:ea typeface="Inter"/>
              <a:cs typeface="Inter"/>
              <a:sym typeface="Inter"/>
            </a:endParaRPr>
          </a:p>
        </p:txBody>
      </p:sp>
      <p:sp>
        <p:nvSpPr>
          <p:cNvPr id="836" name="Google Shape;836;p98"/>
          <p:cNvSpPr/>
          <p:nvPr/>
        </p:nvSpPr>
        <p:spPr>
          <a:xfrm>
            <a:off x="2103120" y="224942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37" name="Google Shape;837;p98"/>
          <p:cNvSpPr/>
          <p:nvPr/>
        </p:nvSpPr>
        <p:spPr>
          <a:xfrm>
            <a:off x="2971800" y="224942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38" name="Google Shape;838;p98"/>
          <p:cNvSpPr/>
          <p:nvPr/>
        </p:nvSpPr>
        <p:spPr>
          <a:xfrm>
            <a:off x="3840480" y="224942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39" name="Google Shape;839;p98"/>
          <p:cNvSpPr/>
          <p:nvPr/>
        </p:nvSpPr>
        <p:spPr>
          <a:xfrm>
            <a:off x="3877056" y="2295144"/>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40" name="Google Shape;840;p98"/>
          <p:cNvSpPr/>
          <p:nvPr/>
        </p:nvSpPr>
        <p:spPr>
          <a:xfrm>
            <a:off x="3895344" y="2304288"/>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Launch</a:t>
            </a:r>
            <a:endParaRPr i="0" sz="700" u="none" cap="none" strike="noStrike">
              <a:solidFill>
                <a:schemeClr val="dk1"/>
              </a:solidFill>
              <a:latin typeface="Inter"/>
              <a:ea typeface="Inter"/>
              <a:cs typeface="Inter"/>
              <a:sym typeface="Inter"/>
            </a:endParaRPr>
          </a:p>
        </p:txBody>
      </p:sp>
      <p:sp>
        <p:nvSpPr>
          <p:cNvPr id="841" name="Google Shape;841;p98"/>
          <p:cNvSpPr/>
          <p:nvPr/>
        </p:nvSpPr>
        <p:spPr>
          <a:xfrm>
            <a:off x="4709160" y="224942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42" name="Google Shape;842;p98"/>
          <p:cNvSpPr/>
          <p:nvPr/>
        </p:nvSpPr>
        <p:spPr>
          <a:xfrm>
            <a:off x="5577840" y="224942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43" name="Google Shape;843;p98"/>
          <p:cNvSpPr/>
          <p:nvPr/>
        </p:nvSpPr>
        <p:spPr>
          <a:xfrm>
            <a:off x="6446520" y="224942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44" name="Google Shape;844;p98"/>
          <p:cNvSpPr/>
          <p:nvPr/>
        </p:nvSpPr>
        <p:spPr>
          <a:xfrm>
            <a:off x="7315200" y="224942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45" name="Google Shape;845;p98"/>
          <p:cNvSpPr/>
          <p:nvPr/>
        </p:nvSpPr>
        <p:spPr>
          <a:xfrm>
            <a:off x="8183880" y="224942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46" name="Google Shape;846;p98"/>
          <p:cNvSpPr/>
          <p:nvPr/>
        </p:nvSpPr>
        <p:spPr>
          <a:xfrm>
            <a:off x="274320" y="2633472"/>
            <a:ext cx="182880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47" name="Google Shape;847;p98"/>
          <p:cNvSpPr/>
          <p:nvPr/>
        </p:nvSpPr>
        <p:spPr>
          <a:xfrm>
            <a:off x="347472" y="2679192"/>
            <a:ext cx="1737360" cy="29260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chemeClr val="dk1"/>
                </a:solidFill>
                <a:latin typeface="Inter"/>
                <a:ea typeface="Inter"/>
                <a:cs typeface="Inter"/>
                <a:sym typeface="Inter"/>
              </a:rPr>
              <a:t>IG: video + carousel</a:t>
            </a:r>
            <a:endParaRPr i="0" sz="900" u="none" cap="none" strike="noStrike">
              <a:solidFill>
                <a:schemeClr val="dk1"/>
              </a:solidFill>
              <a:latin typeface="Inter"/>
              <a:ea typeface="Inter"/>
              <a:cs typeface="Inter"/>
              <a:sym typeface="Inter"/>
            </a:endParaRPr>
          </a:p>
        </p:txBody>
      </p:sp>
      <p:sp>
        <p:nvSpPr>
          <p:cNvPr id="848" name="Google Shape;848;p98"/>
          <p:cNvSpPr/>
          <p:nvPr/>
        </p:nvSpPr>
        <p:spPr>
          <a:xfrm>
            <a:off x="2103120" y="2633472"/>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49" name="Google Shape;849;p98"/>
          <p:cNvSpPr/>
          <p:nvPr/>
        </p:nvSpPr>
        <p:spPr>
          <a:xfrm>
            <a:off x="2139696" y="2679192"/>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50" name="Google Shape;850;p98"/>
          <p:cNvSpPr/>
          <p:nvPr/>
        </p:nvSpPr>
        <p:spPr>
          <a:xfrm>
            <a:off x="2157984" y="2688336"/>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51" name="Google Shape;851;p98"/>
          <p:cNvSpPr/>
          <p:nvPr/>
        </p:nvSpPr>
        <p:spPr>
          <a:xfrm>
            <a:off x="2971800" y="2633472"/>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52" name="Google Shape;852;p98"/>
          <p:cNvSpPr/>
          <p:nvPr/>
        </p:nvSpPr>
        <p:spPr>
          <a:xfrm>
            <a:off x="3008376" y="2679192"/>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53" name="Google Shape;853;p98"/>
          <p:cNvSpPr/>
          <p:nvPr/>
        </p:nvSpPr>
        <p:spPr>
          <a:xfrm>
            <a:off x="3026664" y="2688336"/>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54" name="Google Shape;854;p98"/>
          <p:cNvSpPr/>
          <p:nvPr/>
        </p:nvSpPr>
        <p:spPr>
          <a:xfrm>
            <a:off x="3840480" y="2633472"/>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55" name="Google Shape;855;p98"/>
          <p:cNvSpPr/>
          <p:nvPr/>
        </p:nvSpPr>
        <p:spPr>
          <a:xfrm>
            <a:off x="3877056" y="2679192"/>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56" name="Google Shape;856;p98"/>
          <p:cNvSpPr/>
          <p:nvPr/>
        </p:nvSpPr>
        <p:spPr>
          <a:xfrm>
            <a:off x="3895344" y="2688336"/>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57" name="Google Shape;857;p98"/>
          <p:cNvSpPr/>
          <p:nvPr/>
        </p:nvSpPr>
        <p:spPr>
          <a:xfrm>
            <a:off x="4709160" y="2633472"/>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58" name="Google Shape;858;p98"/>
          <p:cNvSpPr/>
          <p:nvPr/>
        </p:nvSpPr>
        <p:spPr>
          <a:xfrm>
            <a:off x="4745736" y="2679192"/>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59" name="Google Shape;859;p98"/>
          <p:cNvSpPr/>
          <p:nvPr/>
        </p:nvSpPr>
        <p:spPr>
          <a:xfrm>
            <a:off x="4764024" y="2688336"/>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60" name="Google Shape;860;p98"/>
          <p:cNvSpPr/>
          <p:nvPr/>
        </p:nvSpPr>
        <p:spPr>
          <a:xfrm>
            <a:off x="5577840" y="2633472"/>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61" name="Google Shape;861;p98"/>
          <p:cNvSpPr/>
          <p:nvPr/>
        </p:nvSpPr>
        <p:spPr>
          <a:xfrm>
            <a:off x="5614416" y="2679192"/>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62" name="Google Shape;862;p98"/>
          <p:cNvSpPr/>
          <p:nvPr/>
        </p:nvSpPr>
        <p:spPr>
          <a:xfrm>
            <a:off x="5632704" y="2688336"/>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63" name="Google Shape;863;p98"/>
          <p:cNvSpPr/>
          <p:nvPr/>
        </p:nvSpPr>
        <p:spPr>
          <a:xfrm>
            <a:off x="6446520" y="2633472"/>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64" name="Google Shape;864;p98"/>
          <p:cNvSpPr/>
          <p:nvPr/>
        </p:nvSpPr>
        <p:spPr>
          <a:xfrm>
            <a:off x="6483096" y="2679192"/>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65" name="Google Shape;865;p98"/>
          <p:cNvSpPr/>
          <p:nvPr/>
        </p:nvSpPr>
        <p:spPr>
          <a:xfrm>
            <a:off x="6501384" y="2688336"/>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66" name="Google Shape;866;p98"/>
          <p:cNvSpPr/>
          <p:nvPr/>
        </p:nvSpPr>
        <p:spPr>
          <a:xfrm>
            <a:off x="7315200" y="2633472"/>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67" name="Google Shape;867;p98"/>
          <p:cNvSpPr/>
          <p:nvPr/>
        </p:nvSpPr>
        <p:spPr>
          <a:xfrm>
            <a:off x="7351776" y="2679192"/>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68" name="Google Shape;868;p98"/>
          <p:cNvSpPr/>
          <p:nvPr/>
        </p:nvSpPr>
        <p:spPr>
          <a:xfrm>
            <a:off x="7370064" y="2688336"/>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69" name="Google Shape;869;p98"/>
          <p:cNvSpPr/>
          <p:nvPr/>
        </p:nvSpPr>
        <p:spPr>
          <a:xfrm>
            <a:off x="8183880" y="2633472"/>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70" name="Google Shape;870;p98"/>
          <p:cNvSpPr/>
          <p:nvPr/>
        </p:nvSpPr>
        <p:spPr>
          <a:xfrm>
            <a:off x="8220456" y="2679192"/>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71" name="Google Shape;871;p98"/>
          <p:cNvSpPr/>
          <p:nvPr/>
        </p:nvSpPr>
        <p:spPr>
          <a:xfrm>
            <a:off x="8238744" y="2688336"/>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72" name="Google Shape;872;p98"/>
          <p:cNvSpPr/>
          <p:nvPr/>
        </p:nvSpPr>
        <p:spPr>
          <a:xfrm>
            <a:off x="274320" y="3017520"/>
            <a:ext cx="182880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73" name="Google Shape;873;p98"/>
          <p:cNvSpPr/>
          <p:nvPr/>
        </p:nvSpPr>
        <p:spPr>
          <a:xfrm>
            <a:off x="347472" y="3063240"/>
            <a:ext cx="1737360" cy="29260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chemeClr val="dk1"/>
                </a:solidFill>
                <a:latin typeface="Inter"/>
                <a:ea typeface="Inter"/>
                <a:cs typeface="Inter"/>
                <a:sym typeface="Inter"/>
              </a:rPr>
              <a:t>EDM broadcast</a:t>
            </a:r>
            <a:endParaRPr i="0" sz="900" u="none" cap="none" strike="noStrike">
              <a:solidFill>
                <a:schemeClr val="dk1"/>
              </a:solidFill>
              <a:latin typeface="Inter"/>
              <a:ea typeface="Inter"/>
              <a:cs typeface="Inter"/>
              <a:sym typeface="Inter"/>
            </a:endParaRPr>
          </a:p>
        </p:txBody>
      </p:sp>
      <p:sp>
        <p:nvSpPr>
          <p:cNvPr id="874" name="Google Shape;874;p98"/>
          <p:cNvSpPr/>
          <p:nvPr/>
        </p:nvSpPr>
        <p:spPr>
          <a:xfrm>
            <a:off x="2103120" y="3017520"/>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75" name="Google Shape;875;p98"/>
          <p:cNvSpPr/>
          <p:nvPr/>
        </p:nvSpPr>
        <p:spPr>
          <a:xfrm>
            <a:off x="2139696" y="3063240"/>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76" name="Google Shape;876;p98"/>
          <p:cNvSpPr/>
          <p:nvPr/>
        </p:nvSpPr>
        <p:spPr>
          <a:xfrm>
            <a:off x="2157984" y="3072384"/>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77" name="Google Shape;877;p98"/>
          <p:cNvSpPr/>
          <p:nvPr/>
        </p:nvSpPr>
        <p:spPr>
          <a:xfrm>
            <a:off x="2971800" y="3017520"/>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78" name="Google Shape;878;p98"/>
          <p:cNvSpPr/>
          <p:nvPr/>
        </p:nvSpPr>
        <p:spPr>
          <a:xfrm>
            <a:off x="3008376" y="3063240"/>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79" name="Google Shape;879;p98"/>
          <p:cNvSpPr/>
          <p:nvPr/>
        </p:nvSpPr>
        <p:spPr>
          <a:xfrm>
            <a:off x="3026664" y="3072384"/>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80" name="Google Shape;880;p98"/>
          <p:cNvSpPr/>
          <p:nvPr/>
        </p:nvSpPr>
        <p:spPr>
          <a:xfrm>
            <a:off x="3840480" y="3017520"/>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81" name="Google Shape;881;p98"/>
          <p:cNvSpPr/>
          <p:nvPr/>
        </p:nvSpPr>
        <p:spPr>
          <a:xfrm>
            <a:off x="3877056" y="3063240"/>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82" name="Google Shape;882;p98"/>
          <p:cNvSpPr/>
          <p:nvPr/>
        </p:nvSpPr>
        <p:spPr>
          <a:xfrm>
            <a:off x="3895344" y="3072384"/>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83" name="Google Shape;883;p98"/>
          <p:cNvSpPr/>
          <p:nvPr/>
        </p:nvSpPr>
        <p:spPr>
          <a:xfrm>
            <a:off x="4709160" y="3017520"/>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84" name="Google Shape;884;p98"/>
          <p:cNvSpPr/>
          <p:nvPr/>
        </p:nvSpPr>
        <p:spPr>
          <a:xfrm>
            <a:off x="4745736" y="3063240"/>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85" name="Google Shape;885;p98"/>
          <p:cNvSpPr/>
          <p:nvPr/>
        </p:nvSpPr>
        <p:spPr>
          <a:xfrm>
            <a:off x="4764024" y="3072384"/>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86" name="Google Shape;886;p98"/>
          <p:cNvSpPr/>
          <p:nvPr/>
        </p:nvSpPr>
        <p:spPr>
          <a:xfrm>
            <a:off x="5577840" y="3017520"/>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87" name="Google Shape;887;p98"/>
          <p:cNvSpPr/>
          <p:nvPr/>
        </p:nvSpPr>
        <p:spPr>
          <a:xfrm>
            <a:off x="5614416" y="3063240"/>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88" name="Google Shape;888;p98"/>
          <p:cNvSpPr/>
          <p:nvPr/>
        </p:nvSpPr>
        <p:spPr>
          <a:xfrm>
            <a:off x="5632704" y="3072384"/>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89" name="Google Shape;889;p98"/>
          <p:cNvSpPr/>
          <p:nvPr/>
        </p:nvSpPr>
        <p:spPr>
          <a:xfrm>
            <a:off x="6446520" y="3017520"/>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90" name="Google Shape;890;p98"/>
          <p:cNvSpPr/>
          <p:nvPr/>
        </p:nvSpPr>
        <p:spPr>
          <a:xfrm>
            <a:off x="6483096" y="3063240"/>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91" name="Google Shape;891;p98"/>
          <p:cNvSpPr/>
          <p:nvPr/>
        </p:nvSpPr>
        <p:spPr>
          <a:xfrm>
            <a:off x="6501384" y="3072384"/>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92" name="Google Shape;892;p98"/>
          <p:cNvSpPr/>
          <p:nvPr/>
        </p:nvSpPr>
        <p:spPr>
          <a:xfrm>
            <a:off x="7315200" y="3017520"/>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93" name="Google Shape;893;p98"/>
          <p:cNvSpPr/>
          <p:nvPr/>
        </p:nvSpPr>
        <p:spPr>
          <a:xfrm>
            <a:off x="7351776" y="3063240"/>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94" name="Google Shape;894;p98"/>
          <p:cNvSpPr/>
          <p:nvPr/>
        </p:nvSpPr>
        <p:spPr>
          <a:xfrm>
            <a:off x="7370064" y="3072384"/>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95" name="Google Shape;895;p98"/>
          <p:cNvSpPr/>
          <p:nvPr/>
        </p:nvSpPr>
        <p:spPr>
          <a:xfrm>
            <a:off x="8183880" y="3017520"/>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96" name="Google Shape;896;p98"/>
          <p:cNvSpPr/>
          <p:nvPr/>
        </p:nvSpPr>
        <p:spPr>
          <a:xfrm>
            <a:off x="8220456" y="3063240"/>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97" name="Google Shape;897;p98"/>
          <p:cNvSpPr/>
          <p:nvPr/>
        </p:nvSpPr>
        <p:spPr>
          <a:xfrm>
            <a:off x="8238744" y="3072384"/>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898" name="Google Shape;898;p98"/>
          <p:cNvSpPr/>
          <p:nvPr/>
        </p:nvSpPr>
        <p:spPr>
          <a:xfrm>
            <a:off x="274320" y="3401568"/>
            <a:ext cx="182880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899" name="Google Shape;899;p98"/>
          <p:cNvSpPr/>
          <p:nvPr/>
        </p:nvSpPr>
        <p:spPr>
          <a:xfrm>
            <a:off x="347472" y="3447288"/>
            <a:ext cx="1737360" cy="29260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chemeClr val="dk1"/>
                </a:solidFill>
                <a:latin typeface="Inter"/>
                <a:ea typeface="Inter"/>
                <a:cs typeface="Inter"/>
                <a:sym typeface="Inter"/>
              </a:rPr>
              <a:t>WhatsApp blast</a:t>
            </a:r>
            <a:endParaRPr i="0" sz="900" u="none" cap="none" strike="noStrike">
              <a:solidFill>
                <a:schemeClr val="dk1"/>
              </a:solidFill>
              <a:latin typeface="Inter"/>
              <a:ea typeface="Inter"/>
              <a:cs typeface="Inter"/>
              <a:sym typeface="Inter"/>
            </a:endParaRPr>
          </a:p>
        </p:txBody>
      </p:sp>
      <p:sp>
        <p:nvSpPr>
          <p:cNvPr id="900" name="Google Shape;900;p98"/>
          <p:cNvSpPr/>
          <p:nvPr/>
        </p:nvSpPr>
        <p:spPr>
          <a:xfrm>
            <a:off x="2103120" y="340156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01" name="Google Shape;901;p98"/>
          <p:cNvSpPr/>
          <p:nvPr/>
        </p:nvSpPr>
        <p:spPr>
          <a:xfrm>
            <a:off x="2139696" y="344728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02" name="Google Shape;902;p98"/>
          <p:cNvSpPr/>
          <p:nvPr/>
        </p:nvSpPr>
        <p:spPr>
          <a:xfrm>
            <a:off x="2157984" y="345643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903" name="Google Shape;903;p98"/>
          <p:cNvSpPr/>
          <p:nvPr/>
        </p:nvSpPr>
        <p:spPr>
          <a:xfrm>
            <a:off x="2971800" y="340156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04" name="Google Shape;904;p98"/>
          <p:cNvSpPr/>
          <p:nvPr/>
        </p:nvSpPr>
        <p:spPr>
          <a:xfrm>
            <a:off x="3008376" y="344728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05" name="Google Shape;905;p98"/>
          <p:cNvSpPr/>
          <p:nvPr/>
        </p:nvSpPr>
        <p:spPr>
          <a:xfrm>
            <a:off x="3026664" y="345643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906" name="Google Shape;906;p98"/>
          <p:cNvSpPr/>
          <p:nvPr/>
        </p:nvSpPr>
        <p:spPr>
          <a:xfrm>
            <a:off x="3840480" y="340156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07" name="Google Shape;907;p98"/>
          <p:cNvSpPr/>
          <p:nvPr/>
        </p:nvSpPr>
        <p:spPr>
          <a:xfrm>
            <a:off x="3877056" y="344728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08" name="Google Shape;908;p98"/>
          <p:cNvSpPr/>
          <p:nvPr/>
        </p:nvSpPr>
        <p:spPr>
          <a:xfrm>
            <a:off x="3895344" y="345643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909" name="Google Shape;909;p98"/>
          <p:cNvSpPr/>
          <p:nvPr/>
        </p:nvSpPr>
        <p:spPr>
          <a:xfrm>
            <a:off x="4709160" y="340156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10" name="Google Shape;910;p98"/>
          <p:cNvSpPr/>
          <p:nvPr/>
        </p:nvSpPr>
        <p:spPr>
          <a:xfrm>
            <a:off x="4745736" y="344728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11" name="Google Shape;911;p98"/>
          <p:cNvSpPr/>
          <p:nvPr/>
        </p:nvSpPr>
        <p:spPr>
          <a:xfrm>
            <a:off x="4764024" y="345643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912" name="Google Shape;912;p98"/>
          <p:cNvSpPr/>
          <p:nvPr/>
        </p:nvSpPr>
        <p:spPr>
          <a:xfrm>
            <a:off x="5577840" y="340156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13" name="Google Shape;913;p98"/>
          <p:cNvSpPr/>
          <p:nvPr/>
        </p:nvSpPr>
        <p:spPr>
          <a:xfrm>
            <a:off x="5614416" y="344728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14" name="Google Shape;914;p98"/>
          <p:cNvSpPr/>
          <p:nvPr/>
        </p:nvSpPr>
        <p:spPr>
          <a:xfrm>
            <a:off x="5632704" y="345643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915" name="Google Shape;915;p98"/>
          <p:cNvSpPr/>
          <p:nvPr/>
        </p:nvSpPr>
        <p:spPr>
          <a:xfrm>
            <a:off x="6446520" y="340156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16" name="Google Shape;916;p98"/>
          <p:cNvSpPr/>
          <p:nvPr/>
        </p:nvSpPr>
        <p:spPr>
          <a:xfrm>
            <a:off x="6483096" y="344728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17" name="Google Shape;917;p98"/>
          <p:cNvSpPr/>
          <p:nvPr/>
        </p:nvSpPr>
        <p:spPr>
          <a:xfrm>
            <a:off x="6501384" y="345643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918" name="Google Shape;918;p98"/>
          <p:cNvSpPr/>
          <p:nvPr/>
        </p:nvSpPr>
        <p:spPr>
          <a:xfrm>
            <a:off x="7315200" y="340156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19" name="Google Shape;919;p98"/>
          <p:cNvSpPr/>
          <p:nvPr/>
        </p:nvSpPr>
        <p:spPr>
          <a:xfrm>
            <a:off x="7351776" y="344728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20" name="Google Shape;920;p98"/>
          <p:cNvSpPr/>
          <p:nvPr/>
        </p:nvSpPr>
        <p:spPr>
          <a:xfrm>
            <a:off x="7370064" y="345643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921" name="Google Shape;921;p98"/>
          <p:cNvSpPr/>
          <p:nvPr/>
        </p:nvSpPr>
        <p:spPr>
          <a:xfrm>
            <a:off x="8183880" y="3401568"/>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22" name="Google Shape;922;p98"/>
          <p:cNvSpPr/>
          <p:nvPr/>
        </p:nvSpPr>
        <p:spPr>
          <a:xfrm>
            <a:off x="8220456" y="3447288"/>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23" name="Google Shape;923;p98"/>
          <p:cNvSpPr/>
          <p:nvPr/>
        </p:nvSpPr>
        <p:spPr>
          <a:xfrm>
            <a:off x="8238744" y="3456432"/>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a:t>
            </a:r>
            <a:endParaRPr i="0" sz="700" u="none" cap="none" strike="noStrike">
              <a:solidFill>
                <a:schemeClr val="dk1"/>
              </a:solidFill>
              <a:latin typeface="Inter"/>
              <a:ea typeface="Inter"/>
              <a:cs typeface="Inter"/>
              <a:sym typeface="Inter"/>
            </a:endParaRPr>
          </a:p>
        </p:txBody>
      </p:sp>
      <p:sp>
        <p:nvSpPr>
          <p:cNvPr id="924" name="Google Shape;924;p98"/>
          <p:cNvSpPr/>
          <p:nvPr/>
        </p:nvSpPr>
        <p:spPr>
          <a:xfrm>
            <a:off x="274320" y="3785616"/>
            <a:ext cx="182880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25" name="Google Shape;925;p98"/>
          <p:cNvSpPr/>
          <p:nvPr/>
        </p:nvSpPr>
        <p:spPr>
          <a:xfrm>
            <a:off x="347472" y="3831336"/>
            <a:ext cx="1737360" cy="29260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chemeClr val="dk1"/>
                </a:solidFill>
                <a:latin typeface="Inter"/>
                <a:ea typeface="Inter"/>
                <a:cs typeface="Inter"/>
                <a:sym typeface="Inter"/>
              </a:rPr>
              <a:t>Articles / PR</a:t>
            </a:r>
            <a:endParaRPr i="0" sz="900" u="none" cap="none" strike="noStrike">
              <a:solidFill>
                <a:schemeClr val="dk1"/>
              </a:solidFill>
              <a:latin typeface="Inter"/>
              <a:ea typeface="Inter"/>
              <a:cs typeface="Inter"/>
              <a:sym typeface="Inter"/>
            </a:endParaRPr>
          </a:p>
        </p:txBody>
      </p:sp>
      <p:sp>
        <p:nvSpPr>
          <p:cNvPr id="926" name="Google Shape;926;p98"/>
          <p:cNvSpPr/>
          <p:nvPr/>
        </p:nvSpPr>
        <p:spPr>
          <a:xfrm>
            <a:off x="2103120" y="378561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27" name="Google Shape;927;p98"/>
          <p:cNvSpPr/>
          <p:nvPr/>
        </p:nvSpPr>
        <p:spPr>
          <a:xfrm>
            <a:off x="2139696" y="3831336"/>
            <a:ext cx="795528" cy="274320"/>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28" name="Google Shape;928;p98"/>
          <p:cNvSpPr/>
          <p:nvPr/>
        </p:nvSpPr>
        <p:spPr>
          <a:xfrm>
            <a:off x="2157984" y="3840480"/>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Novo PR 26/27</a:t>
            </a:r>
            <a:endParaRPr i="0" sz="700" u="none" cap="none" strike="noStrike">
              <a:solidFill>
                <a:schemeClr val="dk1"/>
              </a:solidFill>
              <a:latin typeface="Inter"/>
              <a:ea typeface="Inter"/>
              <a:cs typeface="Inter"/>
              <a:sym typeface="Inter"/>
            </a:endParaRPr>
          </a:p>
        </p:txBody>
      </p:sp>
      <p:sp>
        <p:nvSpPr>
          <p:cNvPr id="929" name="Google Shape;929;p98"/>
          <p:cNvSpPr/>
          <p:nvPr/>
        </p:nvSpPr>
        <p:spPr>
          <a:xfrm>
            <a:off x="2971800" y="378561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30" name="Google Shape;930;p98"/>
          <p:cNvSpPr/>
          <p:nvPr/>
        </p:nvSpPr>
        <p:spPr>
          <a:xfrm>
            <a:off x="3008376" y="3831336"/>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31" name="Google Shape;931;p98"/>
          <p:cNvSpPr/>
          <p:nvPr/>
        </p:nvSpPr>
        <p:spPr>
          <a:xfrm>
            <a:off x="3026664" y="3840480"/>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Obesity art</a:t>
            </a:r>
            <a:endParaRPr i="0" sz="700" u="none" cap="none" strike="noStrike">
              <a:solidFill>
                <a:schemeClr val="dk1"/>
              </a:solidFill>
              <a:latin typeface="Inter"/>
              <a:ea typeface="Inter"/>
              <a:cs typeface="Inter"/>
              <a:sym typeface="Inter"/>
            </a:endParaRPr>
          </a:p>
        </p:txBody>
      </p:sp>
      <p:sp>
        <p:nvSpPr>
          <p:cNvPr id="932" name="Google Shape;932;p98"/>
          <p:cNvSpPr/>
          <p:nvPr/>
        </p:nvSpPr>
        <p:spPr>
          <a:xfrm>
            <a:off x="3840480" y="378561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33" name="Google Shape;933;p98"/>
          <p:cNvSpPr/>
          <p:nvPr/>
        </p:nvSpPr>
        <p:spPr>
          <a:xfrm>
            <a:off x="3877056" y="3831336"/>
            <a:ext cx="795528" cy="27432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34" name="Google Shape;934;p98"/>
          <p:cNvSpPr/>
          <p:nvPr/>
        </p:nvSpPr>
        <p:spPr>
          <a:xfrm>
            <a:off x="3895344" y="3840480"/>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Diabetes</a:t>
            </a:r>
            <a:endParaRPr i="0" sz="700" u="none" cap="none" strike="noStrike">
              <a:solidFill>
                <a:schemeClr val="dk1"/>
              </a:solidFill>
              <a:latin typeface="Inter"/>
              <a:ea typeface="Inter"/>
              <a:cs typeface="Inter"/>
              <a:sym typeface="Inter"/>
            </a:endParaRPr>
          </a:p>
        </p:txBody>
      </p:sp>
      <p:sp>
        <p:nvSpPr>
          <p:cNvPr id="935" name="Google Shape;935;p98"/>
          <p:cNvSpPr/>
          <p:nvPr/>
        </p:nvSpPr>
        <p:spPr>
          <a:xfrm>
            <a:off x="4709160" y="378561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36" name="Google Shape;936;p98"/>
          <p:cNvSpPr/>
          <p:nvPr/>
        </p:nvSpPr>
        <p:spPr>
          <a:xfrm>
            <a:off x="4745736" y="3977640"/>
            <a:ext cx="795528" cy="128016"/>
          </a:xfrm>
          <a:prstGeom prst="rect">
            <a:avLst/>
          </a:prstGeom>
          <a:solidFill>
            <a:srgbClr val="E5D8C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37" name="Google Shape;937;p98"/>
          <p:cNvSpPr/>
          <p:nvPr/>
        </p:nvSpPr>
        <p:spPr>
          <a:xfrm>
            <a:off x="4764025" y="3863224"/>
            <a:ext cx="759000" cy="2334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CNA</a:t>
            </a:r>
            <a:endParaRPr i="0" sz="700" u="none" cap="none" strike="noStrike">
              <a:solidFill>
                <a:schemeClr val="dk1"/>
              </a:solidFill>
              <a:latin typeface="Inter"/>
              <a:ea typeface="Inter"/>
              <a:cs typeface="Inter"/>
              <a:sym typeface="Inter"/>
            </a:endParaRPr>
          </a:p>
        </p:txBody>
      </p:sp>
      <p:sp>
        <p:nvSpPr>
          <p:cNvPr id="938" name="Google Shape;938;p98"/>
          <p:cNvSpPr/>
          <p:nvPr/>
        </p:nvSpPr>
        <p:spPr>
          <a:xfrm>
            <a:off x="5577840" y="378561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39" name="Google Shape;939;p98"/>
          <p:cNvSpPr/>
          <p:nvPr/>
        </p:nvSpPr>
        <p:spPr>
          <a:xfrm>
            <a:off x="5614416" y="3831336"/>
            <a:ext cx="795528" cy="128016"/>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40" name="Google Shape;940;p98"/>
          <p:cNvSpPr/>
          <p:nvPr/>
        </p:nvSpPr>
        <p:spPr>
          <a:xfrm>
            <a:off x="5632704" y="3840480"/>
            <a:ext cx="758952" cy="10972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BT Art 1</a:t>
            </a:r>
            <a:endParaRPr i="0" sz="700" u="none" cap="none" strike="noStrike">
              <a:solidFill>
                <a:schemeClr val="dk1"/>
              </a:solidFill>
              <a:latin typeface="Inter"/>
              <a:ea typeface="Inter"/>
              <a:cs typeface="Inter"/>
              <a:sym typeface="Inter"/>
            </a:endParaRPr>
          </a:p>
        </p:txBody>
      </p:sp>
      <p:sp>
        <p:nvSpPr>
          <p:cNvPr id="941" name="Google Shape;941;p98"/>
          <p:cNvSpPr/>
          <p:nvPr/>
        </p:nvSpPr>
        <p:spPr>
          <a:xfrm>
            <a:off x="5614416" y="3977640"/>
            <a:ext cx="795528" cy="128016"/>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42" name="Google Shape;942;p98"/>
          <p:cNvSpPr/>
          <p:nvPr/>
        </p:nvSpPr>
        <p:spPr>
          <a:xfrm>
            <a:off x="5632704" y="3986784"/>
            <a:ext cx="758952" cy="10972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Novo blog</a:t>
            </a:r>
            <a:endParaRPr i="0" sz="700" u="none" cap="none" strike="noStrike">
              <a:solidFill>
                <a:schemeClr val="dk1"/>
              </a:solidFill>
              <a:latin typeface="Inter"/>
              <a:ea typeface="Inter"/>
              <a:cs typeface="Inter"/>
              <a:sym typeface="Inter"/>
            </a:endParaRPr>
          </a:p>
        </p:txBody>
      </p:sp>
      <p:sp>
        <p:nvSpPr>
          <p:cNvPr id="943" name="Google Shape;943;p98"/>
          <p:cNvSpPr/>
          <p:nvPr/>
        </p:nvSpPr>
        <p:spPr>
          <a:xfrm>
            <a:off x="6446520" y="378561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44" name="Google Shape;944;p98"/>
          <p:cNvSpPr/>
          <p:nvPr/>
        </p:nvSpPr>
        <p:spPr>
          <a:xfrm>
            <a:off x="7315200" y="378561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45" name="Google Shape;945;p98"/>
          <p:cNvSpPr/>
          <p:nvPr/>
        </p:nvSpPr>
        <p:spPr>
          <a:xfrm>
            <a:off x="7351776" y="3831336"/>
            <a:ext cx="795528" cy="274320"/>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46" name="Google Shape;946;p98"/>
          <p:cNvSpPr/>
          <p:nvPr/>
        </p:nvSpPr>
        <p:spPr>
          <a:xfrm>
            <a:off x="7370064" y="3840480"/>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PR drop</a:t>
            </a:r>
            <a:endParaRPr i="0" sz="700" u="none" cap="none" strike="noStrike">
              <a:solidFill>
                <a:schemeClr val="dk1"/>
              </a:solidFill>
              <a:latin typeface="Inter"/>
              <a:ea typeface="Inter"/>
              <a:cs typeface="Inter"/>
              <a:sym typeface="Inter"/>
            </a:endParaRPr>
          </a:p>
        </p:txBody>
      </p:sp>
      <p:sp>
        <p:nvSpPr>
          <p:cNvPr id="947" name="Google Shape;947;p98"/>
          <p:cNvSpPr/>
          <p:nvPr/>
        </p:nvSpPr>
        <p:spPr>
          <a:xfrm>
            <a:off x="8183880" y="3785616"/>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48" name="Google Shape;948;p98"/>
          <p:cNvSpPr/>
          <p:nvPr/>
        </p:nvSpPr>
        <p:spPr>
          <a:xfrm>
            <a:off x="274320" y="4169664"/>
            <a:ext cx="182880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49" name="Google Shape;949;p98"/>
          <p:cNvSpPr/>
          <p:nvPr/>
        </p:nvSpPr>
        <p:spPr>
          <a:xfrm>
            <a:off x="347472" y="4215384"/>
            <a:ext cx="1737360" cy="29260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chemeClr val="dk1"/>
                </a:solidFill>
                <a:latin typeface="Inter"/>
                <a:ea typeface="Inter"/>
                <a:cs typeface="Inter"/>
                <a:sym typeface="Inter"/>
              </a:rPr>
              <a:t>Community events</a:t>
            </a:r>
            <a:endParaRPr i="0" sz="900" u="none" cap="none" strike="noStrike">
              <a:solidFill>
                <a:schemeClr val="dk1"/>
              </a:solidFill>
              <a:latin typeface="Inter"/>
              <a:ea typeface="Inter"/>
              <a:cs typeface="Inter"/>
              <a:sym typeface="Inter"/>
            </a:endParaRPr>
          </a:p>
        </p:txBody>
      </p:sp>
      <p:sp>
        <p:nvSpPr>
          <p:cNvPr id="950" name="Google Shape;950;p98"/>
          <p:cNvSpPr/>
          <p:nvPr/>
        </p:nvSpPr>
        <p:spPr>
          <a:xfrm>
            <a:off x="2103120" y="416966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51" name="Google Shape;951;p98"/>
          <p:cNvSpPr/>
          <p:nvPr/>
        </p:nvSpPr>
        <p:spPr>
          <a:xfrm>
            <a:off x="2971800" y="416966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52" name="Google Shape;952;p98"/>
          <p:cNvSpPr/>
          <p:nvPr/>
        </p:nvSpPr>
        <p:spPr>
          <a:xfrm>
            <a:off x="3840480" y="416966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53" name="Google Shape;953;p98"/>
          <p:cNvSpPr/>
          <p:nvPr/>
        </p:nvSpPr>
        <p:spPr>
          <a:xfrm>
            <a:off x="4709160" y="416966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54" name="Google Shape;954;p98"/>
          <p:cNvSpPr/>
          <p:nvPr/>
        </p:nvSpPr>
        <p:spPr>
          <a:xfrm>
            <a:off x="5577840" y="416966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55" name="Google Shape;955;p98"/>
          <p:cNvSpPr/>
          <p:nvPr/>
        </p:nvSpPr>
        <p:spPr>
          <a:xfrm>
            <a:off x="6446520" y="416966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56" name="Google Shape;956;p98"/>
          <p:cNvSpPr/>
          <p:nvPr/>
        </p:nvSpPr>
        <p:spPr>
          <a:xfrm>
            <a:off x="3895346" y="4215384"/>
            <a:ext cx="795600" cy="12810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57" name="Google Shape;957;p98"/>
          <p:cNvSpPr/>
          <p:nvPr/>
        </p:nvSpPr>
        <p:spPr>
          <a:xfrm>
            <a:off x="3913634" y="4224528"/>
            <a:ext cx="759000" cy="1098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Walks</a:t>
            </a:r>
            <a:endParaRPr i="0" sz="700" u="none" cap="none" strike="noStrike">
              <a:solidFill>
                <a:schemeClr val="dk1"/>
              </a:solidFill>
              <a:latin typeface="Inter"/>
              <a:ea typeface="Inter"/>
              <a:cs typeface="Inter"/>
              <a:sym typeface="Inter"/>
            </a:endParaRPr>
          </a:p>
        </p:txBody>
      </p:sp>
      <p:sp>
        <p:nvSpPr>
          <p:cNvPr id="958" name="Google Shape;958;p98"/>
          <p:cNvSpPr/>
          <p:nvPr/>
        </p:nvSpPr>
        <p:spPr>
          <a:xfrm>
            <a:off x="6483096" y="4361688"/>
            <a:ext cx="795528" cy="128016"/>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59" name="Google Shape;959;p98"/>
          <p:cNvSpPr/>
          <p:nvPr/>
        </p:nvSpPr>
        <p:spPr>
          <a:xfrm>
            <a:off x="6501372" y="4374707"/>
            <a:ext cx="759000" cy="1098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700"/>
              <a:buFont typeface="Arial"/>
              <a:buNone/>
            </a:pPr>
            <a:r>
              <a:rPr b="1" i="0" lang="en" sz="700" u="none" cap="none" strike="noStrike">
                <a:solidFill>
                  <a:schemeClr val="dk1"/>
                </a:solidFill>
                <a:latin typeface="Inter"/>
                <a:ea typeface="Inter"/>
                <a:cs typeface="Inter"/>
                <a:sym typeface="Inter"/>
              </a:rPr>
              <a:t>Matcha</a:t>
            </a:r>
            <a:endParaRPr i="0" sz="700" u="none" cap="none" strike="noStrike">
              <a:solidFill>
                <a:schemeClr val="dk1"/>
              </a:solidFill>
              <a:latin typeface="Inter"/>
              <a:ea typeface="Inter"/>
              <a:cs typeface="Inter"/>
              <a:sym typeface="Inter"/>
            </a:endParaRPr>
          </a:p>
        </p:txBody>
      </p:sp>
      <p:sp>
        <p:nvSpPr>
          <p:cNvPr id="960" name="Google Shape;960;p98"/>
          <p:cNvSpPr/>
          <p:nvPr/>
        </p:nvSpPr>
        <p:spPr>
          <a:xfrm>
            <a:off x="7315200" y="416966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61" name="Google Shape;961;p98"/>
          <p:cNvSpPr/>
          <p:nvPr/>
        </p:nvSpPr>
        <p:spPr>
          <a:xfrm>
            <a:off x="8183880" y="4169664"/>
            <a:ext cx="868680" cy="384048"/>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62" name="Google Shape;962;p98"/>
          <p:cNvSpPr/>
          <p:nvPr/>
        </p:nvSpPr>
        <p:spPr>
          <a:xfrm>
            <a:off x="8220456" y="4215384"/>
            <a:ext cx="795528" cy="274320"/>
          </a:xfrm>
          <a:prstGeom prst="rect">
            <a:avLst/>
          </a:prstGeom>
          <a:solidFill>
            <a:srgbClr val="E5D8C7"/>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63" name="Google Shape;963;p98"/>
          <p:cNvSpPr/>
          <p:nvPr/>
        </p:nvSpPr>
        <p:spPr>
          <a:xfrm>
            <a:off x="8238744" y="4224528"/>
            <a:ext cx="758952"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00"/>
              <a:buFont typeface="Arial"/>
              <a:buNone/>
            </a:pPr>
            <a:r>
              <a:rPr b="1" i="0" lang="en" sz="700" u="none" cap="none" strike="noStrike">
                <a:solidFill>
                  <a:schemeClr val="dk1"/>
                </a:solidFill>
                <a:latin typeface="Inter"/>
                <a:ea typeface="Inter"/>
                <a:cs typeface="Inter"/>
                <a:sym typeface="Inter"/>
              </a:rPr>
              <a:t>Ignite</a:t>
            </a:r>
            <a:endParaRPr i="0" sz="700" u="none" cap="none" strike="noStrike">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4"/>
        </a:solidFill>
      </p:bgPr>
    </p:bg>
    <p:spTree>
      <p:nvGrpSpPr>
        <p:cNvPr id="968" name="Shape 968"/>
        <p:cNvGrpSpPr/>
        <p:nvPr/>
      </p:nvGrpSpPr>
      <p:grpSpPr>
        <a:xfrm>
          <a:off x="0" y="0"/>
          <a:ext cx="0" cy="0"/>
          <a:chOff x="0" y="0"/>
          <a:chExt cx="0" cy="0"/>
        </a:xfrm>
      </p:grpSpPr>
      <p:sp>
        <p:nvSpPr>
          <p:cNvPr id="969" name="Google Shape;969;p99"/>
          <p:cNvSpPr/>
          <p:nvPr/>
        </p:nvSpPr>
        <p:spPr>
          <a:xfrm>
            <a:off x="365750" y="292620"/>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900"/>
              <a:buFont typeface="Arial"/>
              <a:buNone/>
            </a:pPr>
            <a:r>
              <a:rPr b="1" i="0" lang="en" sz="900" u="none" cap="none" strike="noStrike">
                <a:solidFill>
                  <a:schemeClr val="dk1"/>
                </a:solidFill>
                <a:latin typeface="Inter"/>
                <a:ea typeface="Inter"/>
                <a:cs typeface="Inter"/>
                <a:sym typeface="Inter"/>
              </a:rPr>
              <a:t>CONTENT ECOSYSTEM</a:t>
            </a:r>
            <a:endParaRPr i="0" sz="900" u="none" cap="none" strike="noStrike">
              <a:solidFill>
                <a:schemeClr val="dk1"/>
              </a:solidFill>
              <a:latin typeface="Inter"/>
              <a:ea typeface="Inter"/>
              <a:cs typeface="Inter"/>
              <a:sym typeface="Inter"/>
            </a:endParaRPr>
          </a:p>
        </p:txBody>
      </p:sp>
      <p:sp>
        <p:nvSpPr>
          <p:cNvPr id="970" name="Google Shape;970;p99"/>
          <p:cNvSpPr/>
          <p:nvPr/>
        </p:nvSpPr>
        <p:spPr>
          <a:xfrm>
            <a:off x="365750" y="548652"/>
            <a:ext cx="8229600" cy="64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600"/>
              <a:buFont typeface="Georgia"/>
              <a:buNone/>
            </a:pPr>
            <a:r>
              <a:rPr b="1" i="0" lang="en" sz="2400" u="none" cap="none" strike="noStrike">
                <a:solidFill>
                  <a:schemeClr val="dk1"/>
                </a:solidFill>
                <a:latin typeface="Inter"/>
                <a:ea typeface="Inter"/>
                <a:cs typeface="Inter"/>
                <a:sym typeface="Inter"/>
              </a:rPr>
              <a:t>Articles · podcasts · events · social — all in lockstep</a:t>
            </a:r>
            <a:endParaRPr i="0" sz="2400" u="none" cap="none" strike="noStrike">
              <a:solidFill>
                <a:schemeClr val="dk1"/>
              </a:solidFill>
              <a:latin typeface="Inter"/>
              <a:ea typeface="Inter"/>
              <a:cs typeface="Inter"/>
              <a:sym typeface="Inter"/>
            </a:endParaRPr>
          </a:p>
        </p:txBody>
      </p:sp>
      <p:sp>
        <p:nvSpPr>
          <p:cNvPr id="971" name="Google Shape;971;p99"/>
          <p:cNvSpPr/>
          <p:nvPr/>
        </p:nvSpPr>
        <p:spPr>
          <a:xfrm>
            <a:off x="365760" y="1417320"/>
            <a:ext cx="256032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72" name="Google Shape;972;p99"/>
          <p:cNvSpPr/>
          <p:nvPr/>
        </p:nvSpPr>
        <p:spPr>
          <a:xfrm>
            <a:off x="365760" y="1417320"/>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73" name="Google Shape;973;p99"/>
          <p:cNvSpPr/>
          <p:nvPr/>
        </p:nvSpPr>
        <p:spPr>
          <a:xfrm>
            <a:off x="530352" y="1581912"/>
            <a:ext cx="2331720" cy="32004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1100"/>
              <a:buFont typeface="Arial"/>
              <a:buNone/>
            </a:pPr>
            <a:r>
              <a:rPr b="1" i="0" lang="en" sz="1100" u="none" cap="none" strike="noStrike">
                <a:solidFill>
                  <a:schemeClr val="dk1"/>
                </a:solidFill>
                <a:latin typeface="Inter"/>
                <a:ea typeface="Inter"/>
                <a:cs typeface="Inter"/>
                <a:sym typeface="Inter"/>
              </a:rPr>
              <a:t>Film series (IG/YT/LI)</a:t>
            </a:r>
            <a:endParaRPr i="0" sz="1100" u="none" cap="none" strike="noStrike">
              <a:solidFill>
                <a:schemeClr val="dk1"/>
              </a:solidFill>
              <a:latin typeface="Inter"/>
              <a:ea typeface="Inter"/>
              <a:cs typeface="Inter"/>
              <a:sym typeface="Inter"/>
            </a:endParaRPr>
          </a:p>
        </p:txBody>
      </p:sp>
      <p:sp>
        <p:nvSpPr>
          <p:cNvPr id="974" name="Google Shape;974;p99"/>
          <p:cNvSpPr/>
          <p:nvPr/>
        </p:nvSpPr>
        <p:spPr>
          <a:xfrm>
            <a:off x="530352" y="1947672"/>
            <a:ext cx="2331720" cy="64008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Weekly hero film</a:t>
            </a:r>
            <a:endParaRPr i="0" sz="10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seeds each theme</a:t>
            </a:r>
            <a:endParaRPr i="0" sz="1000" u="none" cap="none" strike="noStrike">
              <a:solidFill>
                <a:schemeClr val="dk1"/>
              </a:solidFill>
              <a:latin typeface="Inter"/>
              <a:ea typeface="Inter"/>
              <a:cs typeface="Inter"/>
              <a:sym typeface="Inter"/>
            </a:endParaRPr>
          </a:p>
        </p:txBody>
      </p:sp>
      <p:sp>
        <p:nvSpPr>
          <p:cNvPr id="975" name="Google Shape;975;p99"/>
          <p:cNvSpPr/>
          <p:nvPr/>
        </p:nvSpPr>
        <p:spPr>
          <a:xfrm>
            <a:off x="3291840" y="1417320"/>
            <a:ext cx="256032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76" name="Google Shape;976;p99"/>
          <p:cNvSpPr/>
          <p:nvPr/>
        </p:nvSpPr>
        <p:spPr>
          <a:xfrm>
            <a:off x="3291840" y="1417320"/>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77" name="Google Shape;977;p99"/>
          <p:cNvSpPr/>
          <p:nvPr/>
        </p:nvSpPr>
        <p:spPr>
          <a:xfrm>
            <a:off x="3456432" y="1581912"/>
            <a:ext cx="2331720" cy="32004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1100"/>
              <a:buFont typeface="Arial"/>
              <a:buNone/>
            </a:pPr>
            <a:r>
              <a:rPr b="1" i="0" lang="en" sz="1100" u="none" cap="none" strike="noStrike">
                <a:solidFill>
                  <a:schemeClr val="dk1"/>
                </a:solidFill>
                <a:latin typeface="Inter"/>
                <a:ea typeface="Inter"/>
                <a:cs typeface="Inter"/>
                <a:sym typeface="Inter"/>
              </a:rPr>
              <a:t>Instagram</a:t>
            </a:r>
            <a:endParaRPr i="0" sz="1100" u="none" cap="none" strike="noStrike">
              <a:solidFill>
                <a:schemeClr val="dk1"/>
              </a:solidFill>
              <a:latin typeface="Inter"/>
              <a:ea typeface="Inter"/>
              <a:cs typeface="Inter"/>
              <a:sym typeface="Inter"/>
            </a:endParaRPr>
          </a:p>
        </p:txBody>
      </p:sp>
      <p:sp>
        <p:nvSpPr>
          <p:cNvPr id="978" name="Google Shape;978;p99"/>
          <p:cNvSpPr/>
          <p:nvPr/>
        </p:nvSpPr>
        <p:spPr>
          <a:xfrm>
            <a:off x="3456432" y="1947672"/>
            <a:ext cx="2331720" cy="64008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1 video + 1 carousel</a:t>
            </a:r>
            <a:endParaRPr i="0" sz="10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per week</a:t>
            </a:r>
            <a:endParaRPr i="0" sz="1000" u="none" cap="none" strike="noStrike">
              <a:solidFill>
                <a:schemeClr val="dk1"/>
              </a:solidFill>
              <a:latin typeface="Inter"/>
              <a:ea typeface="Inter"/>
              <a:cs typeface="Inter"/>
              <a:sym typeface="Inter"/>
            </a:endParaRPr>
          </a:p>
        </p:txBody>
      </p:sp>
      <p:sp>
        <p:nvSpPr>
          <p:cNvPr id="979" name="Google Shape;979;p99"/>
          <p:cNvSpPr/>
          <p:nvPr/>
        </p:nvSpPr>
        <p:spPr>
          <a:xfrm>
            <a:off x="6217920" y="1417320"/>
            <a:ext cx="256032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80" name="Google Shape;980;p99"/>
          <p:cNvSpPr/>
          <p:nvPr/>
        </p:nvSpPr>
        <p:spPr>
          <a:xfrm>
            <a:off x="6217920" y="1417320"/>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81" name="Google Shape;981;p99"/>
          <p:cNvSpPr/>
          <p:nvPr/>
        </p:nvSpPr>
        <p:spPr>
          <a:xfrm>
            <a:off x="6382512" y="1581912"/>
            <a:ext cx="2331720" cy="32004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1100"/>
              <a:buFont typeface="Arial"/>
              <a:buNone/>
            </a:pPr>
            <a:r>
              <a:rPr b="1" i="0" lang="en" sz="1100" u="none" cap="none" strike="noStrike">
                <a:solidFill>
                  <a:schemeClr val="dk1"/>
                </a:solidFill>
                <a:latin typeface="Inter"/>
                <a:ea typeface="Inter"/>
                <a:cs typeface="Inter"/>
                <a:sym typeface="Inter"/>
              </a:rPr>
              <a:t>EDM + WhatsApp</a:t>
            </a:r>
            <a:endParaRPr i="0" sz="1100" u="none" cap="none" strike="noStrike">
              <a:solidFill>
                <a:schemeClr val="dk1"/>
              </a:solidFill>
              <a:latin typeface="Inter"/>
              <a:ea typeface="Inter"/>
              <a:cs typeface="Inter"/>
              <a:sym typeface="Inter"/>
            </a:endParaRPr>
          </a:p>
        </p:txBody>
      </p:sp>
      <p:sp>
        <p:nvSpPr>
          <p:cNvPr id="982" name="Google Shape;982;p99"/>
          <p:cNvSpPr/>
          <p:nvPr/>
        </p:nvSpPr>
        <p:spPr>
          <a:xfrm>
            <a:off x="6382512" y="1947672"/>
            <a:ext cx="2331720" cy="64008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Anchor message</a:t>
            </a:r>
            <a:endParaRPr i="0" sz="10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 community broadcast</a:t>
            </a:r>
            <a:endParaRPr i="0" sz="1000" u="none" cap="none" strike="noStrike">
              <a:solidFill>
                <a:schemeClr val="dk1"/>
              </a:solidFill>
              <a:latin typeface="Inter"/>
              <a:ea typeface="Inter"/>
              <a:cs typeface="Inter"/>
              <a:sym typeface="Inter"/>
            </a:endParaRPr>
          </a:p>
        </p:txBody>
      </p:sp>
      <p:sp>
        <p:nvSpPr>
          <p:cNvPr id="983" name="Google Shape;983;p99"/>
          <p:cNvSpPr/>
          <p:nvPr/>
        </p:nvSpPr>
        <p:spPr>
          <a:xfrm>
            <a:off x="365760" y="3017520"/>
            <a:ext cx="256032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84" name="Google Shape;984;p99"/>
          <p:cNvSpPr/>
          <p:nvPr/>
        </p:nvSpPr>
        <p:spPr>
          <a:xfrm>
            <a:off x="365760" y="3017520"/>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85" name="Google Shape;985;p99"/>
          <p:cNvSpPr/>
          <p:nvPr/>
        </p:nvSpPr>
        <p:spPr>
          <a:xfrm>
            <a:off x="530352" y="3182112"/>
            <a:ext cx="2331720" cy="32004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1100"/>
              <a:buFont typeface="Arial"/>
              <a:buNone/>
            </a:pPr>
            <a:r>
              <a:rPr b="1" i="0" lang="en" sz="1100" u="none" cap="none" strike="noStrike">
                <a:solidFill>
                  <a:schemeClr val="dk1"/>
                </a:solidFill>
                <a:latin typeface="Inter"/>
                <a:ea typeface="Inter"/>
                <a:cs typeface="Inter"/>
                <a:sym typeface="Inter"/>
              </a:rPr>
              <a:t>A</a:t>
            </a:r>
            <a:r>
              <a:rPr b="1" lang="en" sz="1100">
                <a:solidFill>
                  <a:schemeClr val="dk1"/>
                </a:solidFill>
                <a:latin typeface="Inter"/>
                <a:ea typeface="Inter"/>
                <a:cs typeface="Inter"/>
                <a:sym typeface="Inter"/>
              </a:rPr>
              <a:t>MA</a:t>
            </a:r>
            <a:endParaRPr i="0" sz="1100" u="none" cap="none" strike="noStrike">
              <a:solidFill>
                <a:schemeClr val="dk1"/>
              </a:solidFill>
              <a:latin typeface="Inter"/>
              <a:ea typeface="Inter"/>
              <a:cs typeface="Inter"/>
              <a:sym typeface="Inter"/>
            </a:endParaRPr>
          </a:p>
        </p:txBody>
      </p:sp>
      <p:sp>
        <p:nvSpPr>
          <p:cNvPr id="986" name="Google Shape;986;p99"/>
          <p:cNvSpPr/>
          <p:nvPr/>
        </p:nvSpPr>
        <p:spPr>
          <a:xfrm>
            <a:off x="530352" y="3547872"/>
            <a:ext cx="2331720" cy="64008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EDM seed → Record</a:t>
            </a:r>
            <a:endParaRPr i="0" sz="10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 IG/YT release (W3)</a:t>
            </a:r>
            <a:endParaRPr i="0" sz="1000" u="none" cap="none" strike="noStrike">
              <a:solidFill>
                <a:schemeClr val="dk1"/>
              </a:solidFill>
              <a:latin typeface="Inter"/>
              <a:ea typeface="Inter"/>
              <a:cs typeface="Inter"/>
              <a:sym typeface="Inter"/>
            </a:endParaRPr>
          </a:p>
        </p:txBody>
      </p:sp>
      <p:sp>
        <p:nvSpPr>
          <p:cNvPr id="987" name="Google Shape;987;p99"/>
          <p:cNvSpPr/>
          <p:nvPr/>
        </p:nvSpPr>
        <p:spPr>
          <a:xfrm>
            <a:off x="3291840" y="3017520"/>
            <a:ext cx="256032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88" name="Google Shape;988;p99"/>
          <p:cNvSpPr/>
          <p:nvPr/>
        </p:nvSpPr>
        <p:spPr>
          <a:xfrm>
            <a:off x="3291840" y="3017520"/>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89" name="Google Shape;989;p99"/>
          <p:cNvSpPr/>
          <p:nvPr/>
        </p:nvSpPr>
        <p:spPr>
          <a:xfrm>
            <a:off x="3456432" y="3182112"/>
            <a:ext cx="2331720" cy="32004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1100"/>
              <a:buFont typeface="Arial"/>
              <a:buNone/>
            </a:pPr>
            <a:r>
              <a:rPr b="1" i="0" lang="en" sz="1100" u="none" cap="none" strike="noStrike">
                <a:solidFill>
                  <a:schemeClr val="dk1"/>
                </a:solidFill>
                <a:latin typeface="Inter"/>
                <a:ea typeface="Inter"/>
                <a:cs typeface="Inter"/>
                <a:sym typeface="Inter"/>
              </a:rPr>
              <a:t>Articles + SEO</a:t>
            </a:r>
            <a:endParaRPr i="0" sz="1100" u="none" cap="none" strike="noStrike">
              <a:solidFill>
                <a:schemeClr val="dk1"/>
              </a:solidFill>
              <a:latin typeface="Inter"/>
              <a:ea typeface="Inter"/>
              <a:cs typeface="Inter"/>
              <a:sym typeface="Inter"/>
            </a:endParaRPr>
          </a:p>
        </p:txBody>
      </p:sp>
      <p:sp>
        <p:nvSpPr>
          <p:cNvPr id="990" name="Google Shape;990;p99"/>
          <p:cNvSpPr/>
          <p:nvPr/>
        </p:nvSpPr>
        <p:spPr>
          <a:xfrm>
            <a:off x="3456432" y="3547872"/>
            <a:ext cx="2331720" cy="64008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Blog, BT advertorials,</a:t>
            </a:r>
            <a:endParaRPr i="0" sz="10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CNA, press releases</a:t>
            </a:r>
            <a:endParaRPr i="0" sz="1000" u="none" cap="none" strike="noStrike">
              <a:solidFill>
                <a:schemeClr val="dk1"/>
              </a:solidFill>
              <a:latin typeface="Inter"/>
              <a:ea typeface="Inter"/>
              <a:cs typeface="Inter"/>
              <a:sym typeface="Inter"/>
            </a:endParaRPr>
          </a:p>
        </p:txBody>
      </p:sp>
      <p:sp>
        <p:nvSpPr>
          <p:cNvPr id="991" name="Google Shape;991;p99"/>
          <p:cNvSpPr/>
          <p:nvPr/>
        </p:nvSpPr>
        <p:spPr>
          <a:xfrm>
            <a:off x="6217920" y="3017520"/>
            <a:ext cx="256032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92" name="Google Shape;992;p99"/>
          <p:cNvSpPr/>
          <p:nvPr/>
        </p:nvSpPr>
        <p:spPr>
          <a:xfrm>
            <a:off x="6217920" y="3017520"/>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993" name="Google Shape;993;p99"/>
          <p:cNvSpPr/>
          <p:nvPr/>
        </p:nvSpPr>
        <p:spPr>
          <a:xfrm>
            <a:off x="6382512" y="3182112"/>
            <a:ext cx="2331720" cy="32004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1100"/>
              <a:buFont typeface="Arial"/>
              <a:buNone/>
            </a:pPr>
            <a:r>
              <a:rPr b="1" i="0" lang="en" sz="1100" u="none" cap="none" strike="noStrike">
                <a:solidFill>
                  <a:schemeClr val="dk1"/>
                </a:solidFill>
                <a:latin typeface="Inter"/>
                <a:ea typeface="Inter"/>
                <a:cs typeface="Inter"/>
                <a:sym typeface="Inter"/>
              </a:rPr>
              <a:t>Community events</a:t>
            </a:r>
            <a:endParaRPr i="0" sz="1100" u="none" cap="none" strike="noStrike">
              <a:solidFill>
                <a:schemeClr val="dk1"/>
              </a:solidFill>
              <a:latin typeface="Inter"/>
              <a:ea typeface="Inter"/>
              <a:cs typeface="Inter"/>
              <a:sym typeface="Inter"/>
            </a:endParaRPr>
          </a:p>
        </p:txBody>
      </p:sp>
      <p:sp>
        <p:nvSpPr>
          <p:cNvPr id="994" name="Google Shape;994;p99"/>
          <p:cNvSpPr/>
          <p:nvPr/>
        </p:nvSpPr>
        <p:spPr>
          <a:xfrm>
            <a:off x="6382512" y="3547872"/>
            <a:ext cx="2331720" cy="64008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Walks, workshops,</a:t>
            </a:r>
            <a:endParaRPr i="0" sz="10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444441"/>
              </a:buClr>
              <a:buSzPts val="1000"/>
              <a:buFont typeface="Arial"/>
              <a:buNone/>
            </a:pPr>
            <a:r>
              <a:rPr i="0" lang="en" sz="1000" u="none" cap="none" strike="noStrike">
                <a:solidFill>
                  <a:schemeClr val="dk1"/>
                </a:solidFill>
                <a:latin typeface="Inter"/>
                <a:ea typeface="Inter"/>
                <a:cs typeface="Inter"/>
                <a:sym typeface="Inter"/>
              </a:rPr>
              <a:t>Dialogue, Ignite</a:t>
            </a:r>
            <a:endParaRPr i="0" sz="1000" u="none" cap="none" strike="noStrike">
              <a:solidFill>
                <a:schemeClr val="dk1"/>
              </a:solidFill>
              <a:latin typeface="Inter"/>
              <a:ea typeface="Inter"/>
              <a:cs typeface="Inter"/>
              <a:sym typeface="Inter"/>
            </a:endParaRPr>
          </a:p>
        </p:txBody>
      </p:sp>
      <p:sp>
        <p:nvSpPr>
          <p:cNvPr id="995" name="Google Shape;995;p99"/>
          <p:cNvSpPr/>
          <p:nvPr/>
        </p:nvSpPr>
        <p:spPr>
          <a:xfrm>
            <a:off x="365760" y="4572000"/>
            <a:ext cx="8412480" cy="32004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1000"/>
              <a:buFont typeface="Arial"/>
              <a:buNone/>
            </a:pPr>
            <a:r>
              <a:rPr b="1" i="1" lang="en" sz="1000" u="none" cap="none" strike="noStrike">
                <a:solidFill>
                  <a:schemeClr val="dk1"/>
                </a:solidFill>
                <a:latin typeface="Inter"/>
                <a:ea typeface="Inter"/>
                <a:cs typeface="Inter"/>
                <a:sym typeface="Inter"/>
              </a:rPr>
              <a:t>All channels carry the same weekly theme. Each asset compounds the one before it. Ignite is where it all converges.</a:t>
            </a:r>
            <a:endParaRPr i="0" sz="1000" u="none" cap="none" strike="noStrike">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0" name="Shape 1000"/>
        <p:cNvGrpSpPr/>
        <p:nvPr/>
      </p:nvGrpSpPr>
      <p:grpSpPr>
        <a:xfrm>
          <a:off x="0" y="0"/>
          <a:ext cx="0" cy="0"/>
          <a:chOff x="0" y="0"/>
          <a:chExt cx="0" cy="0"/>
        </a:xfrm>
      </p:grpSpPr>
      <p:sp>
        <p:nvSpPr>
          <p:cNvPr id="1001" name="Google Shape;1001;p100"/>
          <p:cNvSpPr/>
          <p:nvPr/>
        </p:nvSpPr>
        <p:spPr>
          <a:xfrm>
            <a:off x="365750" y="260095"/>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900"/>
              <a:buFont typeface="Arial"/>
              <a:buNone/>
            </a:pPr>
            <a:r>
              <a:rPr b="1" i="0" lang="en" sz="900" u="none" cap="none" strike="noStrike">
                <a:solidFill>
                  <a:schemeClr val="dk1"/>
                </a:solidFill>
                <a:latin typeface="Inter"/>
                <a:ea typeface="Inter"/>
                <a:cs typeface="Inter"/>
                <a:sym typeface="Inter"/>
              </a:rPr>
              <a:t>SPECIAL FORMAT</a:t>
            </a:r>
            <a:endParaRPr i="0" sz="900" u="none" cap="none" strike="noStrike">
              <a:solidFill>
                <a:schemeClr val="dk1"/>
              </a:solidFill>
              <a:latin typeface="Inter"/>
              <a:ea typeface="Inter"/>
              <a:cs typeface="Inter"/>
              <a:sym typeface="Inter"/>
            </a:endParaRPr>
          </a:p>
        </p:txBody>
      </p:sp>
      <p:sp>
        <p:nvSpPr>
          <p:cNvPr id="1002" name="Google Shape;1002;p100"/>
          <p:cNvSpPr/>
          <p:nvPr/>
        </p:nvSpPr>
        <p:spPr>
          <a:xfrm>
            <a:off x="365750" y="516127"/>
            <a:ext cx="8229600" cy="59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 sz="2800" u="none" cap="none" strike="noStrike">
                <a:solidFill>
                  <a:schemeClr val="dk1"/>
                </a:solidFill>
                <a:latin typeface="Inter"/>
                <a:ea typeface="Inter"/>
                <a:cs typeface="Inter"/>
                <a:sym typeface="Inter"/>
              </a:rPr>
              <a:t>AMA - doctor / coach series, kick off</a:t>
            </a:r>
            <a:endParaRPr i="0" sz="2800" u="none" cap="none" strike="noStrike">
              <a:solidFill>
                <a:schemeClr val="dk1"/>
              </a:solidFill>
              <a:latin typeface="Inter"/>
              <a:ea typeface="Inter"/>
              <a:cs typeface="Inter"/>
              <a:sym typeface="Inter"/>
            </a:endParaRPr>
          </a:p>
        </p:txBody>
      </p:sp>
      <p:sp>
        <p:nvSpPr>
          <p:cNvPr id="1003" name="Google Shape;1003;p100"/>
          <p:cNvSpPr/>
          <p:nvPr/>
        </p:nvSpPr>
        <p:spPr>
          <a:xfrm>
            <a:off x="365750" y="1156207"/>
            <a:ext cx="8046600" cy="5487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1300"/>
              <a:buFont typeface="Arial"/>
              <a:buNone/>
            </a:pPr>
            <a:r>
              <a:rPr i="0" lang="en" sz="1100" u="none" cap="none" strike="noStrike">
                <a:solidFill>
                  <a:schemeClr val="dk1"/>
                </a:solidFill>
                <a:latin typeface="Inter"/>
                <a:ea typeface="Inter"/>
                <a:cs typeface="Inter"/>
                <a:sym typeface="Inter"/>
              </a:rPr>
              <a:t>A recurring, high-trust format that positions NOVI's clinical team as approachable experts. Built around real questions from real patients and prospects — seeded via EDM to build participation before filming.</a:t>
            </a:r>
            <a:endParaRPr i="0" sz="1100" u="none" cap="none" strike="noStrike">
              <a:solidFill>
                <a:schemeClr val="dk1"/>
              </a:solidFill>
              <a:latin typeface="Inter"/>
              <a:ea typeface="Inter"/>
              <a:cs typeface="Inter"/>
              <a:sym typeface="Inter"/>
            </a:endParaRPr>
          </a:p>
        </p:txBody>
      </p:sp>
      <p:sp>
        <p:nvSpPr>
          <p:cNvPr id="1004" name="Google Shape;1004;p100"/>
          <p:cNvSpPr/>
          <p:nvPr/>
        </p:nvSpPr>
        <p:spPr>
          <a:xfrm>
            <a:off x="365760" y="1828800"/>
            <a:ext cx="2743200" cy="26060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05" name="Google Shape;1005;p100"/>
          <p:cNvSpPr/>
          <p:nvPr/>
        </p:nvSpPr>
        <p:spPr>
          <a:xfrm>
            <a:off x="365760" y="1828800"/>
            <a:ext cx="54864" cy="260604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06" name="Google Shape;1006;p100"/>
          <p:cNvSpPr/>
          <p:nvPr/>
        </p:nvSpPr>
        <p:spPr>
          <a:xfrm>
            <a:off x="530352" y="1901952"/>
            <a:ext cx="2468880" cy="36576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900"/>
              <a:buFont typeface="Arial"/>
              <a:buNone/>
            </a:pPr>
            <a:r>
              <a:rPr b="1" i="0" lang="en" sz="900" u="none" cap="none" strike="noStrike">
                <a:solidFill>
                  <a:schemeClr val="dk1"/>
                </a:solidFill>
                <a:latin typeface="Inter"/>
                <a:ea typeface="Inter"/>
                <a:cs typeface="Inter"/>
                <a:sym typeface="Inter"/>
              </a:rPr>
              <a:t>Week 1</a:t>
            </a:r>
            <a:endParaRPr i="0" sz="9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0C447C"/>
              </a:buClr>
              <a:buSzPts val="900"/>
              <a:buFont typeface="Arial"/>
              <a:buNone/>
            </a:pPr>
            <a:r>
              <a:rPr b="1" i="0" lang="en" sz="900" u="none" cap="none" strike="noStrike">
                <a:solidFill>
                  <a:schemeClr val="dk1"/>
                </a:solidFill>
                <a:latin typeface="Inter"/>
                <a:ea typeface="Inter"/>
                <a:cs typeface="Inter"/>
                <a:sym typeface="Inter"/>
              </a:rPr>
              <a:t>2</a:t>
            </a:r>
            <a:r>
              <a:rPr b="1" lang="en" sz="900">
                <a:solidFill>
                  <a:schemeClr val="dk1"/>
                </a:solidFill>
                <a:latin typeface="Inter"/>
                <a:ea typeface="Inter"/>
                <a:cs typeface="Inter"/>
                <a:sym typeface="Inter"/>
              </a:rPr>
              <a:t>8</a:t>
            </a:r>
            <a:r>
              <a:rPr b="1" i="0" lang="en" sz="900" u="none" cap="none" strike="noStrike">
                <a:solidFill>
                  <a:schemeClr val="dk1"/>
                </a:solidFill>
                <a:latin typeface="Inter"/>
                <a:ea typeface="Inter"/>
                <a:cs typeface="Inter"/>
                <a:sym typeface="Inter"/>
              </a:rPr>
              <a:t>– May</a:t>
            </a:r>
            <a:endParaRPr i="0" sz="900" u="none" cap="none" strike="noStrike">
              <a:solidFill>
                <a:schemeClr val="dk1"/>
              </a:solidFill>
              <a:latin typeface="Inter"/>
              <a:ea typeface="Inter"/>
              <a:cs typeface="Inter"/>
              <a:sym typeface="Inter"/>
            </a:endParaRPr>
          </a:p>
        </p:txBody>
      </p:sp>
      <p:sp>
        <p:nvSpPr>
          <p:cNvPr id="1007" name="Google Shape;1007;p100"/>
          <p:cNvSpPr/>
          <p:nvPr/>
        </p:nvSpPr>
        <p:spPr>
          <a:xfrm>
            <a:off x="530352" y="2286000"/>
            <a:ext cx="2377440" cy="292608"/>
          </a:xfrm>
          <a:prstGeom prst="rect">
            <a:avLst/>
          </a:prstGeom>
          <a:solidFill>
            <a:srgbClr val="E5D8C7"/>
          </a:solidFill>
          <a:ln cap="flat" cmpd="sng" w="12700">
            <a:solidFill>
              <a:srgbClr val="BCBC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08" name="Google Shape;1008;p100"/>
          <p:cNvSpPr/>
          <p:nvPr/>
        </p:nvSpPr>
        <p:spPr>
          <a:xfrm>
            <a:off x="566928" y="2322576"/>
            <a:ext cx="2286000" cy="219456"/>
          </a:xfrm>
          <a:prstGeom prst="rect">
            <a:avLst/>
          </a:prstGeom>
          <a:solidFill>
            <a:srgbClr val="E5D8C7"/>
          </a:solidFill>
          <a:ln cap="flat" cmpd="sng" w="9525">
            <a:solidFill>
              <a:srgbClr val="BCBCC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chemeClr val="dk1"/>
                </a:solidFill>
                <a:latin typeface="Inter"/>
                <a:ea typeface="Inter"/>
                <a:cs typeface="Inter"/>
                <a:sym typeface="Inter"/>
              </a:rPr>
              <a:t>EDM seed</a:t>
            </a:r>
            <a:endParaRPr i="0" sz="1100" u="none" cap="none" strike="noStrike">
              <a:solidFill>
                <a:schemeClr val="dk1"/>
              </a:solidFill>
              <a:latin typeface="Inter"/>
              <a:ea typeface="Inter"/>
              <a:cs typeface="Inter"/>
              <a:sym typeface="Inter"/>
            </a:endParaRPr>
          </a:p>
        </p:txBody>
      </p:sp>
      <p:sp>
        <p:nvSpPr>
          <p:cNvPr id="1009" name="Google Shape;1009;p100"/>
          <p:cNvSpPr/>
          <p:nvPr/>
        </p:nvSpPr>
        <p:spPr>
          <a:xfrm>
            <a:off x="530352" y="2633472"/>
            <a:ext cx="2468880" cy="16916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Send to full list. Subject: 'Ask our doctor anything.' Invite community to submit health questions. Pre-seeded Qs in the EDM to prompt participation. Link to question submission form or WhatsApp broadcast.</a:t>
            </a:r>
            <a:endParaRPr i="0" sz="900" u="none" cap="none" strike="noStrike">
              <a:solidFill>
                <a:schemeClr val="dk1"/>
              </a:solidFill>
              <a:latin typeface="Inter"/>
              <a:ea typeface="Inter"/>
              <a:cs typeface="Inter"/>
              <a:sym typeface="Inter"/>
            </a:endParaRPr>
          </a:p>
        </p:txBody>
      </p:sp>
      <p:sp>
        <p:nvSpPr>
          <p:cNvPr id="1010" name="Google Shape;1010;p100"/>
          <p:cNvSpPr/>
          <p:nvPr/>
        </p:nvSpPr>
        <p:spPr>
          <a:xfrm>
            <a:off x="3291840" y="1828800"/>
            <a:ext cx="2743200" cy="26060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11" name="Google Shape;1011;p100"/>
          <p:cNvSpPr/>
          <p:nvPr/>
        </p:nvSpPr>
        <p:spPr>
          <a:xfrm>
            <a:off x="3291840" y="1828800"/>
            <a:ext cx="54864" cy="260604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12" name="Google Shape;1012;p100"/>
          <p:cNvSpPr/>
          <p:nvPr/>
        </p:nvSpPr>
        <p:spPr>
          <a:xfrm>
            <a:off x="3456432" y="1901952"/>
            <a:ext cx="2468880" cy="36576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900"/>
              <a:buFont typeface="Arial"/>
              <a:buNone/>
            </a:pPr>
            <a:r>
              <a:rPr b="1" i="0" lang="en" sz="900" u="none" cap="none" strike="noStrike">
                <a:solidFill>
                  <a:schemeClr val="dk1"/>
                </a:solidFill>
                <a:latin typeface="Inter"/>
                <a:ea typeface="Inter"/>
                <a:cs typeface="Inter"/>
                <a:sym typeface="Inter"/>
              </a:rPr>
              <a:t>Week 2</a:t>
            </a:r>
            <a:endParaRPr i="0" sz="9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633806"/>
              </a:buClr>
              <a:buSzPts val="900"/>
              <a:buFont typeface="Arial"/>
              <a:buNone/>
            </a:pPr>
            <a:r>
              <a:rPr b="1" i="0" lang="en" sz="900" u="none" cap="none" strike="noStrike">
                <a:solidFill>
                  <a:schemeClr val="dk1"/>
                </a:solidFill>
                <a:latin typeface="Inter"/>
                <a:ea typeface="Inter"/>
                <a:cs typeface="Inter"/>
                <a:sym typeface="Inter"/>
              </a:rPr>
              <a:t>1 Jun</a:t>
            </a:r>
            <a:endParaRPr i="0" sz="900" u="none" cap="none" strike="noStrike">
              <a:solidFill>
                <a:schemeClr val="dk1"/>
              </a:solidFill>
              <a:latin typeface="Inter"/>
              <a:ea typeface="Inter"/>
              <a:cs typeface="Inter"/>
              <a:sym typeface="Inter"/>
            </a:endParaRPr>
          </a:p>
        </p:txBody>
      </p:sp>
      <p:sp>
        <p:nvSpPr>
          <p:cNvPr id="1013" name="Google Shape;1013;p100"/>
          <p:cNvSpPr/>
          <p:nvPr/>
        </p:nvSpPr>
        <p:spPr>
          <a:xfrm>
            <a:off x="3456432" y="2286000"/>
            <a:ext cx="2377440" cy="292608"/>
          </a:xfrm>
          <a:prstGeom prst="rect">
            <a:avLst/>
          </a:prstGeom>
          <a:solidFill>
            <a:srgbClr val="E5D8C7"/>
          </a:solidFill>
          <a:ln cap="flat" cmpd="sng" w="12700">
            <a:solidFill>
              <a:srgbClr val="BCBC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14" name="Google Shape;1014;p100"/>
          <p:cNvSpPr/>
          <p:nvPr/>
        </p:nvSpPr>
        <p:spPr>
          <a:xfrm>
            <a:off x="3493008" y="2322576"/>
            <a:ext cx="2286000" cy="219456"/>
          </a:xfrm>
          <a:prstGeom prst="rect">
            <a:avLst/>
          </a:prstGeom>
          <a:solidFill>
            <a:srgbClr val="E5D8C7"/>
          </a:solidFill>
          <a:ln cap="flat" cmpd="sng" w="9525">
            <a:solidFill>
              <a:srgbClr val="BCBCC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chemeClr val="dk1"/>
                </a:solidFill>
                <a:latin typeface="Inter"/>
                <a:ea typeface="Inter"/>
                <a:cs typeface="Inter"/>
                <a:sym typeface="Inter"/>
              </a:rPr>
              <a:t>Record</a:t>
            </a:r>
            <a:endParaRPr i="0" sz="1100" u="none" cap="none" strike="noStrike">
              <a:solidFill>
                <a:schemeClr val="dk1"/>
              </a:solidFill>
              <a:latin typeface="Inter"/>
              <a:ea typeface="Inter"/>
              <a:cs typeface="Inter"/>
              <a:sym typeface="Inter"/>
            </a:endParaRPr>
          </a:p>
        </p:txBody>
      </p:sp>
      <p:sp>
        <p:nvSpPr>
          <p:cNvPr id="1015" name="Google Shape;1015;p100"/>
          <p:cNvSpPr/>
          <p:nvPr/>
        </p:nvSpPr>
        <p:spPr>
          <a:xfrm>
            <a:off x="3456432" y="2633472"/>
            <a:ext cx="2468880" cy="16916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Film Dr Whitney answering top questions. Studio quality. 8–12 questions per session. Short-answer format (30–90 sec per Q). Record enough for multiple releases. Think: Vogue 73 Questions energy — warm, confident, clinical.</a:t>
            </a:r>
            <a:endParaRPr i="0" sz="900" u="none" cap="none" strike="noStrike">
              <a:solidFill>
                <a:schemeClr val="dk1"/>
              </a:solidFill>
              <a:latin typeface="Inter"/>
              <a:ea typeface="Inter"/>
              <a:cs typeface="Inter"/>
              <a:sym typeface="Inter"/>
            </a:endParaRPr>
          </a:p>
        </p:txBody>
      </p:sp>
      <p:sp>
        <p:nvSpPr>
          <p:cNvPr id="1016" name="Google Shape;1016;p100"/>
          <p:cNvSpPr/>
          <p:nvPr/>
        </p:nvSpPr>
        <p:spPr>
          <a:xfrm>
            <a:off x="6217920" y="1828800"/>
            <a:ext cx="2743200" cy="26060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17" name="Google Shape;1017;p100"/>
          <p:cNvSpPr/>
          <p:nvPr/>
        </p:nvSpPr>
        <p:spPr>
          <a:xfrm>
            <a:off x="6217920" y="1828800"/>
            <a:ext cx="54864" cy="260604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18" name="Google Shape;1018;p100"/>
          <p:cNvSpPr/>
          <p:nvPr/>
        </p:nvSpPr>
        <p:spPr>
          <a:xfrm>
            <a:off x="6382512" y="1901952"/>
            <a:ext cx="2468880" cy="36576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900"/>
              <a:buFont typeface="Arial"/>
              <a:buNone/>
            </a:pPr>
            <a:r>
              <a:rPr b="1" i="0" lang="en" sz="900" u="none" cap="none" strike="noStrike">
                <a:solidFill>
                  <a:schemeClr val="dk1"/>
                </a:solidFill>
                <a:latin typeface="Inter"/>
                <a:ea typeface="Inter"/>
                <a:cs typeface="Inter"/>
                <a:sym typeface="Inter"/>
              </a:rPr>
              <a:t>Week 3</a:t>
            </a:r>
            <a:endParaRPr i="0" sz="9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0F6E56"/>
              </a:buClr>
              <a:buSzPts val="900"/>
              <a:buFont typeface="Arial"/>
              <a:buNone/>
            </a:pPr>
            <a:r>
              <a:rPr b="1" i="0" lang="en" sz="900" u="none" cap="none" strike="noStrike">
                <a:solidFill>
                  <a:schemeClr val="dk1"/>
                </a:solidFill>
                <a:latin typeface="Inter"/>
                <a:ea typeface="Inter"/>
                <a:cs typeface="Inter"/>
                <a:sym typeface="Inter"/>
              </a:rPr>
              <a:t>8 Jun</a:t>
            </a:r>
            <a:endParaRPr i="0" sz="900" u="none" cap="none" strike="noStrike">
              <a:solidFill>
                <a:schemeClr val="dk1"/>
              </a:solidFill>
              <a:latin typeface="Inter"/>
              <a:ea typeface="Inter"/>
              <a:cs typeface="Inter"/>
              <a:sym typeface="Inter"/>
            </a:endParaRPr>
          </a:p>
        </p:txBody>
      </p:sp>
      <p:sp>
        <p:nvSpPr>
          <p:cNvPr id="1019" name="Google Shape;1019;p100"/>
          <p:cNvSpPr/>
          <p:nvPr/>
        </p:nvSpPr>
        <p:spPr>
          <a:xfrm>
            <a:off x="6382512" y="2286000"/>
            <a:ext cx="2377440" cy="292608"/>
          </a:xfrm>
          <a:prstGeom prst="rect">
            <a:avLst/>
          </a:prstGeom>
          <a:solidFill>
            <a:srgbClr val="E5D8C7"/>
          </a:solidFill>
          <a:ln cap="flat" cmpd="sng" w="12700">
            <a:solidFill>
              <a:srgbClr val="BCBC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20" name="Google Shape;1020;p100"/>
          <p:cNvSpPr/>
          <p:nvPr/>
        </p:nvSpPr>
        <p:spPr>
          <a:xfrm>
            <a:off x="6419088" y="2322576"/>
            <a:ext cx="2286000" cy="219456"/>
          </a:xfrm>
          <a:prstGeom prst="rect">
            <a:avLst/>
          </a:prstGeom>
          <a:solidFill>
            <a:srgbClr val="E5D8C7"/>
          </a:solidFill>
          <a:ln cap="flat" cmpd="sng" w="9525">
            <a:solidFill>
              <a:srgbClr val="BCBCC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chemeClr val="dk1"/>
                </a:solidFill>
                <a:latin typeface="Inter"/>
                <a:ea typeface="Inter"/>
                <a:cs typeface="Inter"/>
                <a:sym typeface="Inter"/>
              </a:rPr>
              <a:t>Release</a:t>
            </a:r>
            <a:endParaRPr i="0" sz="1100" u="none" cap="none" strike="noStrike">
              <a:solidFill>
                <a:schemeClr val="dk1"/>
              </a:solidFill>
              <a:latin typeface="Inter"/>
              <a:ea typeface="Inter"/>
              <a:cs typeface="Inter"/>
              <a:sym typeface="Inter"/>
            </a:endParaRPr>
          </a:p>
        </p:txBody>
      </p:sp>
      <p:sp>
        <p:nvSpPr>
          <p:cNvPr id="1021" name="Google Shape;1021;p100"/>
          <p:cNvSpPr/>
          <p:nvPr/>
        </p:nvSpPr>
        <p:spPr>
          <a:xfrm>
            <a:off x="6382512" y="2633472"/>
            <a:ext cx="2468880" cy="16916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Episode 1 goes live on IG Reels and YouTube. Cut into individual Q clips for Stories and Shorts. One hero cut (3–5 min) for YT. Each clip ends with soft CTA. Runs alongside Spotify launch and FAQ Episode 1 for maximum W3 impact.</a:t>
            </a:r>
            <a:endParaRPr i="0" sz="900" u="none" cap="none" strike="noStrike">
              <a:solidFill>
                <a:schemeClr val="dk1"/>
              </a:solidFill>
              <a:latin typeface="Inter"/>
              <a:ea typeface="Inter"/>
              <a:cs typeface="Inter"/>
              <a:sym typeface="Inter"/>
            </a:endParaRPr>
          </a:p>
        </p:txBody>
      </p:sp>
      <p:sp>
        <p:nvSpPr>
          <p:cNvPr id="1022" name="Google Shape;1022;p100"/>
          <p:cNvSpPr/>
          <p:nvPr/>
        </p:nvSpPr>
        <p:spPr>
          <a:xfrm>
            <a:off x="365760" y="4617720"/>
            <a:ext cx="8412480" cy="36576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6E56"/>
              </a:buClr>
              <a:buSzPts val="1000"/>
              <a:buFont typeface="Arial"/>
              <a:buNone/>
            </a:pPr>
            <a:r>
              <a:rPr b="1" i="0" lang="en" sz="1000" u="none" cap="none" strike="noStrike">
                <a:solidFill>
                  <a:schemeClr val="dk1"/>
                </a:solidFill>
                <a:latin typeface="Inter"/>
                <a:ea typeface="Inter"/>
                <a:cs typeface="Inter"/>
                <a:sym typeface="Inter"/>
              </a:rPr>
              <a:t>Format is repeatable — Dr </a:t>
            </a:r>
            <a:r>
              <a:rPr b="1" lang="en" sz="1000">
                <a:solidFill>
                  <a:schemeClr val="dk1"/>
                </a:solidFill>
                <a:latin typeface="Inter"/>
                <a:ea typeface="Inter"/>
                <a:cs typeface="Inter"/>
                <a:sym typeface="Inter"/>
              </a:rPr>
              <a:t>/ </a:t>
            </a:r>
            <a:r>
              <a:rPr b="1" lang="en" sz="1000">
                <a:solidFill>
                  <a:schemeClr val="dk1"/>
                </a:solidFill>
                <a:latin typeface="Inter"/>
                <a:ea typeface="Inter"/>
                <a:cs typeface="Inter"/>
                <a:sym typeface="Inter"/>
              </a:rPr>
              <a:t>coaches</a:t>
            </a:r>
            <a:r>
              <a:rPr b="1" lang="en" sz="1000">
                <a:solidFill>
                  <a:schemeClr val="dk1"/>
                </a:solidFill>
                <a:latin typeface="Inter"/>
                <a:ea typeface="Inter"/>
                <a:cs typeface="Inter"/>
                <a:sym typeface="Inter"/>
              </a:rPr>
              <a:t> </a:t>
            </a:r>
            <a:r>
              <a:rPr b="1" i="0" lang="en" sz="1000" u="none" cap="none" strike="noStrike">
                <a:solidFill>
                  <a:schemeClr val="dk1"/>
                </a:solidFill>
                <a:latin typeface="Inter"/>
                <a:ea typeface="Inter"/>
                <a:cs typeface="Inter"/>
                <a:sym typeface="Inter"/>
              </a:rPr>
              <a:t>session becomes a monthly series. Each release extends NOVI's content library with zero ongoing production cost once templated.</a:t>
            </a:r>
            <a:endParaRPr b="1" i="0" sz="1000" u="none" cap="none" strike="noStrike">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7" name="Shape 1027"/>
        <p:cNvGrpSpPr/>
        <p:nvPr/>
      </p:nvGrpSpPr>
      <p:grpSpPr>
        <a:xfrm>
          <a:off x="0" y="0"/>
          <a:ext cx="0" cy="0"/>
          <a:chOff x="0" y="0"/>
          <a:chExt cx="0" cy="0"/>
        </a:xfrm>
      </p:grpSpPr>
      <p:sp>
        <p:nvSpPr>
          <p:cNvPr id="1028" name="Google Shape;1028;p101"/>
          <p:cNvSpPr/>
          <p:nvPr/>
        </p:nvSpPr>
        <p:spPr>
          <a:xfrm>
            <a:off x="0" y="0"/>
            <a:ext cx="9144000" cy="822960"/>
          </a:xfrm>
          <a:prstGeom prst="rect">
            <a:avLst/>
          </a:prstGeom>
          <a:no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29" name="Google Shape;1029;p101"/>
          <p:cNvSpPr/>
          <p:nvPr/>
        </p:nvSpPr>
        <p:spPr>
          <a:xfrm>
            <a:off x="292608" y="9144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900"/>
              <a:buFont typeface="Arial"/>
              <a:buNone/>
            </a:pPr>
            <a:r>
              <a:rPr b="1" i="0" lang="en" sz="900" u="none" cap="none" strike="noStrike">
                <a:solidFill>
                  <a:schemeClr val="dk1"/>
                </a:solidFill>
                <a:latin typeface="Inter"/>
                <a:ea typeface="Inter"/>
                <a:cs typeface="Inter"/>
                <a:sym typeface="Inter"/>
              </a:rPr>
              <a:t>W1 · 21–25 May</a:t>
            </a:r>
            <a:endParaRPr i="0" sz="900" u="none" cap="none" strike="noStrike">
              <a:solidFill>
                <a:schemeClr val="dk1"/>
              </a:solidFill>
              <a:latin typeface="Inter"/>
              <a:ea typeface="Inter"/>
              <a:cs typeface="Inter"/>
              <a:sym typeface="Inter"/>
            </a:endParaRPr>
          </a:p>
        </p:txBody>
      </p:sp>
      <p:sp>
        <p:nvSpPr>
          <p:cNvPr id="1030" name="Google Shape;1030;p101"/>
          <p:cNvSpPr/>
          <p:nvPr/>
        </p:nvSpPr>
        <p:spPr>
          <a:xfrm>
            <a:off x="292608" y="347472"/>
            <a:ext cx="86868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200"/>
              <a:buFont typeface="Georgia"/>
              <a:buNone/>
            </a:pPr>
            <a:r>
              <a:rPr b="1" i="0" lang="en" sz="2200" u="none" cap="none" strike="noStrike">
                <a:solidFill>
                  <a:schemeClr val="dk1"/>
                </a:solidFill>
                <a:latin typeface="Inter"/>
                <a:ea typeface="Inter"/>
                <a:cs typeface="Inter"/>
                <a:sym typeface="Inter"/>
              </a:rPr>
              <a:t>This is what care looks like</a:t>
            </a:r>
            <a:endParaRPr i="0" sz="2200" u="none" cap="none" strike="noStrike">
              <a:solidFill>
                <a:schemeClr val="dk1"/>
              </a:solidFill>
              <a:latin typeface="Inter"/>
              <a:ea typeface="Inter"/>
              <a:cs typeface="Inter"/>
              <a:sym typeface="Inter"/>
            </a:endParaRPr>
          </a:p>
        </p:txBody>
      </p:sp>
      <p:sp>
        <p:nvSpPr>
          <p:cNvPr id="1031" name="Google Shape;1031;p101"/>
          <p:cNvSpPr/>
          <p:nvPr/>
        </p:nvSpPr>
        <p:spPr>
          <a:xfrm>
            <a:off x="228600" y="914400"/>
            <a:ext cx="8686800" cy="384048"/>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32" name="Google Shape;1032;p101"/>
          <p:cNvSpPr/>
          <p:nvPr/>
        </p:nvSpPr>
        <p:spPr>
          <a:xfrm>
            <a:off x="320040" y="941832"/>
            <a:ext cx="182880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700"/>
              <a:buFont typeface="Arial"/>
              <a:buNone/>
            </a:pPr>
            <a:r>
              <a:rPr b="1" i="0" lang="en" sz="700" u="none" cap="none" strike="noStrike">
                <a:solidFill>
                  <a:schemeClr val="dk1"/>
                </a:solidFill>
                <a:latin typeface="Inter"/>
                <a:ea typeface="Inter"/>
                <a:cs typeface="Inter"/>
                <a:sym typeface="Inter"/>
              </a:rPr>
              <a:t>ACQUISITION HOOK</a:t>
            </a:r>
            <a:endParaRPr i="0" sz="700" u="none" cap="none" strike="noStrike">
              <a:solidFill>
                <a:schemeClr val="dk1"/>
              </a:solidFill>
              <a:latin typeface="Inter"/>
              <a:ea typeface="Inter"/>
              <a:cs typeface="Inter"/>
              <a:sym typeface="Inter"/>
            </a:endParaRPr>
          </a:p>
        </p:txBody>
      </p:sp>
      <p:sp>
        <p:nvSpPr>
          <p:cNvPr id="1033" name="Google Shape;1033;p101"/>
          <p:cNvSpPr/>
          <p:nvPr/>
        </p:nvSpPr>
        <p:spPr>
          <a:xfrm>
            <a:off x="320040" y="1097280"/>
            <a:ext cx="832104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Arial"/>
              <a:buNone/>
            </a:pPr>
            <a:r>
              <a:rPr b="1" i="1" lang="en" sz="1000" u="none" cap="none" strike="noStrike">
                <a:solidFill>
                  <a:schemeClr val="dk1"/>
                </a:solidFill>
                <a:latin typeface="Inter"/>
                <a:ea typeface="Inter"/>
                <a:cs typeface="Inter"/>
                <a:sym typeface="Inter"/>
              </a:rPr>
              <a:t>What does a health clinic actually do between your appointments? This week, we show you.</a:t>
            </a:r>
            <a:endParaRPr i="0" sz="1000" u="none" cap="none" strike="noStrike">
              <a:solidFill>
                <a:schemeClr val="dk1"/>
              </a:solidFill>
              <a:latin typeface="Inter"/>
              <a:ea typeface="Inter"/>
              <a:cs typeface="Inter"/>
              <a:sym typeface="Inter"/>
            </a:endParaRPr>
          </a:p>
        </p:txBody>
      </p:sp>
      <p:sp>
        <p:nvSpPr>
          <p:cNvPr id="1034" name="Google Shape;1034;p101"/>
          <p:cNvSpPr/>
          <p:nvPr/>
        </p:nvSpPr>
        <p:spPr>
          <a:xfrm>
            <a:off x="228600" y="1374657"/>
            <a:ext cx="27432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780"/>
              </a:buClr>
              <a:buSzPts val="800"/>
              <a:buFont typeface="Arial"/>
              <a:buNone/>
            </a:pPr>
            <a:r>
              <a:rPr b="1" i="0" lang="en" sz="800" u="none" cap="none" strike="noStrike">
                <a:solidFill>
                  <a:schemeClr val="dk1"/>
                </a:solidFill>
                <a:latin typeface="Inter"/>
                <a:ea typeface="Inter"/>
                <a:cs typeface="Inter"/>
                <a:sym typeface="Inter"/>
              </a:rPr>
              <a:t>RELEASING THIS WEEK</a:t>
            </a:r>
            <a:endParaRPr i="0" sz="800" u="none" cap="none" strike="noStrike">
              <a:solidFill>
                <a:schemeClr val="dk1"/>
              </a:solidFill>
              <a:latin typeface="Inter"/>
              <a:ea typeface="Inter"/>
              <a:cs typeface="Inter"/>
              <a:sym typeface="Inter"/>
            </a:endParaRPr>
          </a:p>
        </p:txBody>
      </p:sp>
      <p:sp>
        <p:nvSpPr>
          <p:cNvPr id="1035" name="Google Shape;1035;p101"/>
          <p:cNvSpPr/>
          <p:nvPr/>
        </p:nvSpPr>
        <p:spPr>
          <a:xfrm>
            <a:off x="228600" y="1627632"/>
            <a:ext cx="2148840" cy="256032"/>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36" name="Google Shape;1036;p101"/>
          <p:cNvSpPr/>
          <p:nvPr/>
        </p:nvSpPr>
        <p:spPr>
          <a:xfrm>
            <a:off x="30175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Inter"/>
                <a:ea typeface="Inter"/>
                <a:cs typeface="Inter"/>
                <a:sym typeface="Inter"/>
              </a:rPr>
              <a:t>Hero film 1: The First 10 Minutes</a:t>
            </a:r>
            <a:endParaRPr i="0" sz="800" u="none" cap="none" strike="noStrike">
              <a:solidFill>
                <a:schemeClr val="dk1"/>
              </a:solidFill>
              <a:latin typeface="Inter"/>
              <a:ea typeface="Inter"/>
              <a:cs typeface="Inter"/>
              <a:sym typeface="Inter"/>
            </a:endParaRPr>
          </a:p>
        </p:txBody>
      </p:sp>
      <p:sp>
        <p:nvSpPr>
          <p:cNvPr id="1037" name="Google Shape;1037;p101"/>
          <p:cNvSpPr/>
          <p:nvPr/>
        </p:nvSpPr>
        <p:spPr>
          <a:xfrm>
            <a:off x="2468880" y="1627632"/>
            <a:ext cx="2148840" cy="256032"/>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38" name="Google Shape;1038;p101"/>
          <p:cNvSpPr/>
          <p:nvPr/>
        </p:nvSpPr>
        <p:spPr>
          <a:xfrm>
            <a:off x="254203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Inter"/>
                <a:ea typeface="Inter"/>
                <a:cs typeface="Inter"/>
                <a:sym typeface="Inter"/>
              </a:rPr>
              <a:t>Novo Nordisk press release</a:t>
            </a:r>
            <a:endParaRPr i="0" sz="800" u="none" cap="none" strike="noStrike">
              <a:solidFill>
                <a:schemeClr val="dk1"/>
              </a:solidFill>
              <a:latin typeface="Inter"/>
              <a:ea typeface="Inter"/>
              <a:cs typeface="Inter"/>
              <a:sym typeface="Inter"/>
            </a:endParaRPr>
          </a:p>
        </p:txBody>
      </p:sp>
      <p:sp>
        <p:nvSpPr>
          <p:cNvPr id="1039" name="Google Shape;1039;p101"/>
          <p:cNvSpPr/>
          <p:nvPr/>
        </p:nvSpPr>
        <p:spPr>
          <a:xfrm>
            <a:off x="4709160" y="1627632"/>
            <a:ext cx="2148840" cy="256032"/>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40" name="Google Shape;1040;p101"/>
          <p:cNvSpPr/>
          <p:nvPr/>
        </p:nvSpPr>
        <p:spPr>
          <a:xfrm>
            <a:off x="478231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Inter"/>
                <a:ea typeface="Inter"/>
                <a:cs typeface="Inter"/>
                <a:sym typeface="Inter"/>
              </a:rPr>
              <a:t>Novo EDM + landing page</a:t>
            </a:r>
            <a:endParaRPr i="0" sz="800" u="none" cap="none" strike="noStrike">
              <a:solidFill>
                <a:schemeClr val="dk1"/>
              </a:solidFill>
              <a:latin typeface="Inter"/>
              <a:ea typeface="Inter"/>
              <a:cs typeface="Inter"/>
              <a:sym typeface="Inter"/>
            </a:endParaRPr>
          </a:p>
        </p:txBody>
      </p:sp>
      <p:sp>
        <p:nvSpPr>
          <p:cNvPr id="1041" name="Google Shape;1041;p101"/>
          <p:cNvSpPr/>
          <p:nvPr/>
        </p:nvSpPr>
        <p:spPr>
          <a:xfrm>
            <a:off x="6949440" y="1627632"/>
            <a:ext cx="2148840" cy="256032"/>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42" name="Google Shape;1042;p101"/>
          <p:cNvSpPr/>
          <p:nvPr/>
        </p:nvSpPr>
        <p:spPr>
          <a:xfrm>
            <a:off x="702259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Inter"/>
                <a:ea typeface="Inter"/>
                <a:cs typeface="Inter"/>
                <a:sym typeface="Inter"/>
              </a:rPr>
              <a:t>Ask Dr Whitney EDM seed</a:t>
            </a:r>
            <a:endParaRPr i="0" sz="800" u="none" cap="none" strike="noStrike">
              <a:solidFill>
                <a:schemeClr val="dk1"/>
              </a:solidFill>
              <a:latin typeface="Inter"/>
              <a:ea typeface="Inter"/>
              <a:cs typeface="Inter"/>
              <a:sym typeface="Inter"/>
            </a:endParaRPr>
          </a:p>
        </p:txBody>
      </p:sp>
      <p:sp>
        <p:nvSpPr>
          <p:cNvPr id="1043" name="Google Shape;1043;p101"/>
          <p:cNvSpPr/>
          <p:nvPr/>
        </p:nvSpPr>
        <p:spPr>
          <a:xfrm>
            <a:off x="22860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44" name="Google Shape;1044;p101"/>
          <p:cNvSpPr/>
          <p:nvPr/>
        </p:nvSpPr>
        <p:spPr>
          <a:xfrm>
            <a:off x="22860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45" name="Google Shape;1045;p101"/>
          <p:cNvSpPr/>
          <p:nvPr/>
        </p:nvSpPr>
        <p:spPr>
          <a:xfrm>
            <a:off x="38404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Inter"/>
                <a:ea typeface="Inter"/>
                <a:cs typeface="Inter"/>
                <a:sym typeface="Inter"/>
              </a:rPr>
              <a:t>HERO FILM</a:t>
            </a:r>
            <a:endParaRPr i="0" sz="800" u="none" cap="none" strike="noStrike">
              <a:solidFill>
                <a:schemeClr val="dk1"/>
              </a:solidFill>
              <a:latin typeface="Inter"/>
              <a:ea typeface="Inter"/>
              <a:cs typeface="Inter"/>
              <a:sym typeface="Inter"/>
            </a:endParaRPr>
          </a:p>
        </p:txBody>
      </p:sp>
      <p:sp>
        <p:nvSpPr>
          <p:cNvPr id="1046" name="Google Shape;1046;p101"/>
          <p:cNvSpPr/>
          <p:nvPr/>
        </p:nvSpPr>
        <p:spPr>
          <a:xfrm>
            <a:off x="384048" y="2267712"/>
            <a:ext cx="2560320" cy="34747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i="0" lang="en" sz="1200" u="none" cap="none" strike="noStrike">
                <a:solidFill>
                  <a:schemeClr val="dk1"/>
                </a:solidFill>
                <a:latin typeface="Inter"/>
                <a:ea typeface="Inter"/>
                <a:cs typeface="Inter"/>
                <a:sym typeface="Inter"/>
              </a:rPr>
              <a:t>The First 10 Minutes</a:t>
            </a:r>
            <a:endParaRPr i="0" sz="1200" u="none" cap="none" strike="noStrike">
              <a:solidFill>
                <a:schemeClr val="dk1"/>
              </a:solidFill>
              <a:latin typeface="Inter"/>
              <a:ea typeface="Inter"/>
              <a:cs typeface="Inter"/>
              <a:sym typeface="Inter"/>
            </a:endParaRPr>
          </a:p>
        </p:txBody>
      </p:sp>
      <p:sp>
        <p:nvSpPr>
          <p:cNvPr id="1047" name="Google Shape;1047;p101"/>
          <p:cNvSpPr/>
          <p:nvPr/>
        </p:nvSpPr>
        <p:spPr>
          <a:xfrm>
            <a:off x="384048" y="2633472"/>
            <a:ext cx="2560320" cy="2176272"/>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Cinematic walk-through of a patient's first NOVI appointment. Clinic space, clinician greeting, first consultation moment. Sound design only. No voiceover.</a:t>
            </a:r>
            <a:endParaRPr i="0" sz="900" u="none" cap="none" strike="noStrike">
              <a:solidFill>
                <a:schemeClr val="dk1"/>
              </a:solidFill>
              <a:latin typeface="Inter"/>
              <a:ea typeface="Inter"/>
              <a:cs typeface="Inter"/>
              <a:sym typeface="Inter"/>
            </a:endParaRPr>
          </a:p>
        </p:txBody>
      </p:sp>
      <p:sp>
        <p:nvSpPr>
          <p:cNvPr id="1048" name="Google Shape;1048;p101"/>
          <p:cNvSpPr/>
          <p:nvPr/>
        </p:nvSpPr>
        <p:spPr>
          <a:xfrm>
            <a:off x="315468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49" name="Google Shape;1049;p101"/>
          <p:cNvSpPr/>
          <p:nvPr/>
        </p:nvSpPr>
        <p:spPr>
          <a:xfrm>
            <a:off x="315468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50" name="Google Shape;1050;p101"/>
          <p:cNvSpPr/>
          <p:nvPr/>
        </p:nvSpPr>
        <p:spPr>
          <a:xfrm>
            <a:off x="331012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INSTAGRAM</a:t>
            </a:r>
            <a:endParaRPr i="0" sz="800" u="none" cap="none" strike="noStrike">
              <a:solidFill>
                <a:schemeClr val="dk1"/>
              </a:solidFill>
              <a:latin typeface="Inter"/>
              <a:ea typeface="Inter"/>
              <a:cs typeface="Inter"/>
              <a:sym typeface="Inter"/>
            </a:endParaRPr>
          </a:p>
        </p:txBody>
      </p:sp>
      <p:sp>
        <p:nvSpPr>
          <p:cNvPr id="1051" name="Google Shape;1051;p101"/>
          <p:cNvSpPr/>
          <p:nvPr/>
        </p:nvSpPr>
        <p:spPr>
          <a:xfrm>
            <a:off x="3310128" y="2267712"/>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Video: Hook (0–3s): A clinician opens a door. No words.</a:t>
            </a:r>
            <a:endParaRPr i="0" sz="900" u="none" cap="none" strike="noStrike">
              <a:solidFill>
                <a:schemeClr val="dk1"/>
              </a:solidFill>
              <a:latin typeface="Inter"/>
              <a:ea typeface="Inter"/>
              <a:cs typeface="Inter"/>
              <a:sym typeface="Inter"/>
            </a:endParaRPr>
          </a:p>
        </p:txBody>
      </p:sp>
      <p:sp>
        <p:nvSpPr>
          <p:cNvPr id="1052" name="Google Shape;1052;p101"/>
          <p:cNvSpPr/>
          <p:nvPr/>
        </p:nvSpPr>
        <p:spPr>
          <a:xfrm>
            <a:off x="3310128" y="2788920"/>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Carousel: Title: What your first NOVI appointment actually looks like</a:t>
            </a:r>
            <a:endParaRPr i="0" sz="900" u="none" cap="none" strike="noStrike">
              <a:solidFill>
                <a:schemeClr val="dk1"/>
              </a:solidFill>
              <a:latin typeface="Inter"/>
              <a:ea typeface="Inter"/>
              <a:cs typeface="Inter"/>
              <a:sym typeface="Inter"/>
            </a:endParaRPr>
          </a:p>
        </p:txBody>
      </p:sp>
      <p:sp>
        <p:nvSpPr>
          <p:cNvPr id="1053" name="Google Shape;1053;p101"/>
          <p:cNvSpPr/>
          <p:nvPr/>
        </p:nvSpPr>
        <p:spPr>
          <a:xfrm>
            <a:off x="3310128" y="3310128"/>
            <a:ext cx="2560320" cy="14630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F5E5A"/>
              </a:buClr>
              <a:buSzPts val="800"/>
              <a:buFont typeface="Arial"/>
              <a:buNone/>
            </a:pPr>
            <a:r>
              <a:rPr i="1" lang="en" sz="800" u="none" cap="none" strike="noStrike">
                <a:solidFill>
                  <a:schemeClr val="dk1"/>
                </a:solidFill>
                <a:latin typeface="Inter"/>
                <a:ea typeface="Inter"/>
                <a:cs typeface="Inter"/>
                <a:sym typeface="Inter"/>
              </a:rPr>
              <a:t>Caption: What happens in the first 10 minutes of a NOVI appointment? Everything starts here. · CTA: Link in bio → book your first appointment</a:t>
            </a:r>
            <a:endParaRPr i="0" sz="800" u="none" cap="none" strike="noStrike">
              <a:solidFill>
                <a:schemeClr val="dk1"/>
              </a:solidFill>
              <a:latin typeface="Inter"/>
              <a:ea typeface="Inter"/>
              <a:cs typeface="Inter"/>
              <a:sym typeface="Inter"/>
            </a:endParaRPr>
          </a:p>
        </p:txBody>
      </p:sp>
      <p:sp>
        <p:nvSpPr>
          <p:cNvPr id="1054" name="Google Shape;1054;p101"/>
          <p:cNvSpPr/>
          <p:nvPr/>
        </p:nvSpPr>
        <p:spPr>
          <a:xfrm>
            <a:off x="6080760" y="1993392"/>
            <a:ext cx="283464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55" name="Google Shape;1055;p101"/>
          <p:cNvSpPr/>
          <p:nvPr/>
        </p:nvSpPr>
        <p:spPr>
          <a:xfrm>
            <a:off x="6080760" y="1993392"/>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56" name="Google Shape;1056;p101"/>
          <p:cNvSpPr/>
          <p:nvPr/>
        </p:nvSpPr>
        <p:spPr>
          <a:xfrm>
            <a:off x="623620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EDM</a:t>
            </a:r>
            <a:endParaRPr i="0" sz="800" u="none" cap="none" strike="noStrike">
              <a:solidFill>
                <a:schemeClr val="dk1"/>
              </a:solidFill>
              <a:latin typeface="Inter"/>
              <a:ea typeface="Inter"/>
              <a:cs typeface="Inter"/>
              <a:sym typeface="Inter"/>
            </a:endParaRPr>
          </a:p>
        </p:txBody>
      </p:sp>
      <p:sp>
        <p:nvSpPr>
          <p:cNvPr id="1057" name="Google Shape;1057;p101"/>
          <p:cNvSpPr/>
          <p:nvPr/>
        </p:nvSpPr>
        <p:spPr>
          <a:xfrm>
            <a:off x="6236208" y="2267712"/>
            <a:ext cx="2560320" cy="10058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850"/>
              <a:buFont typeface="Arial"/>
              <a:buNone/>
            </a:pPr>
            <a:r>
              <a:rPr i="0" lang="en" sz="850" u="none" cap="none" strike="noStrike">
                <a:solidFill>
                  <a:schemeClr val="dk1"/>
                </a:solidFill>
                <a:latin typeface="Inter"/>
                <a:ea typeface="Inter"/>
                <a:cs typeface="Inter"/>
                <a:sym typeface="Inter"/>
              </a:rPr>
              <a:t>Subject: A new standard in weight care — NOVI and Novo Nordisk — Lead with patient-centric language. Announce partnership. Link to landing page. Warm, clinically credible. Not a product push — a belief statement about access and supported care.</a:t>
            </a:r>
            <a:endParaRPr i="0" sz="850" u="none" cap="none" strike="noStrike">
              <a:solidFill>
                <a:schemeClr val="dk1"/>
              </a:solidFill>
              <a:latin typeface="Inter"/>
              <a:ea typeface="Inter"/>
              <a:cs typeface="Inter"/>
              <a:sym typeface="Inter"/>
            </a:endParaRPr>
          </a:p>
        </p:txBody>
      </p:sp>
      <p:sp>
        <p:nvSpPr>
          <p:cNvPr id="1058" name="Google Shape;1058;p101"/>
          <p:cNvSpPr/>
          <p:nvPr/>
        </p:nvSpPr>
        <p:spPr>
          <a:xfrm>
            <a:off x="6080760" y="3429000"/>
            <a:ext cx="2834640" cy="1490472"/>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59" name="Google Shape;1059;p101"/>
          <p:cNvSpPr/>
          <p:nvPr/>
        </p:nvSpPr>
        <p:spPr>
          <a:xfrm>
            <a:off x="6080760" y="3429000"/>
            <a:ext cx="54864" cy="1490472"/>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60" name="Google Shape;1060;p101"/>
          <p:cNvSpPr/>
          <p:nvPr/>
        </p:nvSpPr>
        <p:spPr>
          <a:xfrm>
            <a:off x="6236208" y="3502152"/>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6534"/>
              </a:buClr>
              <a:buSzPts val="800"/>
              <a:buFont typeface="Arial"/>
              <a:buNone/>
            </a:pPr>
            <a:r>
              <a:rPr b="1" i="0" lang="en" sz="800" u="none" cap="none" strike="noStrike">
                <a:solidFill>
                  <a:schemeClr val="dk1"/>
                </a:solidFill>
                <a:latin typeface="Inter"/>
                <a:ea typeface="Inter"/>
                <a:cs typeface="Inter"/>
                <a:sym typeface="Inter"/>
              </a:rPr>
              <a:t>WHATSAPP</a:t>
            </a:r>
            <a:endParaRPr i="0" sz="800" u="none" cap="none" strike="noStrike">
              <a:solidFill>
                <a:schemeClr val="dk1"/>
              </a:solidFill>
              <a:latin typeface="Inter"/>
              <a:ea typeface="Inter"/>
              <a:cs typeface="Inter"/>
              <a:sym typeface="Inter"/>
            </a:endParaRPr>
          </a:p>
        </p:txBody>
      </p:sp>
      <p:sp>
        <p:nvSpPr>
          <p:cNvPr id="1061" name="Google Shape;1061;p101"/>
          <p:cNvSpPr/>
          <p:nvPr/>
        </p:nvSpPr>
        <p:spPr>
          <a:xfrm>
            <a:off x="6236208" y="3703320"/>
            <a:ext cx="2560320" cy="11430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6534"/>
              </a:buClr>
              <a:buSzPts val="850"/>
              <a:buFont typeface="Arial"/>
              <a:buNone/>
            </a:pPr>
            <a:r>
              <a:rPr i="0" lang="en" sz="850" u="none" cap="none" strike="noStrike">
                <a:solidFill>
                  <a:schemeClr val="dk1"/>
                </a:solidFill>
                <a:latin typeface="Inter"/>
                <a:ea typeface="Inter"/>
                <a:cs typeface="Inter"/>
                <a:sym typeface="Inter"/>
              </a:rPr>
              <a:t>Welcome message to existing patients.  Introduce the NOVI WhatsApp Community.  Frame it as updates, event invites and real health conversations — not a sales channel.</a:t>
            </a:r>
            <a:endParaRPr i="0" sz="850" u="none" cap="none" strike="noStrike">
              <a:solidFill>
                <a:schemeClr val="dk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6" name="Shape 1066"/>
        <p:cNvGrpSpPr/>
        <p:nvPr/>
      </p:nvGrpSpPr>
      <p:grpSpPr>
        <a:xfrm>
          <a:off x="0" y="0"/>
          <a:ext cx="0" cy="0"/>
          <a:chOff x="0" y="0"/>
          <a:chExt cx="0" cy="0"/>
        </a:xfrm>
      </p:grpSpPr>
      <p:sp>
        <p:nvSpPr>
          <p:cNvPr id="1067" name="Google Shape;1067;p102"/>
          <p:cNvSpPr/>
          <p:nvPr/>
        </p:nvSpPr>
        <p:spPr>
          <a:xfrm>
            <a:off x="0" y="0"/>
            <a:ext cx="9144000" cy="822900"/>
          </a:xfrm>
          <a:prstGeom prst="rect">
            <a:avLst/>
          </a:prstGeom>
          <a:no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68" name="Google Shape;1068;p102"/>
          <p:cNvSpPr/>
          <p:nvPr/>
        </p:nvSpPr>
        <p:spPr>
          <a:xfrm>
            <a:off x="292608" y="9144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900"/>
              <a:buFont typeface="Arial"/>
              <a:buNone/>
            </a:pPr>
            <a:r>
              <a:rPr b="1" i="0" lang="en" sz="900" u="none" cap="none" strike="noStrike">
                <a:solidFill>
                  <a:schemeClr val="dk1"/>
                </a:solidFill>
                <a:latin typeface="Inter"/>
                <a:ea typeface="Inter"/>
                <a:cs typeface="Inter"/>
                <a:sym typeface="Inter"/>
              </a:rPr>
              <a:t>W2 · 28 May–1 Jun</a:t>
            </a:r>
            <a:endParaRPr i="0" sz="900" u="none" cap="none" strike="noStrike">
              <a:solidFill>
                <a:schemeClr val="dk1"/>
              </a:solidFill>
              <a:latin typeface="Inter"/>
              <a:ea typeface="Inter"/>
              <a:cs typeface="Inter"/>
              <a:sym typeface="Inter"/>
            </a:endParaRPr>
          </a:p>
        </p:txBody>
      </p:sp>
      <p:sp>
        <p:nvSpPr>
          <p:cNvPr id="1069" name="Google Shape;1069;p102"/>
          <p:cNvSpPr/>
          <p:nvPr/>
        </p:nvSpPr>
        <p:spPr>
          <a:xfrm>
            <a:off x="292608" y="347472"/>
            <a:ext cx="86868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200"/>
              <a:buFont typeface="Georgia"/>
              <a:buNone/>
            </a:pPr>
            <a:r>
              <a:rPr b="1" i="0" lang="en" sz="2200" u="none" cap="none" strike="noStrike">
                <a:solidFill>
                  <a:schemeClr val="dk1"/>
                </a:solidFill>
                <a:latin typeface="Inter"/>
                <a:ea typeface="Inter"/>
                <a:cs typeface="Inter"/>
                <a:sym typeface="Inter"/>
              </a:rPr>
              <a:t>The science behind the weight - follows NOVO PR </a:t>
            </a:r>
            <a:endParaRPr i="0" sz="2200" u="none" cap="none" strike="noStrike">
              <a:solidFill>
                <a:schemeClr val="dk1"/>
              </a:solidFill>
              <a:latin typeface="Inter"/>
              <a:ea typeface="Inter"/>
              <a:cs typeface="Inter"/>
              <a:sym typeface="Inter"/>
            </a:endParaRPr>
          </a:p>
        </p:txBody>
      </p:sp>
      <p:sp>
        <p:nvSpPr>
          <p:cNvPr id="1070" name="Google Shape;1070;p102"/>
          <p:cNvSpPr/>
          <p:nvPr/>
        </p:nvSpPr>
        <p:spPr>
          <a:xfrm>
            <a:off x="228600" y="914400"/>
            <a:ext cx="8686800" cy="384048"/>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71" name="Google Shape;1071;p102"/>
          <p:cNvSpPr/>
          <p:nvPr/>
        </p:nvSpPr>
        <p:spPr>
          <a:xfrm>
            <a:off x="320040" y="941832"/>
            <a:ext cx="182880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700"/>
              <a:buFont typeface="Arial"/>
              <a:buNone/>
            </a:pPr>
            <a:r>
              <a:rPr b="1" i="0" lang="en" sz="700" u="none" cap="none" strike="noStrike">
                <a:solidFill>
                  <a:schemeClr val="dk1"/>
                </a:solidFill>
                <a:latin typeface="Inter"/>
                <a:ea typeface="Inter"/>
                <a:cs typeface="Inter"/>
                <a:sym typeface="Inter"/>
              </a:rPr>
              <a:t>ACQUISITION HOOK</a:t>
            </a:r>
            <a:endParaRPr i="0" sz="700" u="none" cap="none" strike="noStrike">
              <a:solidFill>
                <a:schemeClr val="dk1"/>
              </a:solidFill>
              <a:latin typeface="Inter"/>
              <a:ea typeface="Inter"/>
              <a:cs typeface="Inter"/>
              <a:sym typeface="Inter"/>
            </a:endParaRPr>
          </a:p>
        </p:txBody>
      </p:sp>
      <p:sp>
        <p:nvSpPr>
          <p:cNvPr id="1072" name="Google Shape;1072;p102"/>
          <p:cNvSpPr/>
          <p:nvPr/>
        </p:nvSpPr>
        <p:spPr>
          <a:xfrm>
            <a:off x="320040" y="1097280"/>
            <a:ext cx="832104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Arial"/>
              <a:buNone/>
            </a:pPr>
            <a:r>
              <a:rPr b="1" i="1" lang="en" sz="1000" u="none" cap="none" strike="noStrike">
                <a:solidFill>
                  <a:schemeClr val="dk1"/>
                </a:solidFill>
                <a:latin typeface="Inter"/>
                <a:ea typeface="Inter"/>
                <a:cs typeface="Inter"/>
                <a:sym typeface="Inter"/>
              </a:rPr>
              <a:t>You've tried everything. So why hasn't it worked? The answer isn't discipline — it's biology.</a:t>
            </a:r>
            <a:endParaRPr i="0" sz="1000" u="none" cap="none" strike="noStrike">
              <a:solidFill>
                <a:schemeClr val="dk1"/>
              </a:solidFill>
              <a:latin typeface="Inter"/>
              <a:ea typeface="Inter"/>
              <a:cs typeface="Inter"/>
              <a:sym typeface="Inter"/>
            </a:endParaRPr>
          </a:p>
        </p:txBody>
      </p:sp>
      <p:sp>
        <p:nvSpPr>
          <p:cNvPr id="1073" name="Google Shape;1073;p102"/>
          <p:cNvSpPr/>
          <p:nvPr/>
        </p:nvSpPr>
        <p:spPr>
          <a:xfrm>
            <a:off x="228600" y="1367547"/>
            <a:ext cx="27432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780"/>
              </a:buClr>
              <a:buSzPts val="800"/>
              <a:buFont typeface="Arial"/>
              <a:buNone/>
            </a:pPr>
            <a:r>
              <a:rPr b="1" i="0" lang="en" sz="800" u="none" cap="none" strike="noStrike">
                <a:solidFill>
                  <a:schemeClr val="dk1"/>
                </a:solidFill>
                <a:latin typeface="Inter"/>
                <a:ea typeface="Inter"/>
                <a:cs typeface="Inter"/>
                <a:sym typeface="Inter"/>
              </a:rPr>
              <a:t>RELEASING THIS WEEK</a:t>
            </a:r>
            <a:endParaRPr i="0" sz="800" u="none" cap="none" strike="noStrike">
              <a:solidFill>
                <a:schemeClr val="dk1"/>
              </a:solidFill>
              <a:latin typeface="Inter"/>
              <a:ea typeface="Inter"/>
              <a:cs typeface="Inter"/>
              <a:sym typeface="Inter"/>
            </a:endParaRPr>
          </a:p>
        </p:txBody>
      </p:sp>
      <p:sp>
        <p:nvSpPr>
          <p:cNvPr id="1074" name="Google Shape;1074;p102"/>
          <p:cNvSpPr/>
          <p:nvPr/>
        </p:nvSpPr>
        <p:spPr>
          <a:xfrm>
            <a:off x="228600" y="1627632"/>
            <a:ext cx="2148840" cy="256032"/>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75" name="Google Shape;1075;p102"/>
          <p:cNvSpPr/>
          <p:nvPr/>
        </p:nvSpPr>
        <p:spPr>
          <a:xfrm>
            <a:off x="30175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800"/>
              <a:buFont typeface="Arial"/>
              <a:buNone/>
            </a:pPr>
            <a:r>
              <a:rPr b="1" i="0" lang="en" sz="800" u="none" cap="none" strike="noStrike">
                <a:solidFill>
                  <a:schemeClr val="dk1"/>
                </a:solidFill>
                <a:latin typeface="Inter"/>
                <a:ea typeface="Inter"/>
                <a:cs typeface="Inter"/>
                <a:sym typeface="Inter"/>
              </a:rPr>
              <a:t>Hero film 2: A Day in the Life (Health Coach)</a:t>
            </a:r>
            <a:endParaRPr i="0" sz="800" u="none" cap="none" strike="noStrike">
              <a:solidFill>
                <a:schemeClr val="dk1"/>
              </a:solidFill>
              <a:latin typeface="Inter"/>
              <a:ea typeface="Inter"/>
              <a:cs typeface="Inter"/>
              <a:sym typeface="Inter"/>
            </a:endParaRPr>
          </a:p>
        </p:txBody>
      </p:sp>
      <p:sp>
        <p:nvSpPr>
          <p:cNvPr id="1076" name="Google Shape;1076;p102"/>
          <p:cNvSpPr/>
          <p:nvPr/>
        </p:nvSpPr>
        <p:spPr>
          <a:xfrm>
            <a:off x="2468880" y="1627632"/>
            <a:ext cx="2148840" cy="256032"/>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77" name="Google Shape;1077;p102"/>
          <p:cNvSpPr/>
          <p:nvPr/>
        </p:nvSpPr>
        <p:spPr>
          <a:xfrm>
            <a:off x="254203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800"/>
              <a:buFont typeface="Arial"/>
              <a:buNone/>
            </a:pPr>
            <a:r>
              <a:rPr b="1" i="0" lang="en" sz="800" u="none" cap="none" strike="noStrike">
                <a:solidFill>
                  <a:schemeClr val="dk1"/>
                </a:solidFill>
                <a:latin typeface="Inter"/>
                <a:ea typeface="Inter"/>
                <a:cs typeface="Inter"/>
                <a:sym typeface="Inter"/>
              </a:rPr>
              <a:t>Article: What the obesity study actually means for you</a:t>
            </a:r>
            <a:endParaRPr i="0" sz="800" u="none" cap="none" strike="noStrike">
              <a:solidFill>
                <a:schemeClr val="dk1"/>
              </a:solidFill>
              <a:latin typeface="Inter"/>
              <a:ea typeface="Inter"/>
              <a:cs typeface="Inter"/>
              <a:sym typeface="Inter"/>
            </a:endParaRPr>
          </a:p>
        </p:txBody>
      </p:sp>
      <p:sp>
        <p:nvSpPr>
          <p:cNvPr id="1078" name="Google Shape;1078;p102"/>
          <p:cNvSpPr/>
          <p:nvPr/>
        </p:nvSpPr>
        <p:spPr>
          <a:xfrm>
            <a:off x="4709160" y="1627632"/>
            <a:ext cx="2148840" cy="256032"/>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79" name="Google Shape;1079;p102"/>
          <p:cNvSpPr/>
          <p:nvPr/>
        </p:nvSpPr>
        <p:spPr>
          <a:xfrm>
            <a:off x="478231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800"/>
              <a:buFont typeface="Arial"/>
              <a:buNone/>
            </a:pPr>
            <a:r>
              <a:rPr b="1" i="0" lang="en" sz="800" u="none" cap="none" strike="noStrike">
                <a:solidFill>
                  <a:schemeClr val="dk1"/>
                </a:solidFill>
                <a:latin typeface="Inter"/>
                <a:ea typeface="Inter"/>
                <a:cs typeface="Inter"/>
                <a:sym typeface="Inter"/>
              </a:rPr>
              <a:t>Ask Dr Whitney — recording session</a:t>
            </a:r>
            <a:endParaRPr i="0" sz="800" u="none" cap="none" strike="noStrike">
              <a:solidFill>
                <a:schemeClr val="dk1"/>
              </a:solidFill>
              <a:latin typeface="Inter"/>
              <a:ea typeface="Inter"/>
              <a:cs typeface="Inter"/>
              <a:sym typeface="Inter"/>
            </a:endParaRPr>
          </a:p>
        </p:txBody>
      </p:sp>
      <p:sp>
        <p:nvSpPr>
          <p:cNvPr id="1080" name="Google Shape;1080;p102"/>
          <p:cNvSpPr/>
          <p:nvPr/>
        </p:nvSpPr>
        <p:spPr>
          <a:xfrm>
            <a:off x="22860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81" name="Google Shape;1081;p102"/>
          <p:cNvSpPr/>
          <p:nvPr/>
        </p:nvSpPr>
        <p:spPr>
          <a:xfrm>
            <a:off x="22860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82" name="Google Shape;1082;p102"/>
          <p:cNvSpPr/>
          <p:nvPr/>
        </p:nvSpPr>
        <p:spPr>
          <a:xfrm>
            <a:off x="38404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800"/>
              <a:buFont typeface="Arial"/>
              <a:buNone/>
            </a:pPr>
            <a:r>
              <a:rPr b="1" i="0" lang="en" sz="800" u="none" cap="none" strike="noStrike">
                <a:solidFill>
                  <a:schemeClr val="dk1"/>
                </a:solidFill>
                <a:latin typeface="Inter"/>
                <a:ea typeface="Inter"/>
                <a:cs typeface="Inter"/>
                <a:sym typeface="Inter"/>
              </a:rPr>
              <a:t>HERO FILM</a:t>
            </a:r>
            <a:endParaRPr i="0" sz="800" u="none" cap="none" strike="noStrike">
              <a:solidFill>
                <a:schemeClr val="dk1"/>
              </a:solidFill>
              <a:latin typeface="Inter"/>
              <a:ea typeface="Inter"/>
              <a:cs typeface="Inter"/>
              <a:sym typeface="Inter"/>
            </a:endParaRPr>
          </a:p>
        </p:txBody>
      </p:sp>
      <p:sp>
        <p:nvSpPr>
          <p:cNvPr id="1083" name="Google Shape;1083;p102"/>
          <p:cNvSpPr/>
          <p:nvPr/>
        </p:nvSpPr>
        <p:spPr>
          <a:xfrm>
            <a:off x="384048" y="2267712"/>
            <a:ext cx="2560320" cy="34747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i="0" lang="en" sz="1200" u="none" cap="none" strike="noStrike">
                <a:solidFill>
                  <a:schemeClr val="dk1"/>
                </a:solidFill>
                <a:latin typeface="Inter"/>
                <a:ea typeface="Inter"/>
                <a:cs typeface="Inter"/>
                <a:sym typeface="Inter"/>
              </a:rPr>
              <a:t>A Day in the Life — Health Coach</a:t>
            </a:r>
            <a:endParaRPr i="0" sz="1200" u="none" cap="none" strike="noStrike">
              <a:solidFill>
                <a:schemeClr val="dk1"/>
              </a:solidFill>
              <a:latin typeface="Inter"/>
              <a:ea typeface="Inter"/>
              <a:cs typeface="Inter"/>
              <a:sym typeface="Inter"/>
            </a:endParaRPr>
          </a:p>
        </p:txBody>
      </p:sp>
      <p:sp>
        <p:nvSpPr>
          <p:cNvPr id="1084" name="Google Shape;1084;p102"/>
          <p:cNvSpPr/>
          <p:nvPr/>
        </p:nvSpPr>
        <p:spPr>
          <a:xfrm>
            <a:off x="384048" y="2633472"/>
            <a:ext cx="2560320" cy="2176272"/>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Follow a NOVI health coach through a real working day. Coaching calls, case review, end-of-day reflection. Humanises the continuous care model. Cut for IG Reels and YouTube Shorts. Adapts for paid.</a:t>
            </a:r>
            <a:endParaRPr i="0" sz="900" u="none" cap="none" strike="noStrike">
              <a:solidFill>
                <a:schemeClr val="dk1"/>
              </a:solidFill>
              <a:latin typeface="Inter"/>
              <a:ea typeface="Inter"/>
              <a:cs typeface="Inter"/>
              <a:sym typeface="Inter"/>
            </a:endParaRPr>
          </a:p>
        </p:txBody>
      </p:sp>
      <p:sp>
        <p:nvSpPr>
          <p:cNvPr id="1085" name="Google Shape;1085;p102"/>
          <p:cNvSpPr/>
          <p:nvPr/>
        </p:nvSpPr>
        <p:spPr>
          <a:xfrm>
            <a:off x="315468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86" name="Google Shape;1086;p102"/>
          <p:cNvSpPr/>
          <p:nvPr/>
        </p:nvSpPr>
        <p:spPr>
          <a:xfrm>
            <a:off x="315468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87" name="Google Shape;1087;p102"/>
          <p:cNvSpPr/>
          <p:nvPr/>
        </p:nvSpPr>
        <p:spPr>
          <a:xfrm>
            <a:off x="331012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INSTAGRAM</a:t>
            </a:r>
            <a:endParaRPr i="0" sz="800" u="none" cap="none" strike="noStrike">
              <a:solidFill>
                <a:schemeClr val="dk1"/>
              </a:solidFill>
              <a:latin typeface="Inter"/>
              <a:ea typeface="Inter"/>
              <a:cs typeface="Inter"/>
              <a:sym typeface="Inter"/>
            </a:endParaRPr>
          </a:p>
        </p:txBody>
      </p:sp>
      <p:sp>
        <p:nvSpPr>
          <p:cNvPr id="1088" name="Google Shape;1088;p102"/>
          <p:cNvSpPr/>
          <p:nvPr/>
        </p:nvSpPr>
        <p:spPr>
          <a:xfrm>
            <a:off x="3310128" y="2267712"/>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Video: Hook (0–3s): Text card — 'It's not about willpower.'</a:t>
            </a:r>
            <a:endParaRPr i="0" sz="900" u="none" cap="none" strike="noStrike">
              <a:solidFill>
                <a:schemeClr val="dk1"/>
              </a:solidFill>
              <a:latin typeface="Inter"/>
              <a:ea typeface="Inter"/>
              <a:cs typeface="Inter"/>
              <a:sym typeface="Inter"/>
            </a:endParaRPr>
          </a:p>
        </p:txBody>
      </p:sp>
      <p:sp>
        <p:nvSpPr>
          <p:cNvPr id="1089" name="Google Shape;1089;p102"/>
          <p:cNvSpPr/>
          <p:nvPr/>
        </p:nvSpPr>
        <p:spPr>
          <a:xfrm>
            <a:off x="3310128" y="2788920"/>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Carousel: Title: Why weight isn't a willpower problem</a:t>
            </a:r>
            <a:endParaRPr i="0" sz="900" u="none" cap="none" strike="noStrike">
              <a:solidFill>
                <a:schemeClr val="dk1"/>
              </a:solidFill>
              <a:latin typeface="Inter"/>
              <a:ea typeface="Inter"/>
              <a:cs typeface="Inter"/>
              <a:sym typeface="Inter"/>
            </a:endParaRPr>
          </a:p>
        </p:txBody>
      </p:sp>
      <p:sp>
        <p:nvSpPr>
          <p:cNvPr id="1090" name="Google Shape;1090;p102"/>
          <p:cNvSpPr/>
          <p:nvPr/>
        </p:nvSpPr>
        <p:spPr>
          <a:xfrm>
            <a:off x="3310128" y="3310128"/>
            <a:ext cx="2560320" cy="14630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F5E5A"/>
              </a:buClr>
              <a:buSzPts val="800"/>
              <a:buFont typeface="Arial"/>
              <a:buNone/>
            </a:pPr>
            <a:r>
              <a:rPr i="1" lang="en" sz="800" u="none" cap="none" strike="noStrike">
                <a:solidFill>
                  <a:schemeClr val="dk1"/>
                </a:solidFill>
                <a:latin typeface="Inter"/>
                <a:ea typeface="Inter"/>
                <a:cs typeface="Inter"/>
                <a:sym typeface="Inter"/>
              </a:rPr>
              <a:t>Caption: Weight gain is a medical signal. Your biology is working against you — and that's not your fault. · CTA: Read the full article — link in bio</a:t>
            </a:r>
            <a:endParaRPr i="0" sz="800" u="none" cap="none" strike="noStrike">
              <a:solidFill>
                <a:schemeClr val="dk1"/>
              </a:solidFill>
              <a:latin typeface="Inter"/>
              <a:ea typeface="Inter"/>
              <a:cs typeface="Inter"/>
              <a:sym typeface="Inter"/>
            </a:endParaRPr>
          </a:p>
        </p:txBody>
      </p:sp>
      <p:sp>
        <p:nvSpPr>
          <p:cNvPr id="1091" name="Google Shape;1091;p102"/>
          <p:cNvSpPr/>
          <p:nvPr/>
        </p:nvSpPr>
        <p:spPr>
          <a:xfrm>
            <a:off x="6080760" y="1993392"/>
            <a:ext cx="283464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92" name="Google Shape;1092;p102"/>
          <p:cNvSpPr/>
          <p:nvPr/>
        </p:nvSpPr>
        <p:spPr>
          <a:xfrm>
            <a:off x="6080760" y="1993392"/>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93" name="Google Shape;1093;p102"/>
          <p:cNvSpPr/>
          <p:nvPr/>
        </p:nvSpPr>
        <p:spPr>
          <a:xfrm>
            <a:off x="623620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EDM</a:t>
            </a:r>
            <a:endParaRPr i="0" sz="800" u="none" cap="none" strike="noStrike">
              <a:solidFill>
                <a:schemeClr val="dk1"/>
              </a:solidFill>
              <a:latin typeface="Inter"/>
              <a:ea typeface="Inter"/>
              <a:cs typeface="Inter"/>
              <a:sym typeface="Inter"/>
            </a:endParaRPr>
          </a:p>
        </p:txBody>
      </p:sp>
      <p:sp>
        <p:nvSpPr>
          <p:cNvPr id="1094" name="Google Shape;1094;p102"/>
          <p:cNvSpPr/>
          <p:nvPr/>
        </p:nvSpPr>
        <p:spPr>
          <a:xfrm>
            <a:off x="6236208" y="2267712"/>
            <a:ext cx="2560320" cy="10058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850"/>
              <a:buFont typeface="Arial"/>
              <a:buNone/>
            </a:pPr>
            <a:r>
              <a:rPr i="0" lang="en" sz="850" u="none" cap="none" strike="noStrike">
                <a:solidFill>
                  <a:schemeClr val="dk1"/>
                </a:solidFill>
                <a:latin typeface="Inter"/>
                <a:ea typeface="Inter"/>
                <a:cs typeface="Inter"/>
                <a:sym typeface="Inter"/>
              </a:rPr>
              <a:t>Subject: What the obesity research actually means for you — Sue-Anne authored 600w piece. Frame the science plainly. Link to blog. End with soft CTA: talk to a NOVI clinician.</a:t>
            </a:r>
            <a:endParaRPr i="0" sz="850" u="none" cap="none" strike="noStrike">
              <a:solidFill>
                <a:schemeClr val="dk1"/>
              </a:solidFill>
              <a:latin typeface="Inter"/>
              <a:ea typeface="Inter"/>
              <a:cs typeface="Inter"/>
              <a:sym typeface="Inter"/>
            </a:endParaRPr>
          </a:p>
        </p:txBody>
      </p:sp>
      <p:sp>
        <p:nvSpPr>
          <p:cNvPr id="1095" name="Google Shape;1095;p102"/>
          <p:cNvSpPr/>
          <p:nvPr/>
        </p:nvSpPr>
        <p:spPr>
          <a:xfrm>
            <a:off x="6080760" y="3429000"/>
            <a:ext cx="2834640" cy="1490472"/>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96" name="Google Shape;1096;p102"/>
          <p:cNvSpPr/>
          <p:nvPr/>
        </p:nvSpPr>
        <p:spPr>
          <a:xfrm>
            <a:off x="6080760" y="3429000"/>
            <a:ext cx="54864" cy="1490472"/>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097" name="Google Shape;1097;p102"/>
          <p:cNvSpPr/>
          <p:nvPr/>
        </p:nvSpPr>
        <p:spPr>
          <a:xfrm>
            <a:off x="6236208" y="3502152"/>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6534"/>
              </a:buClr>
              <a:buSzPts val="800"/>
              <a:buFont typeface="Arial"/>
              <a:buNone/>
            </a:pPr>
            <a:r>
              <a:rPr b="1" i="0" lang="en" sz="800" u="none" cap="none" strike="noStrike">
                <a:solidFill>
                  <a:schemeClr val="dk1"/>
                </a:solidFill>
                <a:latin typeface="Inter"/>
                <a:ea typeface="Inter"/>
                <a:cs typeface="Inter"/>
                <a:sym typeface="Inter"/>
              </a:rPr>
              <a:t>WHATSAPP</a:t>
            </a:r>
            <a:endParaRPr i="0" sz="800" u="none" cap="none" strike="noStrike">
              <a:solidFill>
                <a:schemeClr val="dk1"/>
              </a:solidFill>
              <a:latin typeface="Inter"/>
              <a:ea typeface="Inter"/>
              <a:cs typeface="Inter"/>
              <a:sym typeface="Inter"/>
            </a:endParaRPr>
          </a:p>
        </p:txBody>
      </p:sp>
      <p:sp>
        <p:nvSpPr>
          <p:cNvPr id="1098" name="Google Shape;1098;p102"/>
          <p:cNvSpPr/>
          <p:nvPr/>
        </p:nvSpPr>
        <p:spPr>
          <a:xfrm>
            <a:off x="6236208" y="3703320"/>
            <a:ext cx="2560320" cy="11430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6534"/>
              </a:buClr>
              <a:buSzPts val="850"/>
              <a:buFont typeface="Arial"/>
              <a:buNone/>
            </a:pPr>
            <a:r>
              <a:rPr i="0" lang="en" sz="850" u="none" cap="none" strike="noStrike">
                <a:solidFill>
                  <a:schemeClr val="dk1"/>
                </a:solidFill>
                <a:latin typeface="Inter"/>
                <a:ea typeface="Inter"/>
                <a:cs typeface="Inter"/>
                <a:sym typeface="Inter"/>
              </a:rPr>
              <a:t>Broadcast: Share the blog article.  One line intro from Sue-Anne or Kyle.  'This is the science behind what we see in clinic every day.</a:t>
            </a:r>
            <a:endParaRPr i="0" sz="850" u="none" cap="none" strike="noStrike">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3" name="Shape 1103"/>
        <p:cNvGrpSpPr/>
        <p:nvPr/>
      </p:nvGrpSpPr>
      <p:grpSpPr>
        <a:xfrm>
          <a:off x="0" y="0"/>
          <a:ext cx="0" cy="0"/>
          <a:chOff x="0" y="0"/>
          <a:chExt cx="0" cy="0"/>
        </a:xfrm>
      </p:grpSpPr>
      <p:sp>
        <p:nvSpPr>
          <p:cNvPr id="1104" name="Google Shape;1104;p103"/>
          <p:cNvSpPr/>
          <p:nvPr/>
        </p:nvSpPr>
        <p:spPr>
          <a:xfrm>
            <a:off x="0" y="0"/>
            <a:ext cx="9144000" cy="822960"/>
          </a:xfrm>
          <a:prstGeom prst="rect">
            <a:avLst/>
          </a:prstGeom>
          <a:no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05" name="Google Shape;1105;p103"/>
          <p:cNvSpPr/>
          <p:nvPr/>
        </p:nvSpPr>
        <p:spPr>
          <a:xfrm>
            <a:off x="292608" y="9144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900"/>
              <a:buFont typeface="Arial"/>
              <a:buNone/>
            </a:pPr>
            <a:r>
              <a:rPr b="1" i="0" lang="en" sz="900" u="none" cap="none" strike="noStrike">
                <a:solidFill>
                  <a:schemeClr val="dk1"/>
                </a:solidFill>
                <a:latin typeface="Inter"/>
                <a:ea typeface="Inter"/>
                <a:cs typeface="Inter"/>
                <a:sym typeface="Inter"/>
              </a:rPr>
              <a:t>W3 · 4–8 Jun</a:t>
            </a:r>
            <a:endParaRPr i="0" sz="900" u="none" cap="none" strike="noStrike">
              <a:solidFill>
                <a:schemeClr val="dk1"/>
              </a:solidFill>
              <a:latin typeface="Inter"/>
              <a:ea typeface="Inter"/>
              <a:cs typeface="Inter"/>
              <a:sym typeface="Inter"/>
            </a:endParaRPr>
          </a:p>
        </p:txBody>
      </p:sp>
      <p:sp>
        <p:nvSpPr>
          <p:cNvPr id="1106" name="Google Shape;1106;p103"/>
          <p:cNvSpPr/>
          <p:nvPr/>
        </p:nvSpPr>
        <p:spPr>
          <a:xfrm>
            <a:off x="292608" y="347472"/>
            <a:ext cx="86868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200"/>
              <a:buFont typeface="Georgia"/>
              <a:buNone/>
            </a:pPr>
            <a:r>
              <a:rPr b="1" i="0" lang="en" sz="2200" u="none" cap="none" strike="noStrike">
                <a:solidFill>
                  <a:schemeClr val="dk1"/>
                </a:solidFill>
                <a:latin typeface="Inter"/>
                <a:ea typeface="Inter"/>
                <a:cs typeface="Inter"/>
                <a:sym typeface="Inter"/>
              </a:rPr>
              <a:t>The room matters</a:t>
            </a:r>
            <a:endParaRPr i="0" sz="2200" u="none" cap="none" strike="noStrike">
              <a:solidFill>
                <a:schemeClr val="dk1"/>
              </a:solidFill>
              <a:latin typeface="Inter"/>
              <a:ea typeface="Inter"/>
              <a:cs typeface="Inter"/>
              <a:sym typeface="Inter"/>
            </a:endParaRPr>
          </a:p>
        </p:txBody>
      </p:sp>
      <p:sp>
        <p:nvSpPr>
          <p:cNvPr id="1107" name="Google Shape;1107;p103"/>
          <p:cNvSpPr/>
          <p:nvPr/>
        </p:nvSpPr>
        <p:spPr>
          <a:xfrm>
            <a:off x="228600" y="914400"/>
            <a:ext cx="8686800" cy="384048"/>
          </a:xfrm>
          <a:prstGeom prst="rect">
            <a:avLst/>
          </a:prstGeom>
          <a:solidFill>
            <a:srgbClr val="E5D8C7"/>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08" name="Google Shape;1108;p103"/>
          <p:cNvSpPr/>
          <p:nvPr/>
        </p:nvSpPr>
        <p:spPr>
          <a:xfrm>
            <a:off x="320040" y="941832"/>
            <a:ext cx="182880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700"/>
              <a:buFont typeface="Arial"/>
              <a:buNone/>
            </a:pPr>
            <a:r>
              <a:rPr b="1" i="0" lang="en" sz="700" u="none" cap="none" strike="noStrike">
                <a:solidFill>
                  <a:schemeClr val="dk1"/>
                </a:solidFill>
                <a:latin typeface="Inter"/>
                <a:ea typeface="Inter"/>
                <a:cs typeface="Inter"/>
                <a:sym typeface="Inter"/>
              </a:rPr>
              <a:t>ACQUISITION HOOK</a:t>
            </a:r>
            <a:endParaRPr i="0" sz="700" u="none" cap="none" strike="noStrike">
              <a:solidFill>
                <a:schemeClr val="dk1"/>
              </a:solidFill>
              <a:latin typeface="Inter"/>
              <a:ea typeface="Inter"/>
              <a:cs typeface="Inter"/>
              <a:sym typeface="Inter"/>
            </a:endParaRPr>
          </a:p>
        </p:txBody>
      </p:sp>
      <p:sp>
        <p:nvSpPr>
          <p:cNvPr id="1109" name="Google Shape;1109;p103"/>
          <p:cNvSpPr/>
          <p:nvPr/>
        </p:nvSpPr>
        <p:spPr>
          <a:xfrm>
            <a:off x="320040" y="1097280"/>
            <a:ext cx="832104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Arial"/>
              <a:buNone/>
            </a:pPr>
            <a:r>
              <a:rPr b="1" i="1" lang="en" sz="1000" u="none" cap="none" strike="noStrike">
                <a:solidFill>
                  <a:schemeClr val="dk1"/>
                </a:solidFill>
                <a:latin typeface="Inter"/>
                <a:ea typeface="Inter"/>
                <a:cs typeface="Inter"/>
                <a:sym typeface="Inter"/>
              </a:rPr>
              <a:t>The environment where you receive care changes the care itself. We designed ours deliberately.</a:t>
            </a:r>
            <a:endParaRPr i="0" sz="1000" u="none" cap="none" strike="noStrike">
              <a:solidFill>
                <a:schemeClr val="dk1"/>
              </a:solidFill>
              <a:latin typeface="Inter"/>
              <a:ea typeface="Inter"/>
              <a:cs typeface="Inter"/>
              <a:sym typeface="Inter"/>
            </a:endParaRPr>
          </a:p>
        </p:txBody>
      </p:sp>
      <p:sp>
        <p:nvSpPr>
          <p:cNvPr id="1110" name="Google Shape;1110;p103"/>
          <p:cNvSpPr/>
          <p:nvPr/>
        </p:nvSpPr>
        <p:spPr>
          <a:xfrm>
            <a:off x="228600" y="1374657"/>
            <a:ext cx="27432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780"/>
              </a:buClr>
              <a:buSzPts val="800"/>
              <a:buFont typeface="Arial"/>
              <a:buNone/>
            </a:pPr>
            <a:r>
              <a:rPr b="1" i="0" lang="en" sz="800" u="none" cap="none" strike="noStrike">
                <a:solidFill>
                  <a:schemeClr val="dk1"/>
                </a:solidFill>
                <a:latin typeface="Inter"/>
                <a:ea typeface="Inter"/>
                <a:cs typeface="Inter"/>
                <a:sym typeface="Inter"/>
              </a:rPr>
              <a:t>RELEASING THIS WEEK</a:t>
            </a:r>
            <a:endParaRPr i="0" sz="800" u="none" cap="none" strike="noStrike">
              <a:solidFill>
                <a:schemeClr val="dk1"/>
              </a:solidFill>
              <a:latin typeface="Inter"/>
              <a:ea typeface="Inter"/>
              <a:cs typeface="Inter"/>
              <a:sym typeface="Inter"/>
            </a:endParaRPr>
          </a:p>
        </p:txBody>
      </p:sp>
      <p:sp>
        <p:nvSpPr>
          <p:cNvPr id="1111" name="Google Shape;1111;p103"/>
          <p:cNvSpPr/>
          <p:nvPr/>
        </p:nvSpPr>
        <p:spPr>
          <a:xfrm>
            <a:off x="228600" y="1627632"/>
            <a:ext cx="2148840" cy="256032"/>
          </a:xfrm>
          <a:prstGeom prst="rect">
            <a:avLst/>
          </a:prstGeom>
          <a:solidFill>
            <a:srgbClr val="E5D8C7"/>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12" name="Google Shape;1112;p103"/>
          <p:cNvSpPr/>
          <p:nvPr/>
        </p:nvSpPr>
        <p:spPr>
          <a:xfrm>
            <a:off x="30175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Hero film 3: The Room Matters</a:t>
            </a:r>
            <a:endParaRPr i="0" sz="800" u="none" cap="none" strike="noStrike">
              <a:solidFill>
                <a:schemeClr val="dk1"/>
              </a:solidFill>
              <a:latin typeface="Inter"/>
              <a:ea typeface="Inter"/>
              <a:cs typeface="Inter"/>
              <a:sym typeface="Inter"/>
            </a:endParaRPr>
          </a:p>
        </p:txBody>
      </p:sp>
      <p:sp>
        <p:nvSpPr>
          <p:cNvPr id="1113" name="Google Shape;1113;p103"/>
          <p:cNvSpPr/>
          <p:nvPr/>
        </p:nvSpPr>
        <p:spPr>
          <a:xfrm>
            <a:off x="2468880" y="1627632"/>
            <a:ext cx="2148840" cy="256032"/>
          </a:xfrm>
          <a:prstGeom prst="rect">
            <a:avLst/>
          </a:prstGeom>
          <a:solidFill>
            <a:srgbClr val="E5D8C7"/>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14" name="Google Shape;1114;p103"/>
          <p:cNvSpPr/>
          <p:nvPr/>
        </p:nvSpPr>
        <p:spPr>
          <a:xfrm>
            <a:off x="254203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Spotify channel launch</a:t>
            </a:r>
            <a:endParaRPr i="0" sz="800" u="none" cap="none" strike="noStrike">
              <a:solidFill>
                <a:schemeClr val="dk1"/>
              </a:solidFill>
              <a:latin typeface="Inter"/>
              <a:ea typeface="Inter"/>
              <a:cs typeface="Inter"/>
              <a:sym typeface="Inter"/>
            </a:endParaRPr>
          </a:p>
        </p:txBody>
      </p:sp>
      <p:sp>
        <p:nvSpPr>
          <p:cNvPr id="1115" name="Google Shape;1115;p103"/>
          <p:cNvSpPr/>
          <p:nvPr/>
        </p:nvSpPr>
        <p:spPr>
          <a:xfrm>
            <a:off x="4709160" y="1627632"/>
            <a:ext cx="2148840" cy="256032"/>
          </a:xfrm>
          <a:prstGeom prst="rect">
            <a:avLst/>
          </a:prstGeom>
          <a:solidFill>
            <a:srgbClr val="E5D8C7"/>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16" name="Google Shape;1116;p103"/>
          <p:cNvSpPr/>
          <p:nvPr/>
        </p:nvSpPr>
        <p:spPr>
          <a:xfrm>
            <a:off x="478231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76 Questions FAQ — Episode 1 release</a:t>
            </a:r>
            <a:endParaRPr i="0" sz="800" u="none" cap="none" strike="noStrike">
              <a:solidFill>
                <a:schemeClr val="dk1"/>
              </a:solidFill>
              <a:latin typeface="Inter"/>
              <a:ea typeface="Inter"/>
              <a:cs typeface="Inter"/>
              <a:sym typeface="Inter"/>
            </a:endParaRPr>
          </a:p>
        </p:txBody>
      </p:sp>
      <p:sp>
        <p:nvSpPr>
          <p:cNvPr id="1117" name="Google Shape;1117;p103"/>
          <p:cNvSpPr/>
          <p:nvPr/>
        </p:nvSpPr>
        <p:spPr>
          <a:xfrm>
            <a:off x="6949440" y="1627632"/>
            <a:ext cx="2148840" cy="256032"/>
          </a:xfrm>
          <a:prstGeom prst="rect">
            <a:avLst/>
          </a:prstGeom>
          <a:solidFill>
            <a:srgbClr val="E5D8C7"/>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18" name="Google Shape;1118;p103"/>
          <p:cNvSpPr/>
          <p:nvPr/>
        </p:nvSpPr>
        <p:spPr>
          <a:xfrm>
            <a:off x="702259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Diabetes/metabolic health SEO article</a:t>
            </a:r>
            <a:endParaRPr i="0" sz="800" u="none" cap="none" strike="noStrike">
              <a:solidFill>
                <a:schemeClr val="dk1"/>
              </a:solidFill>
              <a:latin typeface="Inter"/>
              <a:ea typeface="Inter"/>
              <a:cs typeface="Inter"/>
              <a:sym typeface="Inter"/>
            </a:endParaRPr>
          </a:p>
        </p:txBody>
      </p:sp>
      <p:sp>
        <p:nvSpPr>
          <p:cNvPr id="1119" name="Google Shape;1119;p103"/>
          <p:cNvSpPr/>
          <p:nvPr/>
        </p:nvSpPr>
        <p:spPr>
          <a:xfrm>
            <a:off x="9189720" y="1627632"/>
            <a:ext cx="2148840" cy="256032"/>
          </a:xfrm>
          <a:prstGeom prst="rect">
            <a:avLst/>
          </a:prstGeom>
          <a:solidFill>
            <a:srgbClr val="E6F1FB"/>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03"/>
          <p:cNvSpPr/>
          <p:nvPr/>
        </p:nvSpPr>
        <p:spPr>
          <a:xfrm>
            <a:off x="9262872" y="1655064"/>
            <a:ext cx="200253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rgbClr val="0C447C"/>
                </a:solidFill>
                <a:latin typeface="Arial"/>
                <a:ea typeface="Arial"/>
                <a:cs typeface="Arial"/>
                <a:sym typeface="Arial"/>
              </a:rPr>
              <a:t>Ask Dr Whitney — Episode 1 on IG + YouTube</a:t>
            </a:r>
            <a:endParaRPr b="0" i="0" sz="800" u="none" cap="none" strike="noStrike">
              <a:solidFill>
                <a:schemeClr val="dk1"/>
              </a:solidFill>
              <a:latin typeface="Calibri"/>
              <a:ea typeface="Calibri"/>
              <a:cs typeface="Calibri"/>
              <a:sym typeface="Calibri"/>
            </a:endParaRPr>
          </a:p>
        </p:txBody>
      </p:sp>
      <p:sp>
        <p:nvSpPr>
          <p:cNvPr id="1121" name="Google Shape;1121;p103"/>
          <p:cNvSpPr/>
          <p:nvPr/>
        </p:nvSpPr>
        <p:spPr>
          <a:xfrm>
            <a:off x="22860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22" name="Google Shape;1122;p103"/>
          <p:cNvSpPr/>
          <p:nvPr/>
        </p:nvSpPr>
        <p:spPr>
          <a:xfrm>
            <a:off x="22860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23" name="Google Shape;1123;p103"/>
          <p:cNvSpPr/>
          <p:nvPr/>
        </p:nvSpPr>
        <p:spPr>
          <a:xfrm>
            <a:off x="38404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HERO FILM</a:t>
            </a:r>
            <a:endParaRPr i="0" sz="800" u="none" cap="none" strike="noStrike">
              <a:solidFill>
                <a:schemeClr val="dk1"/>
              </a:solidFill>
              <a:latin typeface="Inter"/>
              <a:ea typeface="Inter"/>
              <a:cs typeface="Inter"/>
              <a:sym typeface="Inter"/>
            </a:endParaRPr>
          </a:p>
        </p:txBody>
      </p:sp>
      <p:sp>
        <p:nvSpPr>
          <p:cNvPr id="1124" name="Google Shape;1124;p103"/>
          <p:cNvSpPr/>
          <p:nvPr/>
        </p:nvSpPr>
        <p:spPr>
          <a:xfrm>
            <a:off x="347473" y="3630437"/>
            <a:ext cx="2560200" cy="3474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i="0" lang="en" sz="1200" u="none" cap="none" strike="noStrike">
                <a:solidFill>
                  <a:schemeClr val="dk1"/>
                </a:solidFill>
                <a:latin typeface="Inter"/>
                <a:ea typeface="Inter"/>
                <a:cs typeface="Inter"/>
                <a:sym typeface="Inter"/>
              </a:rPr>
              <a:t>The Room Matters</a:t>
            </a:r>
            <a:endParaRPr i="0" sz="1200" u="none" cap="none" strike="noStrike">
              <a:solidFill>
                <a:schemeClr val="dk1"/>
              </a:solidFill>
              <a:latin typeface="Inter"/>
              <a:ea typeface="Inter"/>
              <a:cs typeface="Inter"/>
              <a:sym typeface="Inter"/>
            </a:endParaRPr>
          </a:p>
        </p:txBody>
      </p:sp>
      <p:sp>
        <p:nvSpPr>
          <p:cNvPr id="1125" name="Google Shape;1125;p103"/>
          <p:cNvSpPr/>
          <p:nvPr/>
        </p:nvSpPr>
        <p:spPr>
          <a:xfrm>
            <a:off x="347475" y="3996198"/>
            <a:ext cx="2560200" cy="8229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Slow, deliberate shots of the NOVI clinic. Architecture, light, materials. Intercut with a clinician on why environment is part of care. Premium — closer to a design or hospitality brand than a clinic.</a:t>
            </a:r>
            <a:endParaRPr i="0" sz="900" u="none" cap="none" strike="noStrike">
              <a:solidFill>
                <a:schemeClr val="dk1"/>
              </a:solidFill>
              <a:latin typeface="Inter"/>
              <a:ea typeface="Inter"/>
              <a:cs typeface="Inter"/>
              <a:sym typeface="Inter"/>
            </a:endParaRPr>
          </a:p>
        </p:txBody>
      </p:sp>
      <p:sp>
        <p:nvSpPr>
          <p:cNvPr id="1126" name="Google Shape;1126;p103"/>
          <p:cNvSpPr/>
          <p:nvPr/>
        </p:nvSpPr>
        <p:spPr>
          <a:xfrm>
            <a:off x="315468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27" name="Google Shape;1127;p103"/>
          <p:cNvSpPr/>
          <p:nvPr/>
        </p:nvSpPr>
        <p:spPr>
          <a:xfrm>
            <a:off x="315468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28" name="Google Shape;1128;p103"/>
          <p:cNvSpPr/>
          <p:nvPr/>
        </p:nvSpPr>
        <p:spPr>
          <a:xfrm>
            <a:off x="331012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INSTAGRAM</a:t>
            </a:r>
            <a:endParaRPr i="0" sz="800" u="none" cap="none" strike="noStrike">
              <a:solidFill>
                <a:schemeClr val="dk1"/>
              </a:solidFill>
              <a:latin typeface="Inter"/>
              <a:ea typeface="Inter"/>
              <a:cs typeface="Inter"/>
              <a:sym typeface="Inter"/>
            </a:endParaRPr>
          </a:p>
        </p:txBody>
      </p:sp>
      <p:sp>
        <p:nvSpPr>
          <p:cNvPr id="1129" name="Google Shape;1129;p103"/>
          <p:cNvSpPr/>
          <p:nvPr/>
        </p:nvSpPr>
        <p:spPr>
          <a:xfrm>
            <a:off x="3310128" y="2267712"/>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Video: Hook (0–3s): Slow pan across clinic. No narration — just space and light.</a:t>
            </a:r>
            <a:endParaRPr i="0" sz="900" u="none" cap="none" strike="noStrike">
              <a:solidFill>
                <a:schemeClr val="dk1"/>
              </a:solidFill>
              <a:latin typeface="Inter"/>
              <a:ea typeface="Inter"/>
              <a:cs typeface="Inter"/>
              <a:sym typeface="Inter"/>
            </a:endParaRPr>
          </a:p>
        </p:txBody>
      </p:sp>
      <p:sp>
        <p:nvSpPr>
          <p:cNvPr id="1130" name="Google Shape;1130;p103"/>
          <p:cNvSpPr/>
          <p:nvPr/>
        </p:nvSpPr>
        <p:spPr>
          <a:xfrm>
            <a:off x="3310128" y="2788920"/>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Carousel: Title: Why we designed NOVI's spaces the way we did</a:t>
            </a:r>
            <a:endParaRPr i="0" sz="900" u="none" cap="none" strike="noStrike">
              <a:solidFill>
                <a:schemeClr val="dk1"/>
              </a:solidFill>
              <a:latin typeface="Inter"/>
              <a:ea typeface="Inter"/>
              <a:cs typeface="Inter"/>
              <a:sym typeface="Inter"/>
            </a:endParaRPr>
          </a:p>
        </p:txBody>
      </p:sp>
      <p:sp>
        <p:nvSpPr>
          <p:cNvPr id="1131" name="Google Shape;1131;p103"/>
          <p:cNvSpPr/>
          <p:nvPr/>
        </p:nvSpPr>
        <p:spPr>
          <a:xfrm>
            <a:off x="3310128" y="3310128"/>
            <a:ext cx="2560320" cy="14630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F5E5A"/>
              </a:buClr>
              <a:buSzPts val="800"/>
              <a:buFont typeface="Arial"/>
              <a:buNone/>
            </a:pPr>
            <a:r>
              <a:rPr i="1" lang="en" sz="800" u="none" cap="none" strike="noStrike">
                <a:solidFill>
                  <a:schemeClr val="dk1"/>
                </a:solidFill>
                <a:latin typeface="Inter"/>
                <a:ea typeface="Inter"/>
                <a:cs typeface="Inter"/>
                <a:sym typeface="Inter"/>
              </a:rPr>
              <a:t>Caption: The environment where you receive care is part of the care itself. We designed ours accordingly. · CTA: Come and see it. Book at link in bio.</a:t>
            </a:r>
            <a:endParaRPr i="0" sz="800" u="none" cap="none" strike="noStrike">
              <a:solidFill>
                <a:schemeClr val="dk1"/>
              </a:solidFill>
              <a:latin typeface="Inter"/>
              <a:ea typeface="Inter"/>
              <a:cs typeface="Inter"/>
              <a:sym typeface="Inter"/>
            </a:endParaRPr>
          </a:p>
        </p:txBody>
      </p:sp>
      <p:sp>
        <p:nvSpPr>
          <p:cNvPr id="1132" name="Google Shape;1132;p103"/>
          <p:cNvSpPr/>
          <p:nvPr/>
        </p:nvSpPr>
        <p:spPr>
          <a:xfrm>
            <a:off x="6080760" y="1993392"/>
            <a:ext cx="283464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33" name="Google Shape;1133;p103"/>
          <p:cNvSpPr/>
          <p:nvPr/>
        </p:nvSpPr>
        <p:spPr>
          <a:xfrm>
            <a:off x="6080760" y="1993392"/>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34" name="Google Shape;1134;p103"/>
          <p:cNvSpPr/>
          <p:nvPr/>
        </p:nvSpPr>
        <p:spPr>
          <a:xfrm>
            <a:off x="623620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EDM</a:t>
            </a:r>
            <a:endParaRPr i="0" sz="800" u="none" cap="none" strike="noStrike">
              <a:solidFill>
                <a:schemeClr val="dk1"/>
              </a:solidFill>
              <a:latin typeface="Inter"/>
              <a:ea typeface="Inter"/>
              <a:cs typeface="Inter"/>
              <a:sym typeface="Inter"/>
            </a:endParaRPr>
          </a:p>
        </p:txBody>
      </p:sp>
      <p:sp>
        <p:nvSpPr>
          <p:cNvPr id="1135" name="Google Shape;1135;p103"/>
          <p:cNvSpPr/>
          <p:nvPr/>
        </p:nvSpPr>
        <p:spPr>
          <a:xfrm>
            <a:off x="6236208" y="2267712"/>
            <a:ext cx="2560320" cy="10058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850"/>
              <a:buFont typeface="Arial"/>
              <a:buNone/>
            </a:pPr>
            <a:r>
              <a:rPr i="0" lang="en" sz="850" u="none" cap="none" strike="noStrike">
                <a:solidFill>
                  <a:schemeClr val="dk1"/>
                </a:solidFill>
                <a:latin typeface="Inter"/>
                <a:ea typeface="Inter"/>
                <a:cs typeface="Inter"/>
                <a:sym typeface="Inter"/>
              </a:rPr>
              <a:t>Subject: NOVI is now on Spotify — your health, in your ears — Announce Spotify + Ask Dr Whitney Episode 1 + FAQ series. Light, exciting, accessible tone. Three launches in one week.Plus the </a:t>
            </a:r>
            <a:r>
              <a:rPr lang="en" sz="850">
                <a:solidFill>
                  <a:schemeClr val="dk1"/>
                </a:solidFill>
                <a:latin typeface="Inter"/>
                <a:ea typeface="Inter"/>
                <a:cs typeface="Inter"/>
                <a:sym typeface="Inter"/>
              </a:rPr>
              <a:t>monthly</a:t>
            </a:r>
            <a:r>
              <a:rPr i="0" lang="en" sz="850" u="none" cap="none" strike="noStrike">
                <a:solidFill>
                  <a:schemeClr val="dk1"/>
                </a:solidFill>
                <a:latin typeface="Inter"/>
                <a:ea typeface="Inter"/>
                <a:cs typeface="Inter"/>
                <a:sym typeface="Inter"/>
              </a:rPr>
              <a:t> walk kick off.</a:t>
            </a:r>
            <a:endParaRPr i="0" sz="850" u="none" cap="none" strike="noStrike">
              <a:solidFill>
                <a:schemeClr val="dk1"/>
              </a:solidFill>
              <a:latin typeface="Inter"/>
              <a:ea typeface="Inter"/>
              <a:cs typeface="Inter"/>
              <a:sym typeface="Inter"/>
            </a:endParaRPr>
          </a:p>
        </p:txBody>
      </p:sp>
      <p:sp>
        <p:nvSpPr>
          <p:cNvPr id="1136" name="Google Shape;1136;p103"/>
          <p:cNvSpPr/>
          <p:nvPr/>
        </p:nvSpPr>
        <p:spPr>
          <a:xfrm>
            <a:off x="6080760" y="3429000"/>
            <a:ext cx="2834640" cy="1490472"/>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37" name="Google Shape;1137;p103"/>
          <p:cNvSpPr/>
          <p:nvPr/>
        </p:nvSpPr>
        <p:spPr>
          <a:xfrm>
            <a:off x="6080760" y="3429000"/>
            <a:ext cx="54864" cy="1490472"/>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38" name="Google Shape;1138;p103"/>
          <p:cNvSpPr/>
          <p:nvPr/>
        </p:nvSpPr>
        <p:spPr>
          <a:xfrm>
            <a:off x="6236208" y="3502152"/>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6534"/>
              </a:buClr>
              <a:buSzPts val="800"/>
              <a:buFont typeface="Arial"/>
              <a:buNone/>
            </a:pPr>
            <a:r>
              <a:rPr b="1" i="0" lang="en" sz="800" u="none" cap="none" strike="noStrike">
                <a:solidFill>
                  <a:schemeClr val="dk1"/>
                </a:solidFill>
                <a:latin typeface="Inter"/>
                <a:ea typeface="Inter"/>
                <a:cs typeface="Inter"/>
                <a:sym typeface="Inter"/>
              </a:rPr>
              <a:t>WHATSAPP</a:t>
            </a:r>
            <a:endParaRPr i="0" sz="800" u="none" cap="none" strike="noStrike">
              <a:solidFill>
                <a:schemeClr val="dk1"/>
              </a:solidFill>
              <a:latin typeface="Inter"/>
              <a:ea typeface="Inter"/>
              <a:cs typeface="Inter"/>
              <a:sym typeface="Inter"/>
            </a:endParaRPr>
          </a:p>
        </p:txBody>
      </p:sp>
      <p:sp>
        <p:nvSpPr>
          <p:cNvPr id="1139" name="Google Shape;1139;p103"/>
          <p:cNvSpPr/>
          <p:nvPr/>
        </p:nvSpPr>
        <p:spPr>
          <a:xfrm>
            <a:off x="6236208" y="3703320"/>
            <a:ext cx="2560320" cy="11430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6534"/>
              </a:buClr>
              <a:buSzPts val="850"/>
              <a:buFont typeface="Arial"/>
              <a:buNone/>
            </a:pPr>
            <a:r>
              <a:rPr i="0" lang="en" sz="850" u="none" cap="none" strike="noStrike">
                <a:solidFill>
                  <a:schemeClr val="dk1"/>
                </a:solidFill>
                <a:latin typeface="Inter"/>
                <a:ea typeface="Inter"/>
                <a:cs typeface="Inter"/>
                <a:sym typeface="Inter"/>
              </a:rPr>
              <a:t>Broadcast: Spotify launch + Ask Dr Whitney Ep 1 + 76Q Episode 1.  'Watch this if you've ever wondered about X. ' Invite community to submit questions for future episodes.</a:t>
            </a:r>
            <a:endParaRPr i="0" sz="850" u="none" cap="none" strike="noStrike">
              <a:solidFill>
                <a:schemeClr val="dk1"/>
              </a:solidFill>
              <a:latin typeface="Inter"/>
              <a:ea typeface="Inter"/>
              <a:cs typeface="Inter"/>
              <a:sym typeface="Inter"/>
            </a:endParaRPr>
          </a:p>
        </p:txBody>
      </p:sp>
      <p:sp>
        <p:nvSpPr>
          <p:cNvPr id="1140" name="Google Shape;1140;p103"/>
          <p:cNvSpPr/>
          <p:nvPr/>
        </p:nvSpPr>
        <p:spPr>
          <a:xfrm>
            <a:off x="3561555" y="1335095"/>
            <a:ext cx="2148900" cy="25590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141" name="Google Shape;1141;p103"/>
          <p:cNvSpPr/>
          <p:nvPr/>
        </p:nvSpPr>
        <p:spPr>
          <a:xfrm>
            <a:off x="3634707" y="1362527"/>
            <a:ext cx="20025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Arial"/>
                <a:ea typeface="Arial"/>
                <a:cs typeface="Arial"/>
                <a:sym typeface="Arial"/>
              </a:rPr>
              <a:t>NOVI Monthly Walks with Avenue on 3 (kick-off)</a:t>
            </a:r>
            <a:endParaRPr b="0" i="0" sz="800" u="none" cap="none" strike="noStrike">
              <a:solidFill>
                <a:schemeClr val="dk1"/>
              </a:solidFill>
              <a:latin typeface="Calibri"/>
              <a:ea typeface="Calibri"/>
              <a:cs typeface="Calibri"/>
              <a:sym typeface="Calibri"/>
            </a:endParaRPr>
          </a:p>
        </p:txBody>
      </p:sp>
      <p:sp>
        <p:nvSpPr>
          <p:cNvPr id="1142" name="Google Shape;1142;p103"/>
          <p:cNvSpPr/>
          <p:nvPr/>
        </p:nvSpPr>
        <p:spPr>
          <a:xfrm>
            <a:off x="438973" y="2354737"/>
            <a:ext cx="2560200" cy="3474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lang="en" sz="1200">
                <a:solidFill>
                  <a:schemeClr val="dk1"/>
                </a:solidFill>
                <a:latin typeface="Inter"/>
                <a:ea typeface="Inter"/>
                <a:cs typeface="Inter"/>
                <a:sym typeface="Inter"/>
              </a:rPr>
              <a:t>55 Questions with Sue-Anne</a:t>
            </a:r>
            <a:endParaRPr i="0" sz="1200" u="none" cap="none" strike="noStrike">
              <a:solidFill>
                <a:schemeClr val="dk1"/>
              </a:solidFill>
              <a:latin typeface="Inter"/>
              <a:ea typeface="Inter"/>
              <a:cs typeface="Inter"/>
              <a:sym typeface="Inter"/>
            </a:endParaRPr>
          </a:p>
        </p:txBody>
      </p:sp>
      <p:sp>
        <p:nvSpPr>
          <p:cNvPr id="1143" name="Google Shape;1143;p103"/>
          <p:cNvSpPr/>
          <p:nvPr/>
        </p:nvSpPr>
        <p:spPr>
          <a:xfrm>
            <a:off x="438975" y="2720498"/>
            <a:ext cx="2560200" cy="8229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lang="en" sz="900">
                <a:solidFill>
                  <a:schemeClr val="dk1"/>
                </a:solidFill>
                <a:latin typeface="Inter"/>
                <a:ea typeface="Inter"/>
                <a:cs typeface="Inter"/>
                <a:sym typeface="Inter"/>
              </a:rPr>
              <a:t>The beginning of a loing term </a:t>
            </a:r>
            <a:r>
              <a:rPr lang="en" sz="900">
                <a:solidFill>
                  <a:schemeClr val="dk1"/>
                </a:solidFill>
                <a:latin typeface="Inter"/>
                <a:ea typeface="Inter"/>
                <a:cs typeface="Inter"/>
                <a:sym typeface="Inter"/>
              </a:rPr>
              <a:t>content</a:t>
            </a:r>
            <a:r>
              <a:rPr lang="en" sz="900">
                <a:solidFill>
                  <a:schemeClr val="dk1"/>
                </a:solidFill>
                <a:latin typeface="Inter"/>
                <a:ea typeface="Inter"/>
                <a:cs typeface="Inter"/>
                <a:sym typeface="Inter"/>
              </a:rPr>
              <a:t> arc for NOVI focusing on humanising doctors coaches, team and giving a wider ‘peak’ into our world. </a:t>
            </a:r>
            <a:endParaRPr i="0" sz="900" u="none" cap="none" strike="noStrike">
              <a:solidFill>
                <a:schemeClr val="dk1"/>
              </a:solidFill>
              <a:latin typeface="Inter"/>
              <a:ea typeface="Inter"/>
              <a:cs typeface="Inter"/>
              <a:sym typeface="Inter"/>
            </a:endParaRPr>
          </a:p>
        </p:txBody>
      </p:sp>
      <p:cxnSp>
        <p:nvCxnSpPr>
          <p:cNvPr id="1144" name="Google Shape;1144;p103"/>
          <p:cNvCxnSpPr/>
          <p:nvPr/>
        </p:nvCxnSpPr>
        <p:spPr>
          <a:xfrm>
            <a:off x="489100" y="3543400"/>
            <a:ext cx="23502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9" name="Shape 1149"/>
        <p:cNvGrpSpPr/>
        <p:nvPr/>
      </p:nvGrpSpPr>
      <p:grpSpPr>
        <a:xfrm>
          <a:off x="0" y="0"/>
          <a:ext cx="0" cy="0"/>
          <a:chOff x="0" y="0"/>
          <a:chExt cx="0" cy="0"/>
        </a:xfrm>
      </p:grpSpPr>
      <p:sp>
        <p:nvSpPr>
          <p:cNvPr id="1150" name="Google Shape;1150;p104"/>
          <p:cNvSpPr/>
          <p:nvPr/>
        </p:nvSpPr>
        <p:spPr>
          <a:xfrm>
            <a:off x="0" y="0"/>
            <a:ext cx="9144000" cy="822960"/>
          </a:xfrm>
          <a:prstGeom prst="rect">
            <a:avLst/>
          </a:prstGeom>
          <a:no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51" name="Google Shape;1151;p104"/>
          <p:cNvSpPr/>
          <p:nvPr/>
        </p:nvSpPr>
        <p:spPr>
          <a:xfrm>
            <a:off x="292608" y="9144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900"/>
              <a:buFont typeface="Arial"/>
              <a:buNone/>
            </a:pPr>
            <a:r>
              <a:rPr b="1" i="0" lang="en" sz="900" u="none" cap="none" strike="noStrike">
                <a:solidFill>
                  <a:schemeClr val="dk1"/>
                </a:solidFill>
                <a:latin typeface="Inter"/>
                <a:ea typeface="Inter"/>
                <a:cs typeface="Inter"/>
                <a:sym typeface="Inter"/>
              </a:rPr>
              <a:t>W4 · 11–15 Jun</a:t>
            </a:r>
            <a:endParaRPr i="0" sz="900" u="none" cap="none" strike="noStrike">
              <a:solidFill>
                <a:schemeClr val="dk1"/>
              </a:solidFill>
              <a:latin typeface="Inter"/>
              <a:ea typeface="Inter"/>
              <a:cs typeface="Inter"/>
              <a:sym typeface="Inter"/>
            </a:endParaRPr>
          </a:p>
        </p:txBody>
      </p:sp>
      <p:sp>
        <p:nvSpPr>
          <p:cNvPr id="1152" name="Google Shape;1152;p104"/>
          <p:cNvSpPr/>
          <p:nvPr/>
        </p:nvSpPr>
        <p:spPr>
          <a:xfrm>
            <a:off x="292608" y="347472"/>
            <a:ext cx="86868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200"/>
              <a:buFont typeface="Georgia"/>
              <a:buNone/>
            </a:pPr>
            <a:r>
              <a:rPr b="1" i="0" lang="en" sz="2200" u="none" cap="none" strike="noStrike">
                <a:solidFill>
                  <a:schemeClr val="dk1"/>
                </a:solidFill>
                <a:latin typeface="Inter"/>
                <a:ea typeface="Inter"/>
                <a:cs typeface="Inter"/>
                <a:sym typeface="Inter"/>
              </a:rPr>
              <a:t>What continuous care actually means</a:t>
            </a:r>
            <a:endParaRPr i="0" sz="2200" u="none" cap="none" strike="noStrike">
              <a:solidFill>
                <a:schemeClr val="dk1"/>
              </a:solidFill>
              <a:latin typeface="Inter"/>
              <a:ea typeface="Inter"/>
              <a:cs typeface="Inter"/>
              <a:sym typeface="Inter"/>
            </a:endParaRPr>
          </a:p>
        </p:txBody>
      </p:sp>
      <p:sp>
        <p:nvSpPr>
          <p:cNvPr id="1153" name="Google Shape;1153;p104"/>
          <p:cNvSpPr/>
          <p:nvPr/>
        </p:nvSpPr>
        <p:spPr>
          <a:xfrm>
            <a:off x="228600" y="914400"/>
            <a:ext cx="8686800" cy="384048"/>
          </a:xfrm>
          <a:prstGeom prst="rect">
            <a:avLst/>
          </a:prstGeom>
          <a:solidFill>
            <a:srgbClr val="E5D8C7"/>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54" name="Google Shape;1154;p104"/>
          <p:cNvSpPr/>
          <p:nvPr/>
        </p:nvSpPr>
        <p:spPr>
          <a:xfrm>
            <a:off x="320040" y="941832"/>
            <a:ext cx="182880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700"/>
              <a:buFont typeface="Arial"/>
              <a:buNone/>
            </a:pPr>
            <a:r>
              <a:rPr b="1" i="0" lang="en" sz="700" u="none" cap="none" strike="noStrike">
                <a:solidFill>
                  <a:schemeClr val="dk1"/>
                </a:solidFill>
                <a:latin typeface="Inter"/>
                <a:ea typeface="Inter"/>
                <a:cs typeface="Inter"/>
                <a:sym typeface="Inter"/>
              </a:rPr>
              <a:t>ACQUISITION HOOK</a:t>
            </a:r>
            <a:endParaRPr i="0" sz="700" u="none" cap="none" strike="noStrike">
              <a:solidFill>
                <a:schemeClr val="dk1"/>
              </a:solidFill>
              <a:latin typeface="Inter"/>
              <a:ea typeface="Inter"/>
              <a:cs typeface="Inter"/>
              <a:sym typeface="Inter"/>
            </a:endParaRPr>
          </a:p>
        </p:txBody>
      </p:sp>
      <p:sp>
        <p:nvSpPr>
          <p:cNvPr id="1155" name="Google Shape;1155;p104"/>
          <p:cNvSpPr/>
          <p:nvPr/>
        </p:nvSpPr>
        <p:spPr>
          <a:xfrm>
            <a:off x="320040" y="1097280"/>
            <a:ext cx="832104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Arial"/>
              <a:buNone/>
            </a:pPr>
            <a:r>
              <a:rPr b="1" i="1" lang="en" sz="1000" u="none" cap="none" strike="noStrike">
                <a:solidFill>
                  <a:schemeClr val="dk1"/>
                </a:solidFill>
                <a:latin typeface="Inter"/>
                <a:ea typeface="Inter"/>
                <a:cs typeface="Inter"/>
                <a:sym typeface="Inter"/>
              </a:rPr>
              <a:t>Most clinics see you once a year. We're with you every step in between.</a:t>
            </a:r>
            <a:endParaRPr i="0" sz="1000" u="none" cap="none" strike="noStrike">
              <a:solidFill>
                <a:schemeClr val="dk1"/>
              </a:solidFill>
              <a:latin typeface="Inter"/>
              <a:ea typeface="Inter"/>
              <a:cs typeface="Inter"/>
              <a:sym typeface="Inter"/>
            </a:endParaRPr>
          </a:p>
        </p:txBody>
      </p:sp>
      <p:sp>
        <p:nvSpPr>
          <p:cNvPr id="1156" name="Google Shape;1156;p104"/>
          <p:cNvSpPr/>
          <p:nvPr/>
        </p:nvSpPr>
        <p:spPr>
          <a:xfrm>
            <a:off x="228600" y="1374657"/>
            <a:ext cx="27432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780"/>
              </a:buClr>
              <a:buSzPts val="800"/>
              <a:buFont typeface="Arial"/>
              <a:buNone/>
            </a:pPr>
            <a:r>
              <a:rPr b="1" i="0" lang="en" sz="800" u="none" cap="none" strike="noStrike">
                <a:solidFill>
                  <a:schemeClr val="dk1"/>
                </a:solidFill>
                <a:latin typeface="Inter"/>
                <a:ea typeface="Inter"/>
                <a:cs typeface="Inter"/>
                <a:sym typeface="Inter"/>
              </a:rPr>
              <a:t>RELEASING THIS WEEK</a:t>
            </a:r>
            <a:endParaRPr i="0" sz="800" u="none" cap="none" strike="noStrike">
              <a:solidFill>
                <a:schemeClr val="dk1"/>
              </a:solidFill>
              <a:latin typeface="Inter"/>
              <a:ea typeface="Inter"/>
              <a:cs typeface="Inter"/>
              <a:sym typeface="Inter"/>
            </a:endParaRPr>
          </a:p>
        </p:txBody>
      </p:sp>
      <p:sp>
        <p:nvSpPr>
          <p:cNvPr id="1157" name="Google Shape;1157;p104"/>
          <p:cNvSpPr/>
          <p:nvPr/>
        </p:nvSpPr>
        <p:spPr>
          <a:xfrm>
            <a:off x="228600" y="1627632"/>
            <a:ext cx="2148840" cy="256032"/>
          </a:xfrm>
          <a:prstGeom prst="rect">
            <a:avLst/>
          </a:prstGeom>
          <a:solidFill>
            <a:srgbClr val="E5D8C7"/>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58" name="Google Shape;1158;p104"/>
          <p:cNvSpPr/>
          <p:nvPr/>
        </p:nvSpPr>
        <p:spPr>
          <a:xfrm>
            <a:off x="30175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Hero film 4: The Case Review</a:t>
            </a:r>
            <a:endParaRPr i="0" sz="800" u="none" cap="none" strike="noStrike">
              <a:solidFill>
                <a:schemeClr val="dk1"/>
              </a:solidFill>
              <a:latin typeface="Inter"/>
              <a:ea typeface="Inter"/>
              <a:cs typeface="Inter"/>
              <a:sym typeface="Inter"/>
            </a:endParaRPr>
          </a:p>
        </p:txBody>
      </p:sp>
      <p:sp>
        <p:nvSpPr>
          <p:cNvPr id="1159" name="Google Shape;1159;p104"/>
          <p:cNvSpPr/>
          <p:nvPr/>
        </p:nvSpPr>
        <p:spPr>
          <a:xfrm>
            <a:off x="2468880" y="1627632"/>
            <a:ext cx="2148840" cy="256032"/>
          </a:xfrm>
          <a:prstGeom prst="rect">
            <a:avLst/>
          </a:prstGeom>
          <a:solidFill>
            <a:srgbClr val="E5D8C7"/>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60" name="Google Shape;1160;p104"/>
          <p:cNvSpPr/>
          <p:nvPr/>
        </p:nvSpPr>
        <p:spPr>
          <a:xfrm>
            <a:off x="254203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Article: What continuous care means (SEO)</a:t>
            </a:r>
            <a:endParaRPr i="0" sz="800" u="none" cap="none" strike="noStrike">
              <a:solidFill>
                <a:schemeClr val="dk1"/>
              </a:solidFill>
              <a:latin typeface="Inter"/>
              <a:ea typeface="Inter"/>
              <a:cs typeface="Inter"/>
              <a:sym typeface="Inter"/>
            </a:endParaRPr>
          </a:p>
        </p:txBody>
      </p:sp>
      <p:sp>
        <p:nvSpPr>
          <p:cNvPr id="1161" name="Google Shape;1161;p104"/>
          <p:cNvSpPr/>
          <p:nvPr/>
        </p:nvSpPr>
        <p:spPr>
          <a:xfrm>
            <a:off x="4709160" y="1627632"/>
            <a:ext cx="2148840" cy="256032"/>
          </a:xfrm>
          <a:prstGeom prst="rect">
            <a:avLst/>
          </a:prstGeom>
          <a:solidFill>
            <a:srgbClr val="E5D8C7"/>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62" name="Google Shape;1162;p104"/>
          <p:cNvSpPr/>
          <p:nvPr/>
        </p:nvSpPr>
        <p:spPr>
          <a:xfrm>
            <a:off x="478231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Article: How often should you get a health assessment (SEO)</a:t>
            </a:r>
            <a:endParaRPr i="0" sz="800" u="none" cap="none" strike="noStrike">
              <a:solidFill>
                <a:schemeClr val="dk1"/>
              </a:solidFill>
              <a:latin typeface="Inter"/>
              <a:ea typeface="Inter"/>
              <a:cs typeface="Inter"/>
              <a:sym typeface="Inter"/>
            </a:endParaRPr>
          </a:p>
        </p:txBody>
      </p:sp>
      <p:sp>
        <p:nvSpPr>
          <p:cNvPr id="1163" name="Google Shape;1163;p104"/>
          <p:cNvSpPr/>
          <p:nvPr/>
        </p:nvSpPr>
        <p:spPr>
          <a:xfrm>
            <a:off x="6949440" y="1627632"/>
            <a:ext cx="2148840" cy="256032"/>
          </a:xfrm>
          <a:prstGeom prst="rect">
            <a:avLst/>
          </a:prstGeom>
          <a:solidFill>
            <a:srgbClr val="E5D8C7"/>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64" name="Google Shape;1164;p104"/>
          <p:cNvSpPr/>
          <p:nvPr/>
        </p:nvSpPr>
        <p:spPr>
          <a:xfrm>
            <a:off x="702259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CNA advertorial (mid-June window)</a:t>
            </a:r>
            <a:endParaRPr i="0" sz="800" u="none" cap="none" strike="noStrike">
              <a:solidFill>
                <a:schemeClr val="dk1"/>
              </a:solidFill>
              <a:latin typeface="Inter"/>
              <a:ea typeface="Inter"/>
              <a:cs typeface="Inter"/>
              <a:sym typeface="Inter"/>
            </a:endParaRPr>
          </a:p>
        </p:txBody>
      </p:sp>
      <p:sp>
        <p:nvSpPr>
          <p:cNvPr id="1165" name="Google Shape;1165;p104"/>
          <p:cNvSpPr/>
          <p:nvPr/>
        </p:nvSpPr>
        <p:spPr>
          <a:xfrm>
            <a:off x="22860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66" name="Google Shape;1166;p104"/>
          <p:cNvSpPr/>
          <p:nvPr/>
        </p:nvSpPr>
        <p:spPr>
          <a:xfrm>
            <a:off x="22860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04"/>
          <p:cNvSpPr/>
          <p:nvPr/>
        </p:nvSpPr>
        <p:spPr>
          <a:xfrm>
            <a:off x="38404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HERO FILM</a:t>
            </a:r>
            <a:endParaRPr i="0" sz="800" u="none" cap="none" strike="noStrike">
              <a:solidFill>
                <a:schemeClr val="dk1"/>
              </a:solidFill>
              <a:latin typeface="Inter"/>
              <a:ea typeface="Inter"/>
              <a:cs typeface="Inter"/>
              <a:sym typeface="Inter"/>
            </a:endParaRPr>
          </a:p>
        </p:txBody>
      </p:sp>
      <p:sp>
        <p:nvSpPr>
          <p:cNvPr id="1168" name="Google Shape;1168;p104"/>
          <p:cNvSpPr/>
          <p:nvPr/>
        </p:nvSpPr>
        <p:spPr>
          <a:xfrm>
            <a:off x="384048" y="2267712"/>
            <a:ext cx="2560320" cy="34747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i="0" lang="en" sz="1200" u="none" cap="none" strike="noStrike">
                <a:solidFill>
                  <a:schemeClr val="dk1"/>
                </a:solidFill>
                <a:latin typeface="Inter"/>
                <a:ea typeface="Inter"/>
                <a:cs typeface="Inter"/>
                <a:sym typeface="Inter"/>
              </a:rPr>
              <a:t>The Case Review</a:t>
            </a:r>
            <a:endParaRPr i="0" sz="1200" u="none" cap="none" strike="noStrike">
              <a:solidFill>
                <a:schemeClr val="dk1"/>
              </a:solidFill>
              <a:latin typeface="Inter"/>
              <a:ea typeface="Inter"/>
              <a:cs typeface="Inter"/>
              <a:sym typeface="Inter"/>
            </a:endParaRPr>
          </a:p>
        </p:txBody>
      </p:sp>
      <p:sp>
        <p:nvSpPr>
          <p:cNvPr id="1169" name="Google Shape;1169;p104"/>
          <p:cNvSpPr/>
          <p:nvPr/>
        </p:nvSpPr>
        <p:spPr>
          <a:xfrm>
            <a:off x="384048" y="2633472"/>
            <a:ext cx="2560320" cy="2176272"/>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Inside a NOVI clinical case review meeting. Physicians, health coaches, data — discussing a patient journey (anonymised). Shows multi-disciplinary depth behind every care pathway. Strong B2B signal. Adapts for paid.</a:t>
            </a:r>
            <a:endParaRPr i="0" sz="900" u="none" cap="none" strike="noStrike">
              <a:solidFill>
                <a:schemeClr val="dk1"/>
              </a:solidFill>
              <a:latin typeface="Inter"/>
              <a:ea typeface="Inter"/>
              <a:cs typeface="Inter"/>
              <a:sym typeface="Inter"/>
            </a:endParaRPr>
          </a:p>
        </p:txBody>
      </p:sp>
      <p:sp>
        <p:nvSpPr>
          <p:cNvPr id="1170" name="Google Shape;1170;p104"/>
          <p:cNvSpPr/>
          <p:nvPr/>
        </p:nvSpPr>
        <p:spPr>
          <a:xfrm>
            <a:off x="315468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71" name="Google Shape;1171;p104"/>
          <p:cNvSpPr/>
          <p:nvPr/>
        </p:nvSpPr>
        <p:spPr>
          <a:xfrm>
            <a:off x="315468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72" name="Google Shape;1172;p104"/>
          <p:cNvSpPr/>
          <p:nvPr/>
        </p:nvSpPr>
        <p:spPr>
          <a:xfrm>
            <a:off x="331012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INSTAGRAM</a:t>
            </a:r>
            <a:endParaRPr i="0" sz="800" u="none" cap="none" strike="noStrike">
              <a:solidFill>
                <a:schemeClr val="dk1"/>
              </a:solidFill>
              <a:latin typeface="Inter"/>
              <a:ea typeface="Inter"/>
              <a:cs typeface="Inter"/>
              <a:sym typeface="Inter"/>
            </a:endParaRPr>
          </a:p>
        </p:txBody>
      </p:sp>
      <p:sp>
        <p:nvSpPr>
          <p:cNvPr id="1173" name="Google Shape;1173;p104"/>
          <p:cNvSpPr/>
          <p:nvPr/>
        </p:nvSpPr>
        <p:spPr>
          <a:xfrm>
            <a:off x="3310128" y="2267712"/>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Video: Hook (0–3s): A clinician reviews a file. 'This patient hasn't been in for three weeks. Here's what we're doing.'</a:t>
            </a:r>
            <a:endParaRPr i="0" sz="900" u="none" cap="none" strike="noStrike">
              <a:solidFill>
                <a:schemeClr val="dk1"/>
              </a:solidFill>
              <a:latin typeface="Inter"/>
              <a:ea typeface="Inter"/>
              <a:cs typeface="Inter"/>
              <a:sym typeface="Inter"/>
            </a:endParaRPr>
          </a:p>
        </p:txBody>
      </p:sp>
      <p:sp>
        <p:nvSpPr>
          <p:cNvPr id="1174" name="Google Shape;1174;p104"/>
          <p:cNvSpPr/>
          <p:nvPr/>
        </p:nvSpPr>
        <p:spPr>
          <a:xfrm>
            <a:off x="3310128" y="2788920"/>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Carousel: Title: What happens between your NOVI appointments</a:t>
            </a:r>
            <a:endParaRPr i="0" sz="900" u="none" cap="none" strike="noStrike">
              <a:solidFill>
                <a:schemeClr val="dk1"/>
              </a:solidFill>
              <a:latin typeface="Inter"/>
              <a:ea typeface="Inter"/>
              <a:cs typeface="Inter"/>
              <a:sym typeface="Inter"/>
            </a:endParaRPr>
          </a:p>
        </p:txBody>
      </p:sp>
      <p:sp>
        <p:nvSpPr>
          <p:cNvPr id="1175" name="Google Shape;1175;p104"/>
          <p:cNvSpPr/>
          <p:nvPr/>
        </p:nvSpPr>
        <p:spPr>
          <a:xfrm>
            <a:off x="3310128" y="3310128"/>
            <a:ext cx="2560320" cy="14630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F5E5A"/>
              </a:buClr>
              <a:buSzPts val="800"/>
              <a:buFont typeface="Arial"/>
              <a:buNone/>
            </a:pPr>
            <a:r>
              <a:rPr i="1" lang="en" sz="800" u="none" cap="none" strike="noStrike">
                <a:solidFill>
                  <a:schemeClr val="dk1"/>
                </a:solidFill>
                <a:latin typeface="Inter"/>
                <a:ea typeface="Inter"/>
                <a:cs typeface="Inter"/>
                <a:sym typeface="Inter"/>
              </a:rPr>
              <a:t>Caption: Your care doesn't stop when you leave the room. · CTA: Learn how NOVI's model works — link in bio</a:t>
            </a:r>
            <a:endParaRPr i="0" sz="800" u="none" cap="none" strike="noStrike">
              <a:solidFill>
                <a:schemeClr val="dk1"/>
              </a:solidFill>
              <a:latin typeface="Inter"/>
              <a:ea typeface="Inter"/>
              <a:cs typeface="Inter"/>
              <a:sym typeface="Inter"/>
            </a:endParaRPr>
          </a:p>
        </p:txBody>
      </p:sp>
      <p:sp>
        <p:nvSpPr>
          <p:cNvPr id="1176" name="Google Shape;1176;p104"/>
          <p:cNvSpPr/>
          <p:nvPr/>
        </p:nvSpPr>
        <p:spPr>
          <a:xfrm>
            <a:off x="6080760" y="1993392"/>
            <a:ext cx="283464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77" name="Google Shape;1177;p104"/>
          <p:cNvSpPr/>
          <p:nvPr/>
        </p:nvSpPr>
        <p:spPr>
          <a:xfrm>
            <a:off x="6080760" y="1993392"/>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78" name="Google Shape;1178;p104"/>
          <p:cNvSpPr/>
          <p:nvPr/>
        </p:nvSpPr>
        <p:spPr>
          <a:xfrm>
            <a:off x="623620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EDM</a:t>
            </a:r>
            <a:endParaRPr i="0" sz="800" u="none" cap="none" strike="noStrike">
              <a:solidFill>
                <a:schemeClr val="dk1"/>
              </a:solidFill>
              <a:latin typeface="Inter"/>
              <a:ea typeface="Inter"/>
              <a:cs typeface="Inter"/>
              <a:sym typeface="Inter"/>
            </a:endParaRPr>
          </a:p>
        </p:txBody>
      </p:sp>
      <p:sp>
        <p:nvSpPr>
          <p:cNvPr id="1179" name="Google Shape;1179;p104"/>
          <p:cNvSpPr/>
          <p:nvPr/>
        </p:nvSpPr>
        <p:spPr>
          <a:xfrm>
            <a:off x="6236208" y="2267712"/>
            <a:ext cx="2560320" cy="10058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850"/>
              <a:buFont typeface="Arial"/>
              <a:buNone/>
            </a:pPr>
            <a:r>
              <a:rPr i="0" lang="en" sz="850" u="none" cap="none" strike="noStrike">
                <a:solidFill>
                  <a:schemeClr val="dk1"/>
                </a:solidFill>
                <a:latin typeface="Inter"/>
                <a:ea typeface="Inter"/>
                <a:cs typeface="Inter"/>
                <a:sym typeface="Inter"/>
              </a:rPr>
              <a:t>Subject: Why most health checks stop at detection — Lead with the 'more tests ≠ better health' reframe. Introduce NOVI's longitudinal model. Link to both SEO articles. Mid-funnel EDM — for prospects who've visited but not converted.</a:t>
            </a:r>
            <a:endParaRPr i="0" sz="850" u="none" cap="none" strike="noStrike">
              <a:solidFill>
                <a:schemeClr val="dk1"/>
              </a:solidFill>
              <a:latin typeface="Inter"/>
              <a:ea typeface="Inter"/>
              <a:cs typeface="Inter"/>
              <a:sym typeface="Inter"/>
            </a:endParaRPr>
          </a:p>
        </p:txBody>
      </p:sp>
      <p:sp>
        <p:nvSpPr>
          <p:cNvPr id="1180" name="Google Shape;1180;p104"/>
          <p:cNvSpPr/>
          <p:nvPr/>
        </p:nvSpPr>
        <p:spPr>
          <a:xfrm>
            <a:off x="6080760" y="3429000"/>
            <a:ext cx="2834640" cy="1490472"/>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81" name="Google Shape;1181;p104"/>
          <p:cNvSpPr/>
          <p:nvPr/>
        </p:nvSpPr>
        <p:spPr>
          <a:xfrm>
            <a:off x="6080760" y="3429000"/>
            <a:ext cx="54864" cy="1490472"/>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82" name="Google Shape;1182;p104"/>
          <p:cNvSpPr/>
          <p:nvPr/>
        </p:nvSpPr>
        <p:spPr>
          <a:xfrm>
            <a:off x="6236208" y="3502152"/>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6534"/>
              </a:buClr>
              <a:buSzPts val="800"/>
              <a:buFont typeface="Arial"/>
              <a:buNone/>
            </a:pPr>
            <a:r>
              <a:rPr b="1" i="0" lang="en" sz="800" u="none" cap="none" strike="noStrike">
                <a:solidFill>
                  <a:schemeClr val="dk1"/>
                </a:solidFill>
                <a:latin typeface="Inter"/>
                <a:ea typeface="Inter"/>
                <a:cs typeface="Inter"/>
                <a:sym typeface="Inter"/>
              </a:rPr>
              <a:t>WHATSAPP</a:t>
            </a:r>
            <a:endParaRPr i="0" sz="800" u="none" cap="none" strike="noStrike">
              <a:solidFill>
                <a:schemeClr val="dk1"/>
              </a:solidFill>
              <a:latin typeface="Inter"/>
              <a:ea typeface="Inter"/>
              <a:cs typeface="Inter"/>
              <a:sym typeface="Inter"/>
            </a:endParaRPr>
          </a:p>
        </p:txBody>
      </p:sp>
      <p:sp>
        <p:nvSpPr>
          <p:cNvPr id="1183" name="Google Shape;1183;p104"/>
          <p:cNvSpPr/>
          <p:nvPr/>
        </p:nvSpPr>
        <p:spPr>
          <a:xfrm>
            <a:off x="6236208" y="3703320"/>
            <a:ext cx="2560320" cy="11430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6534"/>
              </a:buClr>
              <a:buSzPts val="850"/>
              <a:buFont typeface="Arial"/>
              <a:buNone/>
            </a:pPr>
            <a:r>
              <a:rPr i="0" lang="en" sz="850" u="none" cap="none" strike="noStrike">
                <a:solidFill>
                  <a:schemeClr val="dk1"/>
                </a:solidFill>
                <a:latin typeface="Inter"/>
                <a:ea typeface="Inter"/>
                <a:cs typeface="Inter"/>
                <a:sym typeface="Inter"/>
              </a:rPr>
              <a:t>Broadcast: Share the 'continuous care' article with a personal note from a NOVI clinician.  'This is what we mean when we say we're different. ' Soft CTA to book or ask a question.</a:t>
            </a:r>
            <a:endParaRPr i="0" sz="850" u="none" cap="none" strike="noStrike">
              <a:solidFill>
                <a:schemeClr val="dk1"/>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8" name="Shape 1188"/>
        <p:cNvGrpSpPr/>
        <p:nvPr/>
      </p:nvGrpSpPr>
      <p:grpSpPr>
        <a:xfrm>
          <a:off x="0" y="0"/>
          <a:ext cx="0" cy="0"/>
          <a:chOff x="0" y="0"/>
          <a:chExt cx="0" cy="0"/>
        </a:xfrm>
      </p:grpSpPr>
      <p:sp>
        <p:nvSpPr>
          <p:cNvPr id="1189" name="Google Shape;1189;p105"/>
          <p:cNvSpPr/>
          <p:nvPr/>
        </p:nvSpPr>
        <p:spPr>
          <a:xfrm>
            <a:off x="0" y="0"/>
            <a:ext cx="9144000" cy="822960"/>
          </a:xfrm>
          <a:prstGeom prst="rect">
            <a:avLst/>
          </a:prstGeom>
          <a:no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90" name="Google Shape;1190;p105"/>
          <p:cNvSpPr/>
          <p:nvPr/>
        </p:nvSpPr>
        <p:spPr>
          <a:xfrm>
            <a:off x="292608" y="9144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900"/>
              <a:buFont typeface="Arial"/>
              <a:buNone/>
            </a:pPr>
            <a:r>
              <a:rPr b="1" i="0" lang="en" sz="900" u="none" cap="none" strike="noStrike">
                <a:solidFill>
                  <a:schemeClr val="dk1"/>
                </a:solidFill>
                <a:latin typeface="Inter"/>
                <a:ea typeface="Inter"/>
                <a:cs typeface="Inter"/>
                <a:sym typeface="Inter"/>
              </a:rPr>
              <a:t>W5 · 18–22 Jun</a:t>
            </a:r>
            <a:endParaRPr i="0" sz="900" u="none" cap="none" strike="noStrike">
              <a:solidFill>
                <a:schemeClr val="dk1"/>
              </a:solidFill>
              <a:latin typeface="Inter"/>
              <a:ea typeface="Inter"/>
              <a:cs typeface="Inter"/>
              <a:sym typeface="Inter"/>
            </a:endParaRPr>
          </a:p>
        </p:txBody>
      </p:sp>
      <p:sp>
        <p:nvSpPr>
          <p:cNvPr id="1191" name="Google Shape;1191;p105"/>
          <p:cNvSpPr/>
          <p:nvPr/>
        </p:nvSpPr>
        <p:spPr>
          <a:xfrm>
            <a:off x="292608" y="347472"/>
            <a:ext cx="86868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200"/>
              <a:buFont typeface="Georgia"/>
              <a:buNone/>
            </a:pPr>
            <a:r>
              <a:rPr b="1" i="0" lang="en" sz="2200" u="none" cap="none" strike="noStrike">
                <a:solidFill>
                  <a:schemeClr val="dk1"/>
                </a:solidFill>
                <a:latin typeface="Inter"/>
                <a:ea typeface="Inter"/>
                <a:cs typeface="Inter"/>
                <a:sym typeface="Inter"/>
              </a:rPr>
              <a:t>Between appointments</a:t>
            </a:r>
            <a:endParaRPr i="0" sz="2200" u="none" cap="none" strike="noStrike">
              <a:solidFill>
                <a:schemeClr val="dk1"/>
              </a:solidFill>
              <a:latin typeface="Inter"/>
              <a:ea typeface="Inter"/>
              <a:cs typeface="Inter"/>
              <a:sym typeface="Inter"/>
            </a:endParaRPr>
          </a:p>
        </p:txBody>
      </p:sp>
      <p:sp>
        <p:nvSpPr>
          <p:cNvPr id="1192" name="Google Shape;1192;p105"/>
          <p:cNvSpPr/>
          <p:nvPr/>
        </p:nvSpPr>
        <p:spPr>
          <a:xfrm>
            <a:off x="228600" y="914400"/>
            <a:ext cx="8686800" cy="384048"/>
          </a:xfrm>
          <a:prstGeom prst="rect">
            <a:avLst/>
          </a:prstGeom>
          <a:solidFill>
            <a:srgbClr val="E5D8C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93" name="Google Shape;1193;p105"/>
          <p:cNvSpPr/>
          <p:nvPr/>
        </p:nvSpPr>
        <p:spPr>
          <a:xfrm>
            <a:off x="320040" y="941832"/>
            <a:ext cx="182880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700"/>
              <a:buFont typeface="Arial"/>
              <a:buNone/>
            </a:pPr>
            <a:r>
              <a:rPr b="1" i="0" lang="en" sz="700" u="none" cap="none" strike="noStrike">
                <a:solidFill>
                  <a:schemeClr val="dk1"/>
                </a:solidFill>
                <a:latin typeface="Inter"/>
                <a:ea typeface="Inter"/>
                <a:cs typeface="Inter"/>
                <a:sym typeface="Inter"/>
              </a:rPr>
              <a:t>ACQUISITION HOOK</a:t>
            </a:r>
            <a:endParaRPr i="0" sz="700" u="none" cap="none" strike="noStrike">
              <a:solidFill>
                <a:schemeClr val="dk1"/>
              </a:solidFill>
              <a:latin typeface="Inter"/>
              <a:ea typeface="Inter"/>
              <a:cs typeface="Inter"/>
              <a:sym typeface="Inter"/>
            </a:endParaRPr>
          </a:p>
        </p:txBody>
      </p:sp>
      <p:sp>
        <p:nvSpPr>
          <p:cNvPr id="1194" name="Google Shape;1194;p105"/>
          <p:cNvSpPr/>
          <p:nvPr/>
        </p:nvSpPr>
        <p:spPr>
          <a:xfrm>
            <a:off x="320040" y="1097280"/>
            <a:ext cx="832104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Arial"/>
              <a:buNone/>
            </a:pPr>
            <a:r>
              <a:rPr b="1" i="1" lang="en" sz="1000" u="none" cap="none" strike="noStrike">
                <a:solidFill>
                  <a:schemeClr val="dk1"/>
                </a:solidFill>
                <a:latin typeface="Inter"/>
                <a:ea typeface="Inter"/>
                <a:cs typeface="Inter"/>
                <a:sym typeface="Inter"/>
              </a:rPr>
              <a:t>Real health isn't measured in annual check-ups. It's built in the days between them.</a:t>
            </a:r>
            <a:endParaRPr i="0" sz="1000" u="none" cap="none" strike="noStrike">
              <a:solidFill>
                <a:schemeClr val="dk1"/>
              </a:solidFill>
              <a:latin typeface="Inter"/>
              <a:ea typeface="Inter"/>
              <a:cs typeface="Inter"/>
              <a:sym typeface="Inter"/>
            </a:endParaRPr>
          </a:p>
        </p:txBody>
      </p:sp>
      <p:sp>
        <p:nvSpPr>
          <p:cNvPr id="1195" name="Google Shape;1195;p105"/>
          <p:cNvSpPr/>
          <p:nvPr/>
        </p:nvSpPr>
        <p:spPr>
          <a:xfrm>
            <a:off x="228600" y="1381768"/>
            <a:ext cx="27432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780"/>
              </a:buClr>
              <a:buSzPts val="800"/>
              <a:buFont typeface="Arial"/>
              <a:buNone/>
            </a:pPr>
            <a:r>
              <a:rPr b="1" i="0" lang="en" sz="800" u="none" cap="none" strike="noStrike">
                <a:solidFill>
                  <a:schemeClr val="dk1"/>
                </a:solidFill>
                <a:latin typeface="Inter"/>
                <a:ea typeface="Inter"/>
                <a:cs typeface="Inter"/>
                <a:sym typeface="Inter"/>
              </a:rPr>
              <a:t>RELEASING THIS WEEK</a:t>
            </a:r>
            <a:endParaRPr i="0" sz="800" u="none" cap="none" strike="noStrike">
              <a:solidFill>
                <a:schemeClr val="dk1"/>
              </a:solidFill>
              <a:latin typeface="Inter"/>
              <a:ea typeface="Inter"/>
              <a:cs typeface="Inter"/>
              <a:sym typeface="Inter"/>
            </a:endParaRPr>
          </a:p>
        </p:txBody>
      </p:sp>
      <p:sp>
        <p:nvSpPr>
          <p:cNvPr id="1196" name="Google Shape;1196;p105"/>
          <p:cNvSpPr/>
          <p:nvPr/>
        </p:nvSpPr>
        <p:spPr>
          <a:xfrm>
            <a:off x="228600" y="1627632"/>
            <a:ext cx="2148840" cy="256032"/>
          </a:xfrm>
          <a:prstGeom prst="rect">
            <a:avLst/>
          </a:prstGeom>
          <a:solidFill>
            <a:srgbClr val="E5D8C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97" name="Google Shape;1197;p105"/>
          <p:cNvSpPr/>
          <p:nvPr/>
        </p:nvSpPr>
        <p:spPr>
          <a:xfrm>
            <a:off x="30175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800"/>
              <a:buFont typeface="Arial"/>
              <a:buNone/>
            </a:pPr>
            <a:r>
              <a:rPr b="1" i="0" lang="en" sz="800" u="none" cap="none" strike="noStrike">
                <a:solidFill>
                  <a:schemeClr val="dk1"/>
                </a:solidFill>
                <a:latin typeface="Inter"/>
                <a:ea typeface="Inter"/>
                <a:cs typeface="Inter"/>
                <a:sym typeface="Inter"/>
              </a:rPr>
              <a:t>Hero film 5: Between Appointments</a:t>
            </a:r>
            <a:endParaRPr i="0" sz="800" u="none" cap="none" strike="noStrike">
              <a:solidFill>
                <a:schemeClr val="dk1"/>
              </a:solidFill>
              <a:latin typeface="Inter"/>
              <a:ea typeface="Inter"/>
              <a:cs typeface="Inter"/>
              <a:sym typeface="Inter"/>
            </a:endParaRPr>
          </a:p>
        </p:txBody>
      </p:sp>
      <p:sp>
        <p:nvSpPr>
          <p:cNvPr id="1198" name="Google Shape;1198;p105"/>
          <p:cNvSpPr/>
          <p:nvPr/>
        </p:nvSpPr>
        <p:spPr>
          <a:xfrm>
            <a:off x="2468880" y="1627632"/>
            <a:ext cx="2148840" cy="256032"/>
          </a:xfrm>
          <a:prstGeom prst="rect">
            <a:avLst/>
          </a:prstGeom>
          <a:solidFill>
            <a:srgbClr val="E5D8C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199" name="Google Shape;1199;p105"/>
          <p:cNvSpPr/>
          <p:nvPr/>
        </p:nvSpPr>
        <p:spPr>
          <a:xfrm>
            <a:off x="254203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800"/>
              <a:buFont typeface="Arial"/>
              <a:buNone/>
            </a:pPr>
            <a:r>
              <a:rPr b="1" i="0" lang="en" sz="800" u="none" cap="none" strike="noStrike">
                <a:solidFill>
                  <a:schemeClr val="dk1"/>
                </a:solidFill>
                <a:latin typeface="Inter"/>
                <a:ea typeface="Inter"/>
                <a:cs typeface="Inter"/>
                <a:sym typeface="Inter"/>
              </a:rPr>
              <a:t>TBT Advertorial 1 — precision health (live ~third week Jun)</a:t>
            </a:r>
            <a:endParaRPr i="0" sz="800" u="none" cap="none" strike="noStrike">
              <a:solidFill>
                <a:schemeClr val="dk1"/>
              </a:solidFill>
              <a:latin typeface="Inter"/>
              <a:ea typeface="Inter"/>
              <a:cs typeface="Inter"/>
              <a:sym typeface="Inter"/>
            </a:endParaRPr>
          </a:p>
        </p:txBody>
      </p:sp>
      <p:sp>
        <p:nvSpPr>
          <p:cNvPr id="1200" name="Google Shape;1200;p105"/>
          <p:cNvSpPr/>
          <p:nvPr/>
        </p:nvSpPr>
        <p:spPr>
          <a:xfrm>
            <a:off x="4709160" y="1627632"/>
            <a:ext cx="2148840" cy="256032"/>
          </a:xfrm>
          <a:prstGeom prst="rect">
            <a:avLst/>
          </a:prstGeom>
          <a:solidFill>
            <a:srgbClr val="E5D8C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01" name="Google Shape;1201;p105"/>
          <p:cNvSpPr/>
          <p:nvPr/>
        </p:nvSpPr>
        <p:spPr>
          <a:xfrm>
            <a:off x="478231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800"/>
              <a:buFont typeface="Arial"/>
              <a:buNone/>
            </a:pPr>
            <a:r>
              <a:rPr b="1" i="0" lang="en" sz="800" u="none" cap="none" strike="noStrike">
                <a:solidFill>
                  <a:schemeClr val="dk1"/>
                </a:solidFill>
                <a:latin typeface="Inter"/>
                <a:ea typeface="Inter"/>
                <a:cs typeface="Inter"/>
                <a:sym typeface="Inter"/>
              </a:rPr>
              <a:t>Website relaunch content (late Jun window)</a:t>
            </a:r>
            <a:endParaRPr i="0" sz="800" u="none" cap="none" strike="noStrike">
              <a:solidFill>
                <a:schemeClr val="dk1"/>
              </a:solidFill>
              <a:latin typeface="Inter"/>
              <a:ea typeface="Inter"/>
              <a:cs typeface="Inter"/>
              <a:sym typeface="Inter"/>
            </a:endParaRPr>
          </a:p>
        </p:txBody>
      </p:sp>
      <p:sp>
        <p:nvSpPr>
          <p:cNvPr id="1202" name="Google Shape;1202;p105"/>
          <p:cNvSpPr/>
          <p:nvPr/>
        </p:nvSpPr>
        <p:spPr>
          <a:xfrm>
            <a:off x="6949440" y="1627632"/>
            <a:ext cx="2148840" cy="256032"/>
          </a:xfrm>
          <a:prstGeom prst="rect">
            <a:avLst/>
          </a:prstGeom>
          <a:solidFill>
            <a:srgbClr val="E5D8C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03" name="Google Shape;1203;p105"/>
          <p:cNvSpPr/>
          <p:nvPr/>
        </p:nvSpPr>
        <p:spPr>
          <a:xfrm>
            <a:off x="702259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800"/>
              <a:buFont typeface="Arial"/>
              <a:buNone/>
            </a:pPr>
            <a:r>
              <a:rPr b="1" i="0" lang="en" sz="800" u="none" cap="none" strike="noStrike">
                <a:solidFill>
                  <a:schemeClr val="dk1"/>
                </a:solidFill>
                <a:latin typeface="Inter"/>
                <a:ea typeface="Inter"/>
                <a:cs typeface="Inter"/>
                <a:sym typeface="Inter"/>
              </a:rPr>
              <a:t>Article: Novo Nordisk partnership + blog</a:t>
            </a:r>
            <a:endParaRPr i="0" sz="800" u="none" cap="none" strike="noStrike">
              <a:solidFill>
                <a:schemeClr val="dk1"/>
              </a:solidFill>
              <a:latin typeface="Inter"/>
              <a:ea typeface="Inter"/>
              <a:cs typeface="Inter"/>
              <a:sym typeface="Inter"/>
            </a:endParaRPr>
          </a:p>
        </p:txBody>
      </p:sp>
      <p:sp>
        <p:nvSpPr>
          <p:cNvPr id="1204" name="Google Shape;1204;p105"/>
          <p:cNvSpPr/>
          <p:nvPr/>
        </p:nvSpPr>
        <p:spPr>
          <a:xfrm>
            <a:off x="22860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05" name="Google Shape;1205;p105"/>
          <p:cNvSpPr/>
          <p:nvPr/>
        </p:nvSpPr>
        <p:spPr>
          <a:xfrm>
            <a:off x="22860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05"/>
          <p:cNvSpPr/>
          <p:nvPr/>
        </p:nvSpPr>
        <p:spPr>
          <a:xfrm>
            <a:off x="38404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800"/>
              <a:buFont typeface="Arial"/>
              <a:buNone/>
            </a:pPr>
            <a:r>
              <a:rPr b="1" i="0" lang="en" sz="800" u="none" cap="none" strike="noStrike">
                <a:solidFill>
                  <a:schemeClr val="dk1"/>
                </a:solidFill>
                <a:latin typeface="Inter"/>
                <a:ea typeface="Inter"/>
                <a:cs typeface="Inter"/>
                <a:sym typeface="Inter"/>
              </a:rPr>
              <a:t>HERO FILM</a:t>
            </a:r>
            <a:endParaRPr i="0" sz="800" u="none" cap="none" strike="noStrike">
              <a:solidFill>
                <a:schemeClr val="dk1"/>
              </a:solidFill>
              <a:latin typeface="Inter"/>
              <a:ea typeface="Inter"/>
              <a:cs typeface="Inter"/>
              <a:sym typeface="Inter"/>
            </a:endParaRPr>
          </a:p>
        </p:txBody>
      </p:sp>
      <p:sp>
        <p:nvSpPr>
          <p:cNvPr id="1207" name="Google Shape;1207;p105"/>
          <p:cNvSpPr/>
          <p:nvPr/>
        </p:nvSpPr>
        <p:spPr>
          <a:xfrm>
            <a:off x="384048" y="2267712"/>
            <a:ext cx="2560320" cy="34747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i="0" lang="en" sz="1200" u="none" cap="none" strike="noStrike">
                <a:solidFill>
                  <a:schemeClr val="dk1"/>
                </a:solidFill>
                <a:latin typeface="Inter"/>
                <a:ea typeface="Inter"/>
                <a:cs typeface="Inter"/>
                <a:sym typeface="Inter"/>
              </a:rPr>
              <a:t>Between Appointments</a:t>
            </a:r>
            <a:endParaRPr i="0" sz="1200" u="none" cap="none" strike="noStrike">
              <a:solidFill>
                <a:schemeClr val="dk1"/>
              </a:solidFill>
              <a:latin typeface="Inter"/>
              <a:ea typeface="Inter"/>
              <a:cs typeface="Inter"/>
              <a:sym typeface="Inter"/>
            </a:endParaRPr>
          </a:p>
        </p:txBody>
      </p:sp>
      <p:sp>
        <p:nvSpPr>
          <p:cNvPr id="1208" name="Google Shape;1208;p105"/>
          <p:cNvSpPr/>
          <p:nvPr/>
        </p:nvSpPr>
        <p:spPr>
          <a:xfrm>
            <a:off x="384048" y="2633472"/>
            <a:ext cx="2560320" cy="2176272"/>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Real moments from patients' lives between NOVI visits — a morning routine, coaching check-in, food log review. Shows the texture of ongoing care. Intimate, real, elevated. Adapts well for paid targeting of lapsed or considering prospects.</a:t>
            </a:r>
            <a:endParaRPr i="0" sz="900" u="none" cap="none" strike="noStrike">
              <a:solidFill>
                <a:schemeClr val="dk1"/>
              </a:solidFill>
              <a:latin typeface="Inter"/>
              <a:ea typeface="Inter"/>
              <a:cs typeface="Inter"/>
              <a:sym typeface="Inter"/>
            </a:endParaRPr>
          </a:p>
        </p:txBody>
      </p:sp>
      <p:sp>
        <p:nvSpPr>
          <p:cNvPr id="1209" name="Google Shape;1209;p105"/>
          <p:cNvSpPr/>
          <p:nvPr/>
        </p:nvSpPr>
        <p:spPr>
          <a:xfrm>
            <a:off x="315468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10" name="Google Shape;1210;p105"/>
          <p:cNvSpPr/>
          <p:nvPr/>
        </p:nvSpPr>
        <p:spPr>
          <a:xfrm>
            <a:off x="315468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11" name="Google Shape;1211;p105"/>
          <p:cNvSpPr/>
          <p:nvPr/>
        </p:nvSpPr>
        <p:spPr>
          <a:xfrm>
            <a:off x="331012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INSTAGRAM</a:t>
            </a:r>
            <a:endParaRPr i="0" sz="800" u="none" cap="none" strike="noStrike">
              <a:solidFill>
                <a:schemeClr val="dk1"/>
              </a:solidFill>
              <a:latin typeface="Inter"/>
              <a:ea typeface="Inter"/>
              <a:cs typeface="Inter"/>
              <a:sym typeface="Inter"/>
            </a:endParaRPr>
          </a:p>
        </p:txBody>
      </p:sp>
      <p:sp>
        <p:nvSpPr>
          <p:cNvPr id="1212" name="Google Shape;1212;p105"/>
          <p:cNvSpPr/>
          <p:nvPr/>
        </p:nvSpPr>
        <p:spPr>
          <a:xfrm>
            <a:off x="3310128" y="2267712"/>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Video: Hook (0–3s): A patient checks their phone. '7pm. My coach just replied.'</a:t>
            </a:r>
            <a:endParaRPr i="0" sz="900" u="none" cap="none" strike="noStrike">
              <a:solidFill>
                <a:schemeClr val="dk1"/>
              </a:solidFill>
              <a:latin typeface="Inter"/>
              <a:ea typeface="Inter"/>
              <a:cs typeface="Inter"/>
              <a:sym typeface="Inter"/>
            </a:endParaRPr>
          </a:p>
        </p:txBody>
      </p:sp>
      <p:sp>
        <p:nvSpPr>
          <p:cNvPr id="1213" name="Google Shape;1213;p105"/>
          <p:cNvSpPr/>
          <p:nvPr/>
        </p:nvSpPr>
        <p:spPr>
          <a:xfrm>
            <a:off x="3310128" y="2788920"/>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Carousel: Title: How NOVI clients describe life between appointments</a:t>
            </a:r>
            <a:endParaRPr i="0" sz="900" u="none" cap="none" strike="noStrike">
              <a:solidFill>
                <a:schemeClr val="dk1"/>
              </a:solidFill>
              <a:latin typeface="Inter"/>
              <a:ea typeface="Inter"/>
              <a:cs typeface="Inter"/>
              <a:sym typeface="Inter"/>
            </a:endParaRPr>
          </a:p>
        </p:txBody>
      </p:sp>
      <p:sp>
        <p:nvSpPr>
          <p:cNvPr id="1214" name="Google Shape;1214;p105"/>
          <p:cNvSpPr/>
          <p:nvPr/>
        </p:nvSpPr>
        <p:spPr>
          <a:xfrm>
            <a:off x="3310128" y="3310128"/>
            <a:ext cx="2560320" cy="14630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F5E5A"/>
              </a:buClr>
              <a:buSzPts val="800"/>
              <a:buFont typeface="Arial"/>
              <a:buNone/>
            </a:pPr>
            <a:r>
              <a:rPr i="1" lang="en" sz="800" u="none" cap="none" strike="noStrike">
                <a:solidFill>
                  <a:schemeClr val="dk1"/>
                </a:solidFill>
                <a:latin typeface="Inter"/>
                <a:ea typeface="Inter"/>
                <a:cs typeface="Inter"/>
                <a:sym typeface="Inter"/>
              </a:rPr>
              <a:t>Caption: Real health is built in the ordinary moments. We show up there too. · CTA: This is what between-appointment care looks like.</a:t>
            </a:r>
            <a:endParaRPr i="0" sz="800" u="none" cap="none" strike="noStrike">
              <a:solidFill>
                <a:schemeClr val="dk1"/>
              </a:solidFill>
              <a:latin typeface="Inter"/>
              <a:ea typeface="Inter"/>
              <a:cs typeface="Inter"/>
              <a:sym typeface="Inter"/>
            </a:endParaRPr>
          </a:p>
        </p:txBody>
      </p:sp>
      <p:sp>
        <p:nvSpPr>
          <p:cNvPr id="1215" name="Google Shape;1215;p105"/>
          <p:cNvSpPr/>
          <p:nvPr/>
        </p:nvSpPr>
        <p:spPr>
          <a:xfrm>
            <a:off x="6080760" y="1993392"/>
            <a:ext cx="283464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16" name="Google Shape;1216;p105"/>
          <p:cNvSpPr/>
          <p:nvPr/>
        </p:nvSpPr>
        <p:spPr>
          <a:xfrm>
            <a:off x="6080760" y="1993392"/>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17" name="Google Shape;1217;p105"/>
          <p:cNvSpPr/>
          <p:nvPr/>
        </p:nvSpPr>
        <p:spPr>
          <a:xfrm>
            <a:off x="623620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EDM</a:t>
            </a:r>
            <a:endParaRPr i="0" sz="800" u="none" cap="none" strike="noStrike">
              <a:solidFill>
                <a:schemeClr val="dk1"/>
              </a:solidFill>
              <a:latin typeface="Inter"/>
              <a:ea typeface="Inter"/>
              <a:cs typeface="Inter"/>
              <a:sym typeface="Inter"/>
            </a:endParaRPr>
          </a:p>
        </p:txBody>
      </p:sp>
      <p:sp>
        <p:nvSpPr>
          <p:cNvPr id="1218" name="Google Shape;1218;p105"/>
          <p:cNvSpPr/>
          <p:nvPr/>
        </p:nvSpPr>
        <p:spPr>
          <a:xfrm>
            <a:off x="6236208" y="2267712"/>
            <a:ext cx="2560320" cy="10058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850"/>
              <a:buFont typeface="Arial"/>
              <a:buNone/>
            </a:pPr>
            <a:r>
              <a:rPr i="0" lang="en" sz="850" u="none" cap="none" strike="noStrike">
                <a:solidFill>
                  <a:schemeClr val="dk1"/>
                </a:solidFill>
                <a:latin typeface="Inter"/>
                <a:ea typeface="Inter"/>
                <a:cs typeface="Inter"/>
                <a:sym typeface="Inter"/>
              </a:rPr>
              <a:t>Subject: Your health doesn't take a day off — neither do we — Patient-perspective EDM. TBT advertorial live this week — link as external validation. CTA to book.</a:t>
            </a:r>
            <a:endParaRPr i="0" sz="850" u="none" cap="none" strike="noStrike">
              <a:solidFill>
                <a:schemeClr val="dk1"/>
              </a:solidFill>
              <a:latin typeface="Inter"/>
              <a:ea typeface="Inter"/>
              <a:cs typeface="Inter"/>
              <a:sym typeface="Inter"/>
            </a:endParaRPr>
          </a:p>
        </p:txBody>
      </p:sp>
      <p:sp>
        <p:nvSpPr>
          <p:cNvPr id="1219" name="Google Shape;1219;p105"/>
          <p:cNvSpPr/>
          <p:nvPr/>
        </p:nvSpPr>
        <p:spPr>
          <a:xfrm>
            <a:off x="6080760" y="3429000"/>
            <a:ext cx="2834640" cy="1490472"/>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20" name="Google Shape;1220;p105"/>
          <p:cNvSpPr/>
          <p:nvPr/>
        </p:nvSpPr>
        <p:spPr>
          <a:xfrm>
            <a:off x="6080760" y="3429000"/>
            <a:ext cx="54864" cy="1490472"/>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21" name="Google Shape;1221;p105"/>
          <p:cNvSpPr/>
          <p:nvPr/>
        </p:nvSpPr>
        <p:spPr>
          <a:xfrm>
            <a:off x="6236208" y="3502152"/>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6534"/>
              </a:buClr>
              <a:buSzPts val="800"/>
              <a:buFont typeface="Arial"/>
              <a:buNone/>
            </a:pPr>
            <a:r>
              <a:rPr b="1" i="0" lang="en" sz="800" u="none" cap="none" strike="noStrike">
                <a:solidFill>
                  <a:schemeClr val="dk1"/>
                </a:solidFill>
                <a:latin typeface="Inter"/>
                <a:ea typeface="Inter"/>
                <a:cs typeface="Inter"/>
                <a:sym typeface="Inter"/>
              </a:rPr>
              <a:t>WHATSAPP</a:t>
            </a:r>
            <a:endParaRPr i="0" sz="800" u="none" cap="none" strike="noStrike">
              <a:solidFill>
                <a:schemeClr val="dk1"/>
              </a:solidFill>
              <a:latin typeface="Inter"/>
              <a:ea typeface="Inter"/>
              <a:cs typeface="Inter"/>
              <a:sym typeface="Inter"/>
            </a:endParaRPr>
          </a:p>
        </p:txBody>
      </p:sp>
      <p:sp>
        <p:nvSpPr>
          <p:cNvPr id="1222" name="Google Shape;1222;p105"/>
          <p:cNvSpPr/>
          <p:nvPr/>
        </p:nvSpPr>
        <p:spPr>
          <a:xfrm>
            <a:off x="6236208" y="3703320"/>
            <a:ext cx="2560320" cy="11430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6534"/>
              </a:buClr>
              <a:buSzPts val="850"/>
              <a:buFont typeface="Arial"/>
              <a:buNone/>
            </a:pPr>
            <a:r>
              <a:rPr i="0" lang="en" sz="850" u="none" cap="none" strike="noStrike">
                <a:solidFill>
                  <a:schemeClr val="dk1"/>
                </a:solidFill>
                <a:latin typeface="Inter"/>
                <a:ea typeface="Inter"/>
                <a:cs typeface="Inter"/>
                <a:sym typeface="Inter"/>
              </a:rPr>
              <a:t>Broadcast: TBT advertorial is live.  Share link.  'NOVI in The Business Times this week — share with someone who might need this.</a:t>
            </a:r>
            <a:endParaRPr i="0" sz="850" u="none" cap="none" strike="noStrike">
              <a:solidFill>
                <a:schemeClr val="dk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7" name="Shape 1227"/>
        <p:cNvGrpSpPr/>
        <p:nvPr/>
      </p:nvGrpSpPr>
      <p:grpSpPr>
        <a:xfrm>
          <a:off x="0" y="0"/>
          <a:ext cx="0" cy="0"/>
          <a:chOff x="0" y="0"/>
          <a:chExt cx="0" cy="0"/>
        </a:xfrm>
      </p:grpSpPr>
      <p:sp>
        <p:nvSpPr>
          <p:cNvPr id="1228" name="Google Shape;1228;p106"/>
          <p:cNvSpPr/>
          <p:nvPr/>
        </p:nvSpPr>
        <p:spPr>
          <a:xfrm>
            <a:off x="0" y="0"/>
            <a:ext cx="9144000" cy="822960"/>
          </a:xfrm>
          <a:prstGeom prst="rect">
            <a:avLst/>
          </a:prstGeom>
          <a:no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29" name="Google Shape;1229;p106"/>
          <p:cNvSpPr/>
          <p:nvPr/>
        </p:nvSpPr>
        <p:spPr>
          <a:xfrm>
            <a:off x="292608" y="9144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900"/>
              <a:buFont typeface="Arial"/>
              <a:buNone/>
            </a:pPr>
            <a:r>
              <a:rPr b="1" i="0" lang="en" sz="900" u="none" cap="none" strike="noStrike">
                <a:solidFill>
                  <a:schemeClr val="dk1"/>
                </a:solidFill>
                <a:latin typeface="Inter"/>
                <a:ea typeface="Inter"/>
                <a:cs typeface="Inter"/>
                <a:sym typeface="Inter"/>
              </a:rPr>
              <a:t>W6 · 25–29 Jun</a:t>
            </a:r>
            <a:endParaRPr i="0" sz="900" u="none" cap="none" strike="noStrike">
              <a:solidFill>
                <a:schemeClr val="dk1"/>
              </a:solidFill>
              <a:latin typeface="Inter"/>
              <a:ea typeface="Inter"/>
              <a:cs typeface="Inter"/>
              <a:sym typeface="Inter"/>
            </a:endParaRPr>
          </a:p>
        </p:txBody>
      </p:sp>
      <p:sp>
        <p:nvSpPr>
          <p:cNvPr id="1230" name="Google Shape;1230;p106"/>
          <p:cNvSpPr/>
          <p:nvPr/>
        </p:nvSpPr>
        <p:spPr>
          <a:xfrm>
            <a:off x="292608" y="347472"/>
            <a:ext cx="86868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200"/>
              <a:buFont typeface="Georgia"/>
              <a:buNone/>
            </a:pPr>
            <a:r>
              <a:rPr b="1" i="0" lang="en" sz="2200" u="none" cap="none" strike="noStrike">
                <a:solidFill>
                  <a:schemeClr val="dk1"/>
                </a:solidFill>
                <a:latin typeface="Inter"/>
                <a:ea typeface="Inter"/>
                <a:cs typeface="Inter"/>
                <a:sym typeface="Inter"/>
              </a:rPr>
              <a:t>Why we built this</a:t>
            </a:r>
            <a:endParaRPr i="0" sz="2200" u="none" cap="none" strike="noStrike">
              <a:solidFill>
                <a:schemeClr val="dk1"/>
              </a:solidFill>
              <a:latin typeface="Inter"/>
              <a:ea typeface="Inter"/>
              <a:cs typeface="Inter"/>
              <a:sym typeface="Inter"/>
            </a:endParaRPr>
          </a:p>
        </p:txBody>
      </p:sp>
      <p:sp>
        <p:nvSpPr>
          <p:cNvPr id="1231" name="Google Shape;1231;p106"/>
          <p:cNvSpPr/>
          <p:nvPr/>
        </p:nvSpPr>
        <p:spPr>
          <a:xfrm>
            <a:off x="228600" y="914400"/>
            <a:ext cx="8686800" cy="384048"/>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32" name="Google Shape;1232;p106"/>
          <p:cNvSpPr/>
          <p:nvPr/>
        </p:nvSpPr>
        <p:spPr>
          <a:xfrm>
            <a:off x="320040" y="941832"/>
            <a:ext cx="182880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700"/>
              <a:buFont typeface="Arial"/>
              <a:buNone/>
            </a:pPr>
            <a:r>
              <a:rPr b="1" i="0" lang="en" sz="700" u="none" cap="none" strike="noStrike">
                <a:solidFill>
                  <a:schemeClr val="dk1"/>
                </a:solidFill>
                <a:latin typeface="Inter"/>
                <a:ea typeface="Inter"/>
                <a:cs typeface="Inter"/>
                <a:sym typeface="Inter"/>
              </a:rPr>
              <a:t>ACQUISITION HOOK</a:t>
            </a:r>
            <a:endParaRPr i="0" sz="700" u="none" cap="none" strike="noStrike">
              <a:solidFill>
                <a:schemeClr val="dk1"/>
              </a:solidFill>
              <a:latin typeface="Inter"/>
              <a:ea typeface="Inter"/>
              <a:cs typeface="Inter"/>
              <a:sym typeface="Inter"/>
            </a:endParaRPr>
          </a:p>
        </p:txBody>
      </p:sp>
      <p:sp>
        <p:nvSpPr>
          <p:cNvPr id="1233" name="Google Shape;1233;p106"/>
          <p:cNvSpPr/>
          <p:nvPr/>
        </p:nvSpPr>
        <p:spPr>
          <a:xfrm>
            <a:off x="320040" y="1097280"/>
            <a:ext cx="832104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Arial"/>
              <a:buNone/>
            </a:pPr>
            <a:r>
              <a:rPr b="1" i="1" lang="en" sz="1000" u="none" cap="none" strike="noStrike">
                <a:solidFill>
                  <a:schemeClr val="dk1"/>
                </a:solidFill>
                <a:latin typeface="Inter"/>
                <a:ea typeface="Inter"/>
                <a:cs typeface="Inter"/>
                <a:sym typeface="Inter"/>
              </a:rPr>
              <a:t>Most healthcare systems are built around disease. We built ours around people.</a:t>
            </a:r>
            <a:endParaRPr i="0" sz="1000" u="none" cap="none" strike="noStrike">
              <a:solidFill>
                <a:schemeClr val="dk1"/>
              </a:solidFill>
              <a:latin typeface="Inter"/>
              <a:ea typeface="Inter"/>
              <a:cs typeface="Inter"/>
              <a:sym typeface="Inter"/>
            </a:endParaRPr>
          </a:p>
        </p:txBody>
      </p:sp>
      <p:sp>
        <p:nvSpPr>
          <p:cNvPr id="1234" name="Google Shape;1234;p106"/>
          <p:cNvSpPr/>
          <p:nvPr/>
        </p:nvSpPr>
        <p:spPr>
          <a:xfrm>
            <a:off x="228600" y="1388878"/>
            <a:ext cx="27432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780"/>
              </a:buClr>
              <a:buSzPts val="800"/>
              <a:buFont typeface="Arial"/>
              <a:buNone/>
            </a:pPr>
            <a:r>
              <a:rPr b="1" i="0" lang="en" sz="800" u="none" cap="none" strike="noStrike">
                <a:solidFill>
                  <a:schemeClr val="dk1"/>
                </a:solidFill>
                <a:latin typeface="Inter"/>
                <a:ea typeface="Inter"/>
                <a:cs typeface="Inter"/>
                <a:sym typeface="Inter"/>
              </a:rPr>
              <a:t>RELEASING THIS WEEK</a:t>
            </a:r>
            <a:endParaRPr i="0" sz="800" u="none" cap="none" strike="noStrike">
              <a:solidFill>
                <a:schemeClr val="dk1"/>
              </a:solidFill>
              <a:latin typeface="Inter"/>
              <a:ea typeface="Inter"/>
              <a:cs typeface="Inter"/>
              <a:sym typeface="Inter"/>
            </a:endParaRPr>
          </a:p>
        </p:txBody>
      </p:sp>
      <p:sp>
        <p:nvSpPr>
          <p:cNvPr id="1235" name="Google Shape;1235;p106"/>
          <p:cNvSpPr/>
          <p:nvPr/>
        </p:nvSpPr>
        <p:spPr>
          <a:xfrm>
            <a:off x="228600" y="1627632"/>
            <a:ext cx="2148840" cy="256032"/>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36" name="Google Shape;1236;p106"/>
          <p:cNvSpPr/>
          <p:nvPr/>
        </p:nvSpPr>
        <p:spPr>
          <a:xfrm>
            <a:off x="30175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Inter"/>
                <a:ea typeface="Inter"/>
                <a:cs typeface="Inter"/>
                <a:sym typeface="Inter"/>
              </a:rPr>
              <a:t>Hero film 6: Why We Built This</a:t>
            </a:r>
            <a:endParaRPr i="0" sz="800" u="none" cap="none" strike="noStrike">
              <a:solidFill>
                <a:schemeClr val="dk1"/>
              </a:solidFill>
              <a:latin typeface="Inter"/>
              <a:ea typeface="Inter"/>
              <a:cs typeface="Inter"/>
              <a:sym typeface="Inter"/>
            </a:endParaRPr>
          </a:p>
        </p:txBody>
      </p:sp>
      <p:sp>
        <p:nvSpPr>
          <p:cNvPr id="1237" name="Google Shape;1237;p106"/>
          <p:cNvSpPr/>
          <p:nvPr/>
        </p:nvSpPr>
        <p:spPr>
          <a:xfrm>
            <a:off x="2441448" y="1655057"/>
            <a:ext cx="2148900" cy="25590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38" name="Google Shape;1238;p106"/>
          <p:cNvSpPr/>
          <p:nvPr/>
        </p:nvSpPr>
        <p:spPr>
          <a:xfrm>
            <a:off x="2514599" y="1682489"/>
            <a:ext cx="20025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Inter"/>
                <a:ea typeface="Inter"/>
                <a:cs typeface="Inter"/>
                <a:sym typeface="Inter"/>
              </a:rPr>
              <a:t>Matcha making workshops</a:t>
            </a:r>
            <a:endParaRPr i="0" sz="800" u="none" cap="none" strike="noStrike">
              <a:solidFill>
                <a:schemeClr val="dk1"/>
              </a:solidFill>
              <a:latin typeface="Inter"/>
              <a:ea typeface="Inter"/>
              <a:cs typeface="Inter"/>
              <a:sym typeface="Inter"/>
            </a:endParaRPr>
          </a:p>
        </p:txBody>
      </p:sp>
      <p:sp>
        <p:nvSpPr>
          <p:cNvPr id="1239" name="Google Shape;1239;p106"/>
          <p:cNvSpPr/>
          <p:nvPr/>
        </p:nvSpPr>
        <p:spPr>
          <a:xfrm>
            <a:off x="4681728" y="1655057"/>
            <a:ext cx="2148900" cy="255900"/>
          </a:xfrm>
          <a:prstGeom prst="rect">
            <a:avLst/>
          </a:prstGeom>
          <a:solidFill>
            <a:srgbClr val="E5D8C7"/>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40" name="Google Shape;1240;p106"/>
          <p:cNvSpPr/>
          <p:nvPr/>
        </p:nvSpPr>
        <p:spPr>
          <a:xfrm>
            <a:off x="4754880" y="1682489"/>
            <a:ext cx="20025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Inter"/>
                <a:ea typeface="Inter"/>
                <a:cs typeface="Inter"/>
                <a:sym typeface="Inter"/>
              </a:rPr>
              <a:t>Diabetes research press release</a:t>
            </a:r>
            <a:endParaRPr i="0" sz="800" u="none" cap="none" strike="noStrike">
              <a:solidFill>
                <a:schemeClr val="dk1"/>
              </a:solidFill>
              <a:latin typeface="Inter"/>
              <a:ea typeface="Inter"/>
              <a:cs typeface="Inter"/>
              <a:sym typeface="Inter"/>
            </a:endParaRPr>
          </a:p>
        </p:txBody>
      </p:sp>
      <p:sp>
        <p:nvSpPr>
          <p:cNvPr id="1241" name="Google Shape;1241;p106"/>
          <p:cNvSpPr/>
          <p:nvPr/>
        </p:nvSpPr>
        <p:spPr>
          <a:xfrm>
            <a:off x="22860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42" name="Google Shape;1242;p106"/>
          <p:cNvSpPr/>
          <p:nvPr/>
        </p:nvSpPr>
        <p:spPr>
          <a:xfrm>
            <a:off x="22860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243" name="Google Shape;1243;p106"/>
          <p:cNvSpPr/>
          <p:nvPr/>
        </p:nvSpPr>
        <p:spPr>
          <a:xfrm>
            <a:off x="38404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800"/>
              <a:buFont typeface="Arial"/>
              <a:buNone/>
            </a:pPr>
            <a:r>
              <a:rPr b="1" i="0" lang="en" sz="800" u="none" cap="none" strike="noStrike">
                <a:solidFill>
                  <a:schemeClr val="dk1"/>
                </a:solidFill>
                <a:latin typeface="Inter"/>
                <a:ea typeface="Inter"/>
                <a:cs typeface="Inter"/>
                <a:sym typeface="Inter"/>
              </a:rPr>
              <a:t>HERO FILM</a:t>
            </a:r>
            <a:endParaRPr i="0" sz="800" u="none" cap="none" strike="noStrike">
              <a:solidFill>
                <a:schemeClr val="dk1"/>
              </a:solidFill>
              <a:latin typeface="Inter"/>
              <a:ea typeface="Inter"/>
              <a:cs typeface="Inter"/>
              <a:sym typeface="Inter"/>
            </a:endParaRPr>
          </a:p>
        </p:txBody>
      </p:sp>
      <p:sp>
        <p:nvSpPr>
          <p:cNvPr id="1244" name="Google Shape;1244;p106"/>
          <p:cNvSpPr/>
          <p:nvPr/>
        </p:nvSpPr>
        <p:spPr>
          <a:xfrm>
            <a:off x="384048" y="2267712"/>
            <a:ext cx="2560320" cy="34747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i="0" lang="en" sz="1200" u="none" cap="none" strike="noStrike">
                <a:solidFill>
                  <a:schemeClr val="dk1"/>
                </a:solidFill>
                <a:latin typeface="Inter"/>
                <a:ea typeface="Inter"/>
                <a:cs typeface="Inter"/>
                <a:sym typeface="Inter"/>
              </a:rPr>
              <a:t>Why We Built This</a:t>
            </a:r>
            <a:endParaRPr i="0" sz="1200" u="none" cap="none" strike="noStrike">
              <a:solidFill>
                <a:schemeClr val="dk1"/>
              </a:solidFill>
              <a:latin typeface="Inter"/>
              <a:ea typeface="Inter"/>
              <a:cs typeface="Inter"/>
              <a:sym typeface="Inter"/>
            </a:endParaRPr>
          </a:p>
        </p:txBody>
      </p:sp>
      <p:sp>
        <p:nvSpPr>
          <p:cNvPr id="1245" name="Google Shape;1245;p106"/>
          <p:cNvSpPr/>
          <p:nvPr/>
        </p:nvSpPr>
        <p:spPr>
          <a:xfrm>
            <a:off x="384048" y="2633472"/>
            <a:ext cx="2560320" cy="2176272"/>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Sue-Anne and Kyle to camera. Founders telling the NOVI origin story — why they left traditional medicine, what they saw that others weren't addressing. Authentic, warm, conviction-led. Highest-value acquisition asset. Adapts for paid.</a:t>
            </a:r>
            <a:endParaRPr i="0" sz="900" u="none" cap="none" strike="noStrike">
              <a:solidFill>
                <a:schemeClr val="dk1"/>
              </a:solidFill>
              <a:latin typeface="Inter"/>
              <a:ea typeface="Inter"/>
              <a:cs typeface="Inter"/>
              <a:sym typeface="Inter"/>
            </a:endParaRPr>
          </a:p>
        </p:txBody>
      </p:sp>
      <p:sp>
        <p:nvSpPr>
          <p:cNvPr id="1246" name="Google Shape;1246;p106"/>
          <p:cNvSpPr/>
          <p:nvPr/>
        </p:nvSpPr>
        <p:spPr>
          <a:xfrm>
            <a:off x="315468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47" name="Google Shape;1247;p106"/>
          <p:cNvSpPr/>
          <p:nvPr/>
        </p:nvSpPr>
        <p:spPr>
          <a:xfrm>
            <a:off x="315468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48" name="Google Shape;1248;p106"/>
          <p:cNvSpPr/>
          <p:nvPr/>
        </p:nvSpPr>
        <p:spPr>
          <a:xfrm>
            <a:off x="331012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INSTAGRAM</a:t>
            </a:r>
            <a:endParaRPr i="0" sz="800" u="none" cap="none" strike="noStrike">
              <a:solidFill>
                <a:schemeClr val="dk1"/>
              </a:solidFill>
              <a:latin typeface="Inter"/>
              <a:ea typeface="Inter"/>
              <a:cs typeface="Inter"/>
              <a:sym typeface="Inter"/>
            </a:endParaRPr>
          </a:p>
        </p:txBody>
      </p:sp>
      <p:sp>
        <p:nvSpPr>
          <p:cNvPr id="1249" name="Google Shape;1249;p106"/>
          <p:cNvSpPr/>
          <p:nvPr/>
        </p:nvSpPr>
        <p:spPr>
          <a:xfrm>
            <a:off x="3310128" y="2267712"/>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Video: Hook (0–3s): Sue-Anne to camera. 'We kept seeing patients who were doing everything right.'</a:t>
            </a:r>
            <a:endParaRPr i="0" sz="900" u="none" cap="none" strike="noStrike">
              <a:solidFill>
                <a:schemeClr val="dk1"/>
              </a:solidFill>
              <a:latin typeface="Inter"/>
              <a:ea typeface="Inter"/>
              <a:cs typeface="Inter"/>
              <a:sym typeface="Inter"/>
            </a:endParaRPr>
          </a:p>
        </p:txBody>
      </p:sp>
      <p:sp>
        <p:nvSpPr>
          <p:cNvPr id="1250" name="Google Shape;1250;p106"/>
          <p:cNvSpPr/>
          <p:nvPr/>
        </p:nvSpPr>
        <p:spPr>
          <a:xfrm>
            <a:off x="3310128" y="2788920"/>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Carousel: Title: The reason NOVI exists</a:t>
            </a:r>
            <a:endParaRPr i="0" sz="900" u="none" cap="none" strike="noStrike">
              <a:solidFill>
                <a:schemeClr val="dk1"/>
              </a:solidFill>
              <a:latin typeface="Inter"/>
              <a:ea typeface="Inter"/>
              <a:cs typeface="Inter"/>
              <a:sym typeface="Inter"/>
            </a:endParaRPr>
          </a:p>
        </p:txBody>
      </p:sp>
      <p:sp>
        <p:nvSpPr>
          <p:cNvPr id="1251" name="Google Shape;1251;p106"/>
          <p:cNvSpPr/>
          <p:nvPr/>
        </p:nvSpPr>
        <p:spPr>
          <a:xfrm>
            <a:off x="3310128" y="3310128"/>
            <a:ext cx="2560320" cy="14630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F5E5A"/>
              </a:buClr>
              <a:buSzPts val="800"/>
              <a:buFont typeface="Arial"/>
              <a:buNone/>
            </a:pPr>
            <a:r>
              <a:rPr i="1" lang="en" sz="800" u="none" cap="none" strike="noStrike">
                <a:solidFill>
                  <a:schemeClr val="dk1"/>
                </a:solidFill>
                <a:latin typeface="Inter"/>
                <a:ea typeface="Inter"/>
                <a:cs typeface="Inter"/>
                <a:sym typeface="Inter"/>
              </a:rPr>
              <a:t>Caption: The origin story. Why two physicians decided to build something different. · CTA: This is why NOVI exists. Link in bio.</a:t>
            </a:r>
            <a:endParaRPr i="0" sz="800" u="none" cap="none" strike="noStrike">
              <a:solidFill>
                <a:schemeClr val="dk1"/>
              </a:solidFill>
              <a:latin typeface="Inter"/>
              <a:ea typeface="Inter"/>
              <a:cs typeface="Inter"/>
              <a:sym typeface="Inter"/>
            </a:endParaRPr>
          </a:p>
        </p:txBody>
      </p:sp>
      <p:sp>
        <p:nvSpPr>
          <p:cNvPr id="1252" name="Google Shape;1252;p106"/>
          <p:cNvSpPr/>
          <p:nvPr/>
        </p:nvSpPr>
        <p:spPr>
          <a:xfrm>
            <a:off x="6080760" y="1993392"/>
            <a:ext cx="283464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53" name="Google Shape;1253;p106"/>
          <p:cNvSpPr/>
          <p:nvPr/>
        </p:nvSpPr>
        <p:spPr>
          <a:xfrm>
            <a:off x="6080760" y="1993392"/>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54" name="Google Shape;1254;p106"/>
          <p:cNvSpPr/>
          <p:nvPr/>
        </p:nvSpPr>
        <p:spPr>
          <a:xfrm>
            <a:off x="623620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EDM</a:t>
            </a:r>
            <a:endParaRPr i="0" sz="800" u="none" cap="none" strike="noStrike">
              <a:solidFill>
                <a:schemeClr val="dk1"/>
              </a:solidFill>
              <a:latin typeface="Inter"/>
              <a:ea typeface="Inter"/>
              <a:cs typeface="Inter"/>
              <a:sym typeface="Inter"/>
            </a:endParaRPr>
          </a:p>
        </p:txBody>
      </p:sp>
      <p:sp>
        <p:nvSpPr>
          <p:cNvPr id="1255" name="Google Shape;1255;p106"/>
          <p:cNvSpPr/>
          <p:nvPr/>
        </p:nvSpPr>
        <p:spPr>
          <a:xfrm>
            <a:off x="6236208" y="2267712"/>
            <a:ext cx="2560320" cy="10058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850"/>
              <a:buFont typeface="Arial"/>
              <a:buNone/>
            </a:pPr>
            <a:r>
              <a:rPr i="0" lang="en" sz="850" u="none" cap="none" strike="noStrike">
                <a:solidFill>
                  <a:schemeClr val="dk1"/>
                </a:solidFill>
                <a:latin typeface="Inter"/>
                <a:ea typeface="Inter"/>
                <a:cs typeface="Inter"/>
                <a:sym typeface="Inter"/>
              </a:rPr>
              <a:t>Subject: Why two doctors decided to build something different — Founder story EDM. Link to the film. Link to community event registration (Mandala talks June </a:t>
            </a:r>
            <a:r>
              <a:rPr i="0" lang="en" sz="850" u="none" cap="none" strike="noStrike">
                <a:solidFill>
                  <a:schemeClr val="dk1"/>
                </a:solidFill>
                <a:latin typeface="Inter"/>
                <a:ea typeface="Inter"/>
                <a:cs typeface="Inter"/>
                <a:sym typeface="Inter"/>
              </a:rPr>
              <a:t>30</a:t>
            </a:r>
            <a:r>
              <a:rPr i="0" lang="en" sz="850" u="none" cap="none" strike="noStrike">
                <a:solidFill>
                  <a:schemeClr val="dk1"/>
                </a:solidFill>
                <a:latin typeface="Inter"/>
                <a:ea typeface="Inter"/>
                <a:cs typeface="Inter"/>
                <a:sym typeface="Inter"/>
              </a:rPr>
              <a:t>). Warm, personal, narrative-led. The EDM that builds deepest brand affinity.</a:t>
            </a:r>
            <a:endParaRPr i="0" sz="850" u="none" cap="none" strike="noStrike">
              <a:solidFill>
                <a:schemeClr val="dk1"/>
              </a:solidFill>
              <a:latin typeface="Inter"/>
              <a:ea typeface="Inter"/>
              <a:cs typeface="Inter"/>
              <a:sym typeface="Inter"/>
            </a:endParaRPr>
          </a:p>
        </p:txBody>
      </p:sp>
      <p:sp>
        <p:nvSpPr>
          <p:cNvPr id="1256" name="Google Shape;1256;p106"/>
          <p:cNvSpPr/>
          <p:nvPr/>
        </p:nvSpPr>
        <p:spPr>
          <a:xfrm>
            <a:off x="6080760" y="3429000"/>
            <a:ext cx="2834640" cy="1490472"/>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57" name="Google Shape;1257;p106"/>
          <p:cNvSpPr/>
          <p:nvPr/>
        </p:nvSpPr>
        <p:spPr>
          <a:xfrm>
            <a:off x="6080760" y="3429000"/>
            <a:ext cx="54864" cy="1490472"/>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58" name="Google Shape;1258;p106"/>
          <p:cNvSpPr/>
          <p:nvPr/>
        </p:nvSpPr>
        <p:spPr>
          <a:xfrm>
            <a:off x="6236208" y="3502152"/>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6534"/>
              </a:buClr>
              <a:buSzPts val="800"/>
              <a:buFont typeface="Arial"/>
              <a:buNone/>
            </a:pPr>
            <a:r>
              <a:rPr b="1" i="0" lang="en" sz="800" u="none" cap="none" strike="noStrike">
                <a:solidFill>
                  <a:schemeClr val="dk1"/>
                </a:solidFill>
                <a:latin typeface="Inter"/>
                <a:ea typeface="Inter"/>
                <a:cs typeface="Inter"/>
                <a:sym typeface="Inter"/>
              </a:rPr>
              <a:t>WHATSAPP</a:t>
            </a:r>
            <a:endParaRPr i="0" sz="800" u="none" cap="none" strike="noStrike">
              <a:solidFill>
                <a:schemeClr val="dk1"/>
              </a:solidFill>
              <a:latin typeface="Inter"/>
              <a:ea typeface="Inter"/>
              <a:cs typeface="Inter"/>
              <a:sym typeface="Inter"/>
            </a:endParaRPr>
          </a:p>
        </p:txBody>
      </p:sp>
      <p:sp>
        <p:nvSpPr>
          <p:cNvPr id="1259" name="Google Shape;1259;p106"/>
          <p:cNvSpPr/>
          <p:nvPr/>
        </p:nvSpPr>
        <p:spPr>
          <a:xfrm>
            <a:off x="6236208" y="3703320"/>
            <a:ext cx="2560320" cy="11430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6534"/>
              </a:buClr>
              <a:buSzPts val="850"/>
              <a:buFont typeface="Arial"/>
              <a:buNone/>
            </a:pPr>
            <a:r>
              <a:rPr i="0" lang="en" sz="850" u="none" cap="none" strike="noStrike">
                <a:solidFill>
                  <a:schemeClr val="dk1"/>
                </a:solidFill>
                <a:latin typeface="Inter"/>
                <a:ea typeface="Inter"/>
                <a:cs typeface="Inter"/>
                <a:sym typeface="Inter"/>
              </a:rPr>
              <a:t>Broadcast: Announce NOVI Walks + community events.  Invite existing patients and network.  'These events are for our community first.</a:t>
            </a:r>
            <a:endParaRPr i="0" sz="850" u="none" cap="none" strike="noStrike">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4" name="Shape 1264"/>
        <p:cNvGrpSpPr/>
        <p:nvPr/>
      </p:nvGrpSpPr>
      <p:grpSpPr>
        <a:xfrm>
          <a:off x="0" y="0"/>
          <a:ext cx="0" cy="0"/>
          <a:chOff x="0" y="0"/>
          <a:chExt cx="0" cy="0"/>
        </a:xfrm>
      </p:grpSpPr>
      <p:sp>
        <p:nvSpPr>
          <p:cNvPr id="1265" name="Google Shape;1265;p107"/>
          <p:cNvSpPr/>
          <p:nvPr/>
        </p:nvSpPr>
        <p:spPr>
          <a:xfrm>
            <a:off x="0" y="0"/>
            <a:ext cx="9144000" cy="822960"/>
          </a:xfrm>
          <a:prstGeom prst="rect">
            <a:avLst/>
          </a:prstGeom>
          <a:no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66" name="Google Shape;1266;p107"/>
          <p:cNvSpPr/>
          <p:nvPr/>
        </p:nvSpPr>
        <p:spPr>
          <a:xfrm>
            <a:off x="292608" y="9144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900"/>
              <a:buFont typeface="Arial"/>
              <a:buNone/>
            </a:pPr>
            <a:r>
              <a:rPr b="1" i="0" lang="en" sz="900" cap="none" strike="noStrike">
                <a:solidFill>
                  <a:schemeClr val="dk1"/>
                </a:solidFill>
                <a:latin typeface="Inter"/>
                <a:ea typeface="Inter"/>
                <a:cs typeface="Inter"/>
                <a:sym typeface="Inter"/>
              </a:rPr>
              <a:t>W7 · 2–6 Jul</a:t>
            </a:r>
            <a:endParaRPr i="0" sz="900" cap="none" strike="noStrike">
              <a:solidFill>
                <a:schemeClr val="dk1"/>
              </a:solidFill>
              <a:latin typeface="Inter"/>
              <a:ea typeface="Inter"/>
              <a:cs typeface="Inter"/>
              <a:sym typeface="Inter"/>
            </a:endParaRPr>
          </a:p>
        </p:txBody>
      </p:sp>
      <p:sp>
        <p:nvSpPr>
          <p:cNvPr id="1267" name="Google Shape;1267;p107"/>
          <p:cNvSpPr/>
          <p:nvPr/>
        </p:nvSpPr>
        <p:spPr>
          <a:xfrm>
            <a:off x="292608" y="347472"/>
            <a:ext cx="86868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200"/>
              <a:buFont typeface="Georgia"/>
              <a:buNone/>
            </a:pPr>
            <a:r>
              <a:rPr b="1" i="0" lang="en" sz="2200" cap="none" strike="noStrike">
                <a:solidFill>
                  <a:schemeClr val="dk1"/>
                </a:solidFill>
                <a:latin typeface="Inter"/>
                <a:ea typeface="Inter"/>
                <a:cs typeface="Inter"/>
                <a:sym typeface="Inter"/>
              </a:rPr>
              <a:t>Not a moment. A system</a:t>
            </a:r>
            <a:r>
              <a:rPr b="1" lang="en" sz="2200">
                <a:solidFill>
                  <a:schemeClr val="dk1"/>
                </a:solidFill>
                <a:latin typeface="Inter"/>
                <a:ea typeface="Inter"/>
                <a:cs typeface="Inter"/>
                <a:sym typeface="Inter"/>
              </a:rPr>
              <a:t> +  website relaunch</a:t>
            </a:r>
            <a:endParaRPr i="0" sz="2200" cap="none" strike="noStrike">
              <a:solidFill>
                <a:schemeClr val="dk1"/>
              </a:solidFill>
              <a:latin typeface="Inter"/>
              <a:ea typeface="Inter"/>
              <a:cs typeface="Inter"/>
              <a:sym typeface="Inter"/>
            </a:endParaRPr>
          </a:p>
        </p:txBody>
      </p:sp>
      <p:sp>
        <p:nvSpPr>
          <p:cNvPr id="1268" name="Google Shape;1268;p107"/>
          <p:cNvSpPr/>
          <p:nvPr/>
        </p:nvSpPr>
        <p:spPr>
          <a:xfrm>
            <a:off x="228600" y="914400"/>
            <a:ext cx="8686800" cy="384048"/>
          </a:xfrm>
          <a:prstGeom prst="rect">
            <a:avLst/>
          </a:prstGeom>
          <a:solidFill>
            <a:srgbClr val="E5D8C7"/>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69" name="Google Shape;1269;p107"/>
          <p:cNvSpPr/>
          <p:nvPr/>
        </p:nvSpPr>
        <p:spPr>
          <a:xfrm>
            <a:off x="320040" y="941832"/>
            <a:ext cx="182880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700"/>
              <a:buFont typeface="Arial"/>
              <a:buNone/>
            </a:pPr>
            <a:r>
              <a:rPr b="1" i="0" lang="en" sz="700" cap="none" strike="noStrike">
                <a:solidFill>
                  <a:schemeClr val="dk1"/>
                </a:solidFill>
                <a:latin typeface="Inter"/>
                <a:ea typeface="Inter"/>
                <a:cs typeface="Inter"/>
                <a:sym typeface="Inter"/>
              </a:rPr>
              <a:t>ACQUISITION HOOK</a:t>
            </a:r>
            <a:endParaRPr i="0" sz="700" cap="none" strike="noStrike">
              <a:solidFill>
                <a:schemeClr val="dk1"/>
              </a:solidFill>
              <a:latin typeface="Inter"/>
              <a:ea typeface="Inter"/>
              <a:cs typeface="Inter"/>
              <a:sym typeface="Inter"/>
            </a:endParaRPr>
          </a:p>
        </p:txBody>
      </p:sp>
      <p:sp>
        <p:nvSpPr>
          <p:cNvPr id="1270" name="Google Shape;1270;p107"/>
          <p:cNvSpPr/>
          <p:nvPr/>
        </p:nvSpPr>
        <p:spPr>
          <a:xfrm>
            <a:off x="320040" y="1097280"/>
            <a:ext cx="832104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Arial"/>
              <a:buNone/>
            </a:pPr>
            <a:r>
              <a:rPr b="1" i="1" lang="en" sz="1000" cap="none" strike="noStrike">
                <a:solidFill>
                  <a:schemeClr val="dk1"/>
                </a:solidFill>
                <a:latin typeface="Inter"/>
                <a:ea typeface="Inter"/>
                <a:cs typeface="Inter"/>
                <a:sym typeface="Inter"/>
              </a:rPr>
              <a:t>NOVI isn't a clinic you visit. It's a system you belong to.</a:t>
            </a:r>
            <a:endParaRPr i="0" sz="1000" cap="none" strike="noStrike">
              <a:solidFill>
                <a:schemeClr val="dk1"/>
              </a:solidFill>
              <a:latin typeface="Inter"/>
              <a:ea typeface="Inter"/>
              <a:cs typeface="Inter"/>
              <a:sym typeface="Inter"/>
            </a:endParaRPr>
          </a:p>
        </p:txBody>
      </p:sp>
      <p:sp>
        <p:nvSpPr>
          <p:cNvPr id="1271" name="Google Shape;1271;p107"/>
          <p:cNvSpPr/>
          <p:nvPr/>
        </p:nvSpPr>
        <p:spPr>
          <a:xfrm>
            <a:off x="228600" y="1381768"/>
            <a:ext cx="27432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780"/>
              </a:buClr>
              <a:buSzPts val="800"/>
              <a:buFont typeface="Arial"/>
              <a:buNone/>
            </a:pPr>
            <a:r>
              <a:rPr b="1" i="0" lang="en" sz="800" cap="none" strike="noStrike">
                <a:solidFill>
                  <a:schemeClr val="dk1"/>
                </a:solidFill>
                <a:latin typeface="Inter"/>
                <a:ea typeface="Inter"/>
                <a:cs typeface="Inter"/>
                <a:sym typeface="Inter"/>
              </a:rPr>
              <a:t>RELEASING THIS WEEK</a:t>
            </a:r>
            <a:endParaRPr i="0" sz="800" cap="none" strike="noStrike">
              <a:solidFill>
                <a:schemeClr val="dk1"/>
              </a:solidFill>
              <a:latin typeface="Inter"/>
              <a:ea typeface="Inter"/>
              <a:cs typeface="Inter"/>
              <a:sym typeface="Inter"/>
            </a:endParaRPr>
          </a:p>
        </p:txBody>
      </p:sp>
      <p:sp>
        <p:nvSpPr>
          <p:cNvPr id="1272" name="Google Shape;1272;p107"/>
          <p:cNvSpPr/>
          <p:nvPr/>
        </p:nvSpPr>
        <p:spPr>
          <a:xfrm>
            <a:off x="228600" y="1627632"/>
            <a:ext cx="2148840" cy="256032"/>
          </a:xfrm>
          <a:prstGeom prst="rect">
            <a:avLst/>
          </a:prstGeom>
          <a:solidFill>
            <a:srgbClr val="E5D8C7"/>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73" name="Google Shape;1273;p107"/>
          <p:cNvSpPr/>
          <p:nvPr/>
        </p:nvSpPr>
        <p:spPr>
          <a:xfrm>
            <a:off x="30175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cap="none" strike="noStrike">
                <a:solidFill>
                  <a:schemeClr val="dk1"/>
                </a:solidFill>
                <a:latin typeface="Inter"/>
                <a:ea typeface="Inter"/>
                <a:cs typeface="Inter"/>
                <a:sym typeface="Inter"/>
              </a:rPr>
              <a:t>Hero film 7: Not a Moment. A System. (hero film)</a:t>
            </a:r>
            <a:endParaRPr i="0" sz="800" cap="none" strike="noStrike">
              <a:solidFill>
                <a:schemeClr val="dk1"/>
              </a:solidFill>
              <a:latin typeface="Inter"/>
              <a:ea typeface="Inter"/>
              <a:cs typeface="Inter"/>
              <a:sym typeface="Inter"/>
            </a:endParaRPr>
          </a:p>
        </p:txBody>
      </p:sp>
      <p:sp>
        <p:nvSpPr>
          <p:cNvPr id="1274" name="Google Shape;1274;p107"/>
          <p:cNvSpPr/>
          <p:nvPr/>
        </p:nvSpPr>
        <p:spPr>
          <a:xfrm>
            <a:off x="2468880" y="1627632"/>
            <a:ext cx="2148840" cy="256032"/>
          </a:xfrm>
          <a:prstGeom prst="rect">
            <a:avLst/>
          </a:prstGeom>
          <a:solidFill>
            <a:srgbClr val="E5D8C7"/>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75" name="Google Shape;1275;p107"/>
          <p:cNvSpPr/>
          <p:nvPr/>
        </p:nvSpPr>
        <p:spPr>
          <a:xfrm>
            <a:off x="254203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cap="none" strike="noStrike">
                <a:solidFill>
                  <a:schemeClr val="dk1"/>
                </a:solidFill>
                <a:latin typeface="Inter"/>
                <a:ea typeface="Inter"/>
                <a:cs typeface="Inter"/>
                <a:sym typeface="Inter"/>
              </a:rPr>
              <a:t>Mandala talks June 30 — follow-up content</a:t>
            </a:r>
            <a:endParaRPr i="0" sz="800" cap="none" strike="noStrike">
              <a:solidFill>
                <a:schemeClr val="dk1"/>
              </a:solidFill>
              <a:latin typeface="Inter"/>
              <a:ea typeface="Inter"/>
              <a:cs typeface="Inter"/>
              <a:sym typeface="Inter"/>
            </a:endParaRPr>
          </a:p>
        </p:txBody>
      </p:sp>
      <p:sp>
        <p:nvSpPr>
          <p:cNvPr id="1276" name="Google Shape;1276;p107"/>
          <p:cNvSpPr/>
          <p:nvPr/>
        </p:nvSpPr>
        <p:spPr>
          <a:xfrm>
            <a:off x="22860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77" name="Google Shape;1277;p107"/>
          <p:cNvSpPr/>
          <p:nvPr/>
        </p:nvSpPr>
        <p:spPr>
          <a:xfrm>
            <a:off x="22860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07"/>
          <p:cNvSpPr/>
          <p:nvPr/>
        </p:nvSpPr>
        <p:spPr>
          <a:xfrm>
            <a:off x="38404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cap="none" strike="noStrike">
                <a:solidFill>
                  <a:schemeClr val="dk1"/>
                </a:solidFill>
                <a:latin typeface="Inter"/>
                <a:ea typeface="Inter"/>
                <a:cs typeface="Inter"/>
                <a:sym typeface="Inter"/>
              </a:rPr>
              <a:t>HERO FILM</a:t>
            </a:r>
            <a:endParaRPr i="0" sz="800" cap="none" strike="noStrike">
              <a:solidFill>
                <a:schemeClr val="dk1"/>
              </a:solidFill>
              <a:latin typeface="Inter"/>
              <a:ea typeface="Inter"/>
              <a:cs typeface="Inter"/>
              <a:sym typeface="Inter"/>
            </a:endParaRPr>
          </a:p>
        </p:txBody>
      </p:sp>
      <p:sp>
        <p:nvSpPr>
          <p:cNvPr id="1279" name="Google Shape;1279;p107"/>
          <p:cNvSpPr/>
          <p:nvPr/>
        </p:nvSpPr>
        <p:spPr>
          <a:xfrm>
            <a:off x="384048" y="2267712"/>
            <a:ext cx="2560320" cy="34747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i="0" lang="en" sz="1200" cap="none" strike="noStrike">
                <a:solidFill>
                  <a:schemeClr val="dk1"/>
                </a:solidFill>
                <a:latin typeface="Inter"/>
                <a:ea typeface="Inter"/>
                <a:cs typeface="Inter"/>
                <a:sym typeface="Inter"/>
              </a:rPr>
              <a:t>Not a Moment. A System. — Hero film</a:t>
            </a:r>
            <a:endParaRPr i="0" sz="1200" cap="none" strike="noStrike">
              <a:solidFill>
                <a:schemeClr val="dk1"/>
              </a:solidFill>
              <a:latin typeface="Inter"/>
              <a:ea typeface="Inter"/>
              <a:cs typeface="Inter"/>
              <a:sym typeface="Inter"/>
            </a:endParaRPr>
          </a:p>
        </p:txBody>
      </p:sp>
      <p:sp>
        <p:nvSpPr>
          <p:cNvPr id="1280" name="Google Shape;1280;p107"/>
          <p:cNvSpPr/>
          <p:nvPr/>
        </p:nvSpPr>
        <p:spPr>
          <a:xfrm>
            <a:off x="384048" y="2633472"/>
            <a:ext cx="2560320" cy="2176272"/>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cap="none" strike="noStrike">
                <a:solidFill>
                  <a:schemeClr val="dk1"/>
                </a:solidFill>
                <a:latin typeface="Inter"/>
                <a:ea typeface="Inter"/>
                <a:cs typeface="Inter"/>
                <a:sym typeface="Inter"/>
              </a:rPr>
              <a:t>The campaign centrepiece. Cinematic edit weaving all previous films — appointments, coach, case review, spaces, founders, patients. 90-second manifesto film for NOVI's full care model. Anchor asset for Ignite. Adapts for paid at multiple lengths.</a:t>
            </a:r>
            <a:endParaRPr i="0" sz="900" cap="none" strike="noStrike">
              <a:solidFill>
                <a:schemeClr val="dk1"/>
              </a:solidFill>
              <a:latin typeface="Inter"/>
              <a:ea typeface="Inter"/>
              <a:cs typeface="Inter"/>
              <a:sym typeface="Inter"/>
            </a:endParaRPr>
          </a:p>
        </p:txBody>
      </p:sp>
      <p:sp>
        <p:nvSpPr>
          <p:cNvPr id="1281" name="Google Shape;1281;p107"/>
          <p:cNvSpPr/>
          <p:nvPr/>
        </p:nvSpPr>
        <p:spPr>
          <a:xfrm>
            <a:off x="315468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82" name="Google Shape;1282;p107"/>
          <p:cNvSpPr/>
          <p:nvPr/>
        </p:nvSpPr>
        <p:spPr>
          <a:xfrm>
            <a:off x="315468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83" name="Google Shape;1283;p107"/>
          <p:cNvSpPr/>
          <p:nvPr/>
        </p:nvSpPr>
        <p:spPr>
          <a:xfrm>
            <a:off x="331012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cap="none" strike="noStrike">
                <a:solidFill>
                  <a:schemeClr val="dk1"/>
                </a:solidFill>
                <a:latin typeface="Inter"/>
                <a:ea typeface="Inter"/>
                <a:cs typeface="Inter"/>
                <a:sym typeface="Inter"/>
              </a:rPr>
              <a:t>INSTAGRAM</a:t>
            </a:r>
            <a:endParaRPr i="0" sz="800" cap="none" strike="noStrike">
              <a:solidFill>
                <a:schemeClr val="dk1"/>
              </a:solidFill>
              <a:latin typeface="Inter"/>
              <a:ea typeface="Inter"/>
              <a:cs typeface="Inter"/>
              <a:sym typeface="Inter"/>
            </a:endParaRPr>
          </a:p>
        </p:txBody>
      </p:sp>
      <p:sp>
        <p:nvSpPr>
          <p:cNvPr id="1284" name="Google Shape;1284;p107"/>
          <p:cNvSpPr/>
          <p:nvPr/>
        </p:nvSpPr>
        <p:spPr>
          <a:xfrm>
            <a:off x="3310128" y="2267712"/>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cap="none" strike="noStrike">
                <a:solidFill>
                  <a:schemeClr val="dk1"/>
                </a:solidFill>
                <a:latin typeface="Inter"/>
                <a:ea typeface="Inter"/>
                <a:cs typeface="Inter"/>
                <a:sym typeface="Inter"/>
              </a:rPr>
              <a:t>Video: Hook (0–3s): Fast-cut montage of all previous films. Then: silence. NOVI mark.</a:t>
            </a:r>
            <a:endParaRPr i="0" sz="900" cap="none" strike="noStrike">
              <a:solidFill>
                <a:schemeClr val="dk1"/>
              </a:solidFill>
              <a:latin typeface="Inter"/>
              <a:ea typeface="Inter"/>
              <a:cs typeface="Inter"/>
              <a:sym typeface="Inter"/>
            </a:endParaRPr>
          </a:p>
        </p:txBody>
      </p:sp>
      <p:sp>
        <p:nvSpPr>
          <p:cNvPr id="1285" name="Google Shape;1285;p107"/>
          <p:cNvSpPr/>
          <p:nvPr/>
        </p:nvSpPr>
        <p:spPr>
          <a:xfrm>
            <a:off x="3310128" y="2788920"/>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cap="none" strike="noStrike">
                <a:solidFill>
                  <a:schemeClr val="dk1"/>
                </a:solidFill>
                <a:latin typeface="Inter"/>
                <a:ea typeface="Inter"/>
                <a:cs typeface="Inter"/>
                <a:sym typeface="Inter"/>
              </a:rPr>
              <a:t>Carousel: Title: Six things that make NOVI's model different</a:t>
            </a:r>
            <a:endParaRPr i="0" sz="900" cap="none" strike="noStrike">
              <a:solidFill>
                <a:schemeClr val="dk1"/>
              </a:solidFill>
              <a:latin typeface="Inter"/>
              <a:ea typeface="Inter"/>
              <a:cs typeface="Inter"/>
              <a:sym typeface="Inter"/>
            </a:endParaRPr>
          </a:p>
        </p:txBody>
      </p:sp>
      <p:sp>
        <p:nvSpPr>
          <p:cNvPr id="1286" name="Google Shape;1286;p107"/>
          <p:cNvSpPr/>
          <p:nvPr/>
        </p:nvSpPr>
        <p:spPr>
          <a:xfrm>
            <a:off x="3310128" y="3310128"/>
            <a:ext cx="2560320" cy="14630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F5E5A"/>
              </a:buClr>
              <a:buSzPts val="800"/>
              <a:buFont typeface="Arial"/>
              <a:buNone/>
            </a:pPr>
            <a:r>
              <a:rPr i="1" lang="en" sz="800" cap="none" strike="noStrike">
                <a:solidFill>
                  <a:schemeClr val="dk1"/>
                </a:solidFill>
                <a:latin typeface="Inter"/>
                <a:ea typeface="Inter"/>
                <a:cs typeface="Inter"/>
                <a:sym typeface="Inter"/>
              </a:rPr>
              <a:t>Caption: This is the film we've been building towards. 90 seconds. The full NOVI story. · CTA: Watch the full film — link in bio. Share with someone who should know about NOVI.</a:t>
            </a:r>
            <a:endParaRPr i="0" sz="800" cap="none" strike="noStrike">
              <a:solidFill>
                <a:schemeClr val="dk1"/>
              </a:solidFill>
              <a:latin typeface="Inter"/>
              <a:ea typeface="Inter"/>
              <a:cs typeface="Inter"/>
              <a:sym typeface="Inter"/>
            </a:endParaRPr>
          </a:p>
        </p:txBody>
      </p:sp>
      <p:sp>
        <p:nvSpPr>
          <p:cNvPr id="1287" name="Google Shape;1287;p107"/>
          <p:cNvSpPr/>
          <p:nvPr/>
        </p:nvSpPr>
        <p:spPr>
          <a:xfrm>
            <a:off x="6080760" y="1993392"/>
            <a:ext cx="283464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88" name="Google Shape;1288;p107"/>
          <p:cNvSpPr/>
          <p:nvPr/>
        </p:nvSpPr>
        <p:spPr>
          <a:xfrm>
            <a:off x="6080760" y="1993392"/>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89" name="Google Shape;1289;p107"/>
          <p:cNvSpPr/>
          <p:nvPr/>
        </p:nvSpPr>
        <p:spPr>
          <a:xfrm>
            <a:off x="623620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cap="none" strike="noStrike">
                <a:solidFill>
                  <a:schemeClr val="dk1"/>
                </a:solidFill>
                <a:latin typeface="Inter"/>
                <a:ea typeface="Inter"/>
                <a:cs typeface="Inter"/>
                <a:sym typeface="Inter"/>
              </a:rPr>
              <a:t>EDM</a:t>
            </a:r>
            <a:endParaRPr i="0" sz="800" cap="none" strike="noStrike">
              <a:solidFill>
                <a:schemeClr val="dk1"/>
              </a:solidFill>
              <a:latin typeface="Inter"/>
              <a:ea typeface="Inter"/>
              <a:cs typeface="Inter"/>
              <a:sym typeface="Inter"/>
            </a:endParaRPr>
          </a:p>
        </p:txBody>
      </p:sp>
      <p:sp>
        <p:nvSpPr>
          <p:cNvPr id="1290" name="Google Shape;1290;p107"/>
          <p:cNvSpPr/>
          <p:nvPr/>
        </p:nvSpPr>
        <p:spPr>
          <a:xfrm>
            <a:off x="6236208" y="2267712"/>
            <a:ext cx="2560320" cy="10058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850"/>
              <a:buFont typeface="Arial"/>
              <a:buNone/>
            </a:pPr>
            <a:r>
              <a:rPr i="0" lang="en" sz="850" cap="none" strike="noStrike">
                <a:solidFill>
                  <a:schemeClr val="dk1"/>
                </a:solidFill>
                <a:latin typeface="Inter"/>
                <a:ea typeface="Inter"/>
                <a:cs typeface="Inter"/>
                <a:sym typeface="Inter"/>
              </a:rPr>
              <a:t>Subject: This is NOVI — watch our story — Hero film release. 'This is what we've been building.' Link to full film on YouTube. Pre-Ignite prime — send to full list. High-production feel. CTA: attend Ignite or book a consultation.</a:t>
            </a:r>
            <a:endParaRPr i="0" sz="850" cap="none" strike="noStrike">
              <a:solidFill>
                <a:schemeClr val="dk1"/>
              </a:solidFill>
              <a:latin typeface="Inter"/>
              <a:ea typeface="Inter"/>
              <a:cs typeface="Inter"/>
              <a:sym typeface="Inter"/>
            </a:endParaRPr>
          </a:p>
        </p:txBody>
      </p:sp>
      <p:sp>
        <p:nvSpPr>
          <p:cNvPr id="1291" name="Google Shape;1291;p107"/>
          <p:cNvSpPr/>
          <p:nvPr/>
        </p:nvSpPr>
        <p:spPr>
          <a:xfrm>
            <a:off x="6080760" y="3429000"/>
            <a:ext cx="2834640" cy="1490472"/>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92" name="Google Shape;1292;p107"/>
          <p:cNvSpPr/>
          <p:nvPr/>
        </p:nvSpPr>
        <p:spPr>
          <a:xfrm>
            <a:off x="6080760" y="3429000"/>
            <a:ext cx="54864" cy="1490472"/>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93" name="Google Shape;1293;p107"/>
          <p:cNvSpPr/>
          <p:nvPr/>
        </p:nvSpPr>
        <p:spPr>
          <a:xfrm>
            <a:off x="6236208" y="3502152"/>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6534"/>
              </a:buClr>
              <a:buSzPts val="800"/>
              <a:buFont typeface="Arial"/>
              <a:buNone/>
            </a:pPr>
            <a:r>
              <a:rPr b="1" i="0" lang="en" sz="800" cap="none" strike="noStrike">
                <a:solidFill>
                  <a:schemeClr val="dk1"/>
                </a:solidFill>
                <a:latin typeface="Inter"/>
                <a:ea typeface="Inter"/>
                <a:cs typeface="Inter"/>
                <a:sym typeface="Inter"/>
              </a:rPr>
              <a:t>WHATSAPP</a:t>
            </a:r>
            <a:endParaRPr i="0" sz="800" cap="none" strike="noStrike">
              <a:solidFill>
                <a:schemeClr val="dk1"/>
              </a:solidFill>
              <a:latin typeface="Inter"/>
              <a:ea typeface="Inter"/>
              <a:cs typeface="Inter"/>
              <a:sym typeface="Inter"/>
            </a:endParaRPr>
          </a:p>
        </p:txBody>
      </p:sp>
      <p:sp>
        <p:nvSpPr>
          <p:cNvPr id="1294" name="Google Shape;1294;p107"/>
          <p:cNvSpPr/>
          <p:nvPr/>
        </p:nvSpPr>
        <p:spPr>
          <a:xfrm>
            <a:off x="6236208" y="3703320"/>
            <a:ext cx="2560320" cy="11430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6534"/>
              </a:buClr>
              <a:buSzPts val="850"/>
              <a:buFont typeface="Arial"/>
              <a:buNone/>
            </a:pPr>
            <a:r>
              <a:rPr i="0" lang="en" sz="850" cap="none" strike="noStrike">
                <a:solidFill>
                  <a:schemeClr val="dk1"/>
                </a:solidFill>
                <a:latin typeface="Inter"/>
                <a:ea typeface="Inter"/>
                <a:cs typeface="Inter"/>
                <a:sym typeface="Inter"/>
              </a:rPr>
              <a:t>Broadcast: Hero film drop.  'Exclusive preview for our WhatsApp community before public release. ' Create shareable moment — 'Share this with someone who should know about NOVI.</a:t>
            </a:r>
            <a:endParaRPr i="0" sz="850" cap="none" strike="noStrike">
              <a:solidFill>
                <a:schemeClr val="dk1"/>
              </a:solidFill>
              <a:latin typeface="Inter"/>
              <a:ea typeface="Inter"/>
              <a:cs typeface="Inter"/>
              <a:sym typeface="Inter"/>
            </a:endParaRPr>
          </a:p>
        </p:txBody>
      </p:sp>
      <p:sp>
        <p:nvSpPr>
          <p:cNvPr id="1295" name="Google Shape;1295;p107"/>
          <p:cNvSpPr/>
          <p:nvPr/>
        </p:nvSpPr>
        <p:spPr>
          <a:xfrm>
            <a:off x="4709155" y="1636845"/>
            <a:ext cx="2148900" cy="255900"/>
          </a:xfrm>
          <a:prstGeom prst="rect">
            <a:avLst/>
          </a:prstGeom>
          <a:solidFill>
            <a:srgbClr val="E5D8C7"/>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296" name="Google Shape;1296;p107"/>
          <p:cNvSpPr/>
          <p:nvPr/>
        </p:nvSpPr>
        <p:spPr>
          <a:xfrm>
            <a:off x="4782307" y="1664277"/>
            <a:ext cx="20025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lang="en" sz="800">
                <a:solidFill>
                  <a:schemeClr val="dk1"/>
                </a:solidFill>
                <a:latin typeface="Inter"/>
                <a:ea typeface="Inter"/>
                <a:cs typeface="Inter"/>
                <a:sym typeface="Inter"/>
              </a:rPr>
              <a:t>Website launch</a:t>
            </a:r>
            <a:endParaRPr i="0" sz="800" cap="none" strike="noStrike">
              <a:solidFill>
                <a:schemeClr val="dk1"/>
              </a:solidFill>
              <a:latin typeface="Inter"/>
              <a:ea typeface="Inter"/>
              <a:cs typeface="Inter"/>
              <a:sym typeface="Inter"/>
            </a:endParaRPr>
          </a:p>
        </p:txBody>
      </p:sp>
      <p:sp>
        <p:nvSpPr>
          <p:cNvPr id="1297" name="Google Shape;1297;p107"/>
          <p:cNvSpPr/>
          <p:nvPr/>
        </p:nvSpPr>
        <p:spPr>
          <a:xfrm>
            <a:off x="438973" y="3776462"/>
            <a:ext cx="2560200" cy="3474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lang="en" sz="1200">
                <a:solidFill>
                  <a:schemeClr val="dk1"/>
                </a:solidFill>
                <a:latin typeface="Inter"/>
                <a:ea typeface="Inter"/>
                <a:cs typeface="Inter"/>
                <a:sym typeface="Inter"/>
              </a:rPr>
              <a:t>The Website </a:t>
            </a:r>
            <a:endParaRPr i="0" sz="1200" cap="none" strike="noStrike">
              <a:solidFill>
                <a:schemeClr val="dk1"/>
              </a:solidFill>
              <a:latin typeface="Inter"/>
              <a:ea typeface="Inter"/>
              <a:cs typeface="Inter"/>
              <a:sym typeface="Inter"/>
            </a:endParaRPr>
          </a:p>
        </p:txBody>
      </p:sp>
      <p:sp>
        <p:nvSpPr>
          <p:cNvPr id="1298" name="Google Shape;1298;p107"/>
          <p:cNvSpPr/>
          <p:nvPr/>
        </p:nvSpPr>
        <p:spPr>
          <a:xfrm>
            <a:off x="438975" y="4142223"/>
            <a:ext cx="2560200" cy="7773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lang="en" sz="900">
                <a:solidFill>
                  <a:schemeClr val="dk1"/>
                </a:solidFill>
                <a:latin typeface="Inter"/>
                <a:ea typeface="Inter"/>
                <a:cs typeface="Inter"/>
                <a:sym typeface="Inter"/>
              </a:rPr>
              <a:t>Mini video for social tak-over walking the new website, changes look and feel and how to navigate</a:t>
            </a:r>
            <a:endParaRPr i="0" sz="900" cap="none" strike="noStrike">
              <a:solidFill>
                <a:schemeClr val="dk1"/>
              </a:solidFill>
              <a:latin typeface="Inter"/>
              <a:ea typeface="Inter"/>
              <a:cs typeface="Inter"/>
              <a:sym typeface="Inter"/>
            </a:endParaRPr>
          </a:p>
        </p:txBody>
      </p:sp>
      <p:cxnSp>
        <p:nvCxnSpPr>
          <p:cNvPr id="1299" name="Google Shape;1299;p107"/>
          <p:cNvCxnSpPr/>
          <p:nvPr/>
        </p:nvCxnSpPr>
        <p:spPr>
          <a:xfrm>
            <a:off x="486450" y="3698325"/>
            <a:ext cx="23502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4" name="Shape 1304"/>
        <p:cNvGrpSpPr/>
        <p:nvPr/>
      </p:nvGrpSpPr>
      <p:grpSpPr>
        <a:xfrm>
          <a:off x="0" y="0"/>
          <a:ext cx="0" cy="0"/>
          <a:chOff x="0" y="0"/>
          <a:chExt cx="0" cy="0"/>
        </a:xfrm>
      </p:grpSpPr>
      <p:sp>
        <p:nvSpPr>
          <p:cNvPr id="1305" name="Google Shape;1305;p108"/>
          <p:cNvSpPr/>
          <p:nvPr/>
        </p:nvSpPr>
        <p:spPr>
          <a:xfrm>
            <a:off x="0" y="0"/>
            <a:ext cx="9144000" cy="822960"/>
          </a:xfrm>
          <a:prstGeom prst="rect">
            <a:avLst/>
          </a:prstGeom>
          <a:no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06" name="Google Shape;1306;p108"/>
          <p:cNvSpPr/>
          <p:nvPr/>
        </p:nvSpPr>
        <p:spPr>
          <a:xfrm>
            <a:off x="292608" y="9144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900"/>
              <a:buFont typeface="Arial"/>
              <a:buNone/>
            </a:pPr>
            <a:r>
              <a:rPr b="1" i="0" lang="en" sz="900" u="none" cap="none" strike="noStrike">
                <a:solidFill>
                  <a:schemeClr val="dk1"/>
                </a:solidFill>
                <a:latin typeface="Inter"/>
                <a:ea typeface="Inter"/>
                <a:cs typeface="Inter"/>
                <a:sym typeface="Inter"/>
              </a:rPr>
              <a:t>W8 · 9–13 Jul</a:t>
            </a:r>
            <a:endParaRPr i="0" sz="900" u="none" cap="none" strike="noStrike">
              <a:solidFill>
                <a:schemeClr val="dk1"/>
              </a:solidFill>
              <a:latin typeface="Inter"/>
              <a:ea typeface="Inter"/>
              <a:cs typeface="Inter"/>
              <a:sym typeface="Inter"/>
            </a:endParaRPr>
          </a:p>
        </p:txBody>
      </p:sp>
      <p:sp>
        <p:nvSpPr>
          <p:cNvPr id="1307" name="Google Shape;1307;p108"/>
          <p:cNvSpPr/>
          <p:nvPr/>
        </p:nvSpPr>
        <p:spPr>
          <a:xfrm>
            <a:off x="292608" y="347472"/>
            <a:ext cx="86868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200"/>
              <a:buFont typeface="Georgia"/>
              <a:buNone/>
            </a:pPr>
            <a:r>
              <a:rPr b="1" i="0" lang="en" sz="2200" u="none" cap="none" strike="noStrike">
                <a:solidFill>
                  <a:schemeClr val="dk1"/>
                </a:solidFill>
                <a:latin typeface="Inter"/>
                <a:ea typeface="Inter"/>
                <a:cs typeface="Inter"/>
                <a:sym typeface="Inter"/>
              </a:rPr>
              <a:t>Welcome to NOVI — Ignite week</a:t>
            </a:r>
            <a:endParaRPr i="0" sz="2200" u="none" cap="none" strike="noStrike">
              <a:solidFill>
                <a:schemeClr val="dk1"/>
              </a:solidFill>
              <a:latin typeface="Inter"/>
              <a:ea typeface="Inter"/>
              <a:cs typeface="Inter"/>
              <a:sym typeface="Inter"/>
            </a:endParaRPr>
          </a:p>
        </p:txBody>
      </p:sp>
      <p:sp>
        <p:nvSpPr>
          <p:cNvPr id="1308" name="Google Shape;1308;p108"/>
          <p:cNvSpPr/>
          <p:nvPr/>
        </p:nvSpPr>
        <p:spPr>
          <a:xfrm>
            <a:off x="228600" y="914400"/>
            <a:ext cx="8686800" cy="384048"/>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09" name="Google Shape;1309;p108"/>
          <p:cNvSpPr/>
          <p:nvPr/>
        </p:nvSpPr>
        <p:spPr>
          <a:xfrm>
            <a:off x="320040" y="941832"/>
            <a:ext cx="182880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700"/>
              <a:buFont typeface="Arial"/>
              <a:buNone/>
            </a:pPr>
            <a:r>
              <a:rPr b="1" i="0" lang="en" sz="700" u="none" cap="none" strike="noStrike">
                <a:solidFill>
                  <a:schemeClr val="dk1"/>
                </a:solidFill>
                <a:latin typeface="Inter"/>
                <a:ea typeface="Inter"/>
                <a:cs typeface="Inter"/>
                <a:sym typeface="Inter"/>
              </a:rPr>
              <a:t>ACQUISITION HOOK</a:t>
            </a:r>
            <a:endParaRPr i="0" sz="700" u="none" cap="none" strike="noStrike">
              <a:solidFill>
                <a:schemeClr val="dk1"/>
              </a:solidFill>
              <a:latin typeface="Inter"/>
              <a:ea typeface="Inter"/>
              <a:cs typeface="Inter"/>
              <a:sym typeface="Inter"/>
            </a:endParaRPr>
          </a:p>
        </p:txBody>
      </p:sp>
      <p:sp>
        <p:nvSpPr>
          <p:cNvPr id="1310" name="Google Shape;1310;p108"/>
          <p:cNvSpPr/>
          <p:nvPr/>
        </p:nvSpPr>
        <p:spPr>
          <a:xfrm>
            <a:off x="320040" y="1097280"/>
            <a:ext cx="8321040" cy="16459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Arial"/>
              <a:buNone/>
            </a:pPr>
            <a:r>
              <a:rPr b="1" i="1" lang="en" sz="1000" u="none" cap="none" strike="noStrike">
                <a:solidFill>
                  <a:schemeClr val="dk1"/>
                </a:solidFill>
                <a:latin typeface="Inter"/>
                <a:ea typeface="Inter"/>
                <a:cs typeface="Inter"/>
                <a:sym typeface="Inter"/>
              </a:rPr>
              <a:t>Every system starts with a single decision. Are you ready to make yours?</a:t>
            </a:r>
            <a:endParaRPr i="0" sz="1000" u="none" cap="none" strike="noStrike">
              <a:solidFill>
                <a:schemeClr val="dk1"/>
              </a:solidFill>
              <a:latin typeface="Inter"/>
              <a:ea typeface="Inter"/>
              <a:cs typeface="Inter"/>
              <a:sym typeface="Inter"/>
            </a:endParaRPr>
          </a:p>
        </p:txBody>
      </p:sp>
      <p:sp>
        <p:nvSpPr>
          <p:cNvPr id="1311" name="Google Shape;1311;p108"/>
          <p:cNvSpPr/>
          <p:nvPr/>
        </p:nvSpPr>
        <p:spPr>
          <a:xfrm>
            <a:off x="228600" y="1374657"/>
            <a:ext cx="2743200" cy="2013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780"/>
              </a:buClr>
              <a:buSzPts val="800"/>
              <a:buFont typeface="Arial"/>
              <a:buNone/>
            </a:pPr>
            <a:r>
              <a:rPr b="1" i="0" lang="en" sz="800" u="none" cap="none" strike="noStrike">
                <a:solidFill>
                  <a:schemeClr val="dk1"/>
                </a:solidFill>
                <a:latin typeface="Inter"/>
                <a:ea typeface="Inter"/>
                <a:cs typeface="Inter"/>
                <a:sym typeface="Inter"/>
              </a:rPr>
              <a:t>RELEASING THIS WEEK</a:t>
            </a:r>
            <a:endParaRPr i="0" sz="800" u="none" cap="none" strike="noStrike">
              <a:solidFill>
                <a:schemeClr val="dk1"/>
              </a:solidFill>
              <a:latin typeface="Inter"/>
              <a:ea typeface="Inter"/>
              <a:cs typeface="Inter"/>
              <a:sym typeface="Inter"/>
            </a:endParaRPr>
          </a:p>
        </p:txBody>
      </p:sp>
      <p:sp>
        <p:nvSpPr>
          <p:cNvPr id="1312" name="Google Shape;1312;p108"/>
          <p:cNvSpPr/>
          <p:nvPr/>
        </p:nvSpPr>
        <p:spPr>
          <a:xfrm>
            <a:off x="228600" y="1627632"/>
            <a:ext cx="2148840" cy="256032"/>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13" name="Google Shape;1313;p108"/>
          <p:cNvSpPr/>
          <p:nvPr/>
        </p:nvSpPr>
        <p:spPr>
          <a:xfrm>
            <a:off x="30175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800"/>
              <a:buFont typeface="Arial"/>
              <a:buNone/>
            </a:pPr>
            <a:r>
              <a:rPr b="1" i="0" lang="en" sz="800" u="none" cap="none" strike="noStrike">
                <a:solidFill>
                  <a:schemeClr val="dk1"/>
                </a:solidFill>
                <a:latin typeface="Inter"/>
                <a:ea typeface="Inter"/>
                <a:cs typeface="Inter"/>
                <a:sym typeface="Inter"/>
              </a:rPr>
              <a:t>Hero film 8: Welcome to NOVI (POV journey)</a:t>
            </a:r>
            <a:endParaRPr i="0" sz="800" u="none" cap="none" strike="noStrike">
              <a:solidFill>
                <a:schemeClr val="dk1"/>
              </a:solidFill>
              <a:latin typeface="Inter"/>
              <a:ea typeface="Inter"/>
              <a:cs typeface="Inter"/>
              <a:sym typeface="Inter"/>
            </a:endParaRPr>
          </a:p>
        </p:txBody>
      </p:sp>
      <p:sp>
        <p:nvSpPr>
          <p:cNvPr id="1314" name="Google Shape;1314;p108"/>
          <p:cNvSpPr/>
          <p:nvPr/>
        </p:nvSpPr>
        <p:spPr>
          <a:xfrm>
            <a:off x="2468880" y="1627632"/>
            <a:ext cx="2148840" cy="256032"/>
          </a:xfrm>
          <a:prstGeom prst="rect">
            <a:avLst/>
          </a:prstGeom>
          <a:solidFill>
            <a:srgbClr val="E5D8C7"/>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15" name="Google Shape;1315;p108"/>
          <p:cNvSpPr/>
          <p:nvPr/>
        </p:nvSpPr>
        <p:spPr>
          <a:xfrm>
            <a:off x="2542032" y="1655064"/>
            <a:ext cx="2002536"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800"/>
              <a:buFont typeface="Arial"/>
              <a:buNone/>
            </a:pPr>
            <a:r>
              <a:rPr b="1" i="0" lang="en" sz="800" u="none" cap="none" strike="noStrike">
                <a:solidFill>
                  <a:schemeClr val="dk1"/>
                </a:solidFill>
                <a:latin typeface="Inter"/>
                <a:ea typeface="Inter"/>
                <a:cs typeface="Inter"/>
                <a:sym typeface="Inter"/>
              </a:rPr>
              <a:t>Ignite event — all campaign activity converges here</a:t>
            </a:r>
            <a:endParaRPr i="0" sz="800" u="none" cap="none" strike="noStrike">
              <a:solidFill>
                <a:schemeClr val="dk1"/>
              </a:solidFill>
              <a:latin typeface="Inter"/>
              <a:ea typeface="Inter"/>
              <a:cs typeface="Inter"/>
              <a:sym typeface="Inter"/>
            </a:endParaRPr>
          </a:p>
        </p:txBody>
      </p:sp>
      <p:sp>
        <p:nvSpPr>
          <p:cNvPr id="1316" name="Google Shape;1316;p108"/>
          <p:cNvSpPr/>
          <p:nvPr/>
        </p:nvSpPr>
        <p:spPr>
          <a:xfrm>
            <a:off x="22860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17" name="Google Shape;1317;p108"/>
          <p:cNvSpPr/>
          <p:nvPr/>
        </p:nvSpPr>
        <p:spPr>
          <a:xfrm>
            <a:off x="22860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18" name="Google Shape;1318;p108"/>
          <p:cNvSpPr/>
          <p:nvPr/>
        </p:nvSpPr>
        <p:spPr>
          <a:xfrm>
            <a:off x="38404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800"/>
              <a:buFont typeface="Arial"/>
              <a:buNone/>
            </a:pPr>
            <a:r>
              <a:rPr b="1" i="0" lang="en" sz="800" u="none" cap="none" strike="noStrike">
                <a:solidFill>
                  <a:schemeClr val="dk1"/>
                </a:solidFill>
                <a:latin typeface="Inter"/>
                <a:ea typeface="Inter"/>
                <a:cs typeface="Inter"/>
                <a:sym typeface="Inter"/>
              </a:rPr>
              <a:t>HERO FILM</a:t>
            </a:r>
            <a:endParaRPr i="0" sz="800" u="none" cap="none" strike="noStrike">
              <a:solidFill>
                <a:schemeClr val="dk1"/>
              </a:solidFill>
              <a:latin typeface="Inter"/>
              <a:ea typeface="Inter"/>
              <a:cs typeface="Inter"/>
              <a:sym typeface="Inter"/>
            </a:endParaRPr>
          </a:p>
        </p:txBody>
      </p:sp>
      <p:sp>
        <p:nvSpPr>
          <p:cNvPr id="1319" name="Google Shape;1319;p108"/>
          <p:cNvSpPr/>
          <p:nvPr/>
        </p:nvSpPr>
        <p:spPr>
          <a:xfrm>
            <a:off x="384048" y="2267712"/>
            <a:ext cx="2560320" cy="34747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Arial"/>
              <a:buNone/>
            </a:pPr>
            <a:r>
              <a:rPr b="1" i="0" lang="en" sz="1200" u="none" cap="none" strike="noStrike">
                <a:solidFill>
                  <a:schemeClr val="dk1"/>
                </a:solidFill>
                <a:latin typeface="Inter"/>
                <a:ea typeface="Inter"/>
                <a:cs typeface="Inter"/>
                <a:sym typeface="Inter"/>
              </a:rPr>
              <a:t>Welcome to NOVI — POV Journey</a:t>
            </a:r>
            <a:endParaRPr i="0" sz="1200" u="none" cap="none" strike="noStrike">
              <a:solidFill>
                <a:schemeClr val="dk1"/>
              </a:solidFill>
              <a:latin typeface="Inter"/>
              <a:ea typeface="Inter"/>
              <a:cs typeface="Inter"/>
              <a:sym typeface="Inter"/>
            </a:endParaRPr>
          </a:p>
        </p:txBody>
      </p:sp>
      <p:sp>
        <p:nvSpPr>
          <p:cNvPr id="1320" name="Google Shape;1320;p108"/>
          <p:cNvSpPr/>
          <p:nvPr/>
        </p:nvSpPr>
        <p:spPr>
          <a:xfrm>
            <a:off x="384048" y="2633472"/>
            <a:ext cx="2560320" cy="2176272"/>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First-person POV film. The camera is the new patient. We walk into the clinic, meet the team, sit in the first consultation, see the results, leave with a plan. Immersive, intimate, minimal narration. Designed to make the viewer feel what a NOVI patient feels. Strongest conversion video of the series.</a:t>
            </a:r>
            <a:endParaRPr i="0" sz="900" u="none" cap="none" strike="noStrike">
              <a:solidFill>
                <a:schemeClr val="dk1"/>
              </a:solidFill>
              <a:latin typeface="Inter"/>
              <a:ea typeface="Inter"/>
              <a:cs typeface="Inter"/>
              <a:sym typeface="Inter"/>
            </a:endParaRPr>
          </a:p>
        </p:txBody>
      </p:sp>
      <p:sp>
        <p:nvSpPr>
          <p:cNvPr id="1321" name="Google Shape;1321;p108"/>
          <p:cNvSpPr/>
          <p:nvPr/>
        </p:nvSpPr>
        <p:spPr>
          <a:xfrm>
            <a:off x="3154680" y="1993392"/>
            <a:ext cx="2834640" cy="292608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22" name="Google Shape;1322;p108"/>
          <p:cNvSpPr/>
          <p:nvPr/>
        </p:nvSpPr>
        <p:spPr>
          <a:xfrm>
            <a:off x="3154680" y="1993392"/>
            <a:ext cx="54864" cy="292608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23" name="Google Shape;1323;p108"/>
          <p:cNvSpPr/>
          <p:nvPr/>
        </p:nvSpPr>
        <p:spPr>
          <a:xfrm>
            <a:off x="331012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800"/>
              <a:buFont typeface="Arial"/>
              <a:buNone/>
            </a:pPr>
            <a:r>
              <a:rPr b="1" i="0" lang="en" sz="800" u="none" cap="none" strike="noStrike">
                <a:solidFill>
                  <a:schemeClr val="dk1"/>
                </a:solidFill>
                <a:latin typeface="Inter"/>
                <a:ea typeface="Inter"/>
                <a:cs typeface="Inter"/>
                <a:sym typeface="Inter"/>
              </a:rPr>
              <a:t>INSTAGRAM</a:t>
            </a:r>
            <a:endParaRPr i="0" sz="800" u="none" cap="none" strike="noStrike">
              <a:solidFill>
                <a:schemeClr val="dk1"/>
              </a:solidFill>
              <a:latin typeface="Inter"/>
              <a:ea typeface="Inter"/>
              <a:cs typeface="Inter"/>
              <a:sym typeface="Inter"/>
            </a:endParaRPr>
          </a:p>
        </p:txBody>
      </p:sp>
      <p:sp>
        <p:nvSpPr>
          <p:cNvPr id="1324" name="Google Shape;1324;p108"/>
          <p:cNvSpPr/>
          <p:nvPr/>
        </p:nvSpPr>
        <p:spPr>
          <a:xfrm>
            <a:off x="3310128" y="2267712"/>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Video: Hook (0–3s): POV — a hand on a door handle. It opens.</a:t>
            </a:r>
            <a:endParaRPr i="0" sz="900" u="none" cap="none" strike="noStrike">
              <a:solidFill>
                <a:schemeClr val="dk1"/>
              </a:solidFill>
              <a:latin typeface="Inter"/>
              <a:ea typeface="Inter"/>
              <a:cs typeface="Inter"/>
              <a:sym typeface="Inter"/>
            </a:endParaRPr>
          </a:p>
        </p:txBody>
      </p:sp>
      <p:sp>
        <p:nvSpPr>
          <p:cNvPr id="1325" name="Google Shape;1325;p108"/>
          <p:cNvSpPr/>
          <p:nvPr/>
        </p:nvSpPr>
        <p:spPr>
          <a:xfrm>
            <a:off x="3310128" y="2788920"/>
            <a:ext cx="2560320" cy="50292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900"/>
              <a:buFont typeface="Arial"/>
              <a:buNone/>
            </a:pPr>
            <a:r>
              <a:rPr i="0" lang="en" sz="900" u="none" cap="none" strike="noStrike">
                <a:solidFill>
                  <a:schemeClr val="dk1"/>
                </a:solidFill>
                <a:latin typeface="Inter"/>
                <a:ea typeface="Inter"/>
                <a:cs typeface="Inter"/>
                <a:sym typeface="Inter"/>
              </a:rPr>
              <a:t>Carousel: Title: What your first NOVI experience looks like</a:t>
            </a:r>
            <a:endParaRPr i="0" sz="900" u="none" cap="none" strike="noStrike">
              <a:solidFill>
                <a:schemeClr val="dk1"/>
              </a:solidFill>
              <a:latin typeface="Inter"/>
              <a:ea typeface="Inter"/>
              <a:cs typeface="Inter"/>
              <a:sym typeface="Inter"/>
            </a:endParaRPr>
          </a:p>
        </p:txBody>
      </p:sp>
      <p:sp>
        <p:nvSpPr>
          <p:cNvPr id="1326" name="Google Shape;1326;p108"/>
          <p:cNvSpPr/>
          <p:nvPr/>
        </p:nvSpPr>
        <p:spPr>
          <a:xfrm>
            <a:off x="3310128" y="3310128"/>
            <a:ext cx="2560320" cy="14630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F5E5A"/>
              </a:buClr>
              <a:buSzPts val="800"/>
              <a:buFont typeface="Arial"/>
              <a:buNone/>
            </a:pPr>
            <a:r>
              <a:rPr i="1" lang="en" sz="800" u="none" cap="none" strike="noStrike">
                <a:solidFill>
                  <a:schemeClr val="dk1"/>
                </a:solidFill>
                <a:latin typeface="Inter"/>
                <a:ea typeface="Inter"/>
                <a:cs typeface="Inter"/>
                <a:sym typeface="Inter"/>
              </a:rPr>
              <a:t>Caption: This is what your first NOVI appointment feels like — from the inside. Welcome. · CTA: Book your first appointment — link in bio. Or join us at Ignite.</a:t>
            </a:r>
            <a:endParaRPr i="0" sz="800" u="none" cap="none" strike="noStrike">
              <a:solidFill>
                <a:schemeClr val="dk1"/>
              </a:solidFill>
              <a:latin typeface="Inter"/>
              <a:ea typeface="Inter"/>
              <a:cs typeface="Inter"/>
              <a:sym typeface="Inter"/>
            </a:endParaRPr>
          </a:p>
        </p:txBody>
      </p:sp>
      <p:sp>
        <p:nvSpPr>
          <p:cNvPr id="1327" name="Google Shape;1327;p108"/>
          <p:cNvSpPr/>
          <p:nvPr/>
        </p:nvSpPr>
        <p:spPr>
          <a:xfrm>
            <a:off x="6080760" y="1993392"/>
            <a:ext cx="2834640" cy="13716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28" name="Google Shape;1328;p108"/>
          <p:cNvSpPr/>
          <p:nvPr/>
        </p:nvSpPr>
        <p:spPr>
          <a:xfrm>
            <a:off x="6080760" y="1993392"/>
            <a:ext cx="54864" cy="13716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29" name="Google Shape;1329;p108"/>
          <p:cNvSpPr/>
          <p:nvPr/>
        </p:nvSpPr>
        <p:spPr>
          <a:xfrm>
            <a:off x="6236208" y="2066544"/>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447C"/>
              </a:buClr>
              <a:buSzPts val="800"/>
              <a:buFont typeface="Arial"/>
              <a:buNone/>
            </a:pPr>
            <a:r>
              <a:rPr b="1" i="0" lang="en" sz="800" u="none" cap="none" strike="noStrike">
                <a:solidFill>
                  <a:schemeClr val="dk1"/>
                </a:solidFill>
                <a:latin typeface="Inter"/>
                <a:ea typeface="Inter"/>
                <a:cs typeface="Inter"/>
                <a:sym typeface="Inter"/>
              </a:rPr>
              <a:t>EDM</a:t>
            </a:r>
            <a:endParaRPr i="0" sz="800" u="none" cap="none" strike="noStrike">
              <a:solidFill>
                <a:schemeClr val="dk1"/>
              </a:solidFill>
              <a:latin typeface="Inter"/>
              <a:ea typeface="Inter"/>
              <a:cs typeface="Inter"/>
              <a:sym typeface="Inter"/>
            </a:endParaRPr>
          </a:p>
        </p:txBody>
      </p:sp>
      <p:sp>
        <p:nvSpPr>
          <p:cNvPr id="1330" name="Google Shape;1330;p108"/>
          <p:cNvSpPr/>
          <p:nvPr/>
        </p:nvSpPr>
        <p:spPr>
          <a:xfrm>
            <a:off x="6236208" y="2267712"/>
            <a:ext cx="2560320" cy="100584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850"/>
              <a:buFont typeface="Arial"/>
              <a:buNone/>
            </a:pPr>
            <a:r>
              <a:rPr i="0" lang="en" sz="850" u="none" cap="none" strike="noStrike">
                <a:solidFill>
                  <a:schemeClr val="dk1"/>
                </a:solidFill>
                <a:latin typeface="Inter"/>
                <a:ea typeface="Inter"/>
                <a:cs typeface="Inter"/>
                <a:sym typeface="Inter"/>
              </a:rPr>
              <a:t>Subject: NOVI Ignite — you're invited — Event invitation EDM. Full Ignite programme. RSVP link. Hero film embedded. The campaign's commercial moment — every prior week has been building to this. CTA: register for Ignite or book a consultation.</a:t>
            </a:r>
            <a:endParaRPr i="0" sz="850" u="none" cap="none" strike="noStrike">
              <a:solidFill>
                <a:schemeClr val="dk1"/>
              </a:solidFill>
              <a:latin typeface="Inter"/>
              <a:ea typeface="Inter"/>
              <a:cs typeface="Inter"/>
              <a:sym typeface="Inter"/>
            </a:endParaRPr>
          </a:p>
        </p:txBody>
      </p:sp>
      <p:sp>
        <p:nvSpPr>
          <p:cNvPr id="1331" name="Google Shape;1331;p108"/>
          <p:cNvSpPr/>
          <p:nvPr/>
        </p:nvSpPr>
        <p:spPr>
          <a:xfrm>
            <a:off x="6080760" y="3429000"/>
            <a:ext cx="2834640" cy="1490472"/>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32" name="Google Shape;1332;p108"/>
          <p:cNvSpPr/>
          <p:nvPr/>
        </p:nvSpPr>
        <p:spPr>
          <a:xfrm>
            <a:off x="6080760" y="3429000"/>
            <a:ext cx="54864" cy="1490472"/>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33" name="Google Shape;1333;p108"/>
          <p:cNvSpPr/>
          <p:nvPr/>
        </p:nvSpPr>
        <p:spPr>
          <a:xfrm>
            <a:off x="6236208" y="3502152"/>
            <a:ext cx="2560320" cy="201168"/>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6534"/>
              </a:buClr>
              <a:buSzPts val="800"/>
              <a:buFont typeface="Arial"/>
              <a:buNone/>
            </a:pPr>
            <a:r>
              <a:rPr b="1" i="0" lang="en" sz="800" u="none" cap="none" strike="noStrike">
                <a:solidFill>
                  <a:schemeClr val="dk1"/>
                </a:solidFill>
                <a:latin typeface="Inter"/>
                <a:ea typeface="Inter"/>
                <a:cs typeface="Inter"/>
                <a:sym typeface="Inter"/>
              </a:rPr>
              <a:t>WHATSAPP</a:t>
            </a:r>
            <a:endParaRPr i="0" sz="800" u="none" cap="none" strike="noStrike">
              <a:solidFill>
                <a:schemeClr val="dk1"/>
              </a:solidFill>
              <a:latin typeface="Inter"/>
              <a:ea typeface="Inter"/>
              <a:cs typeface="Inter"/>
              <a:sym typeface="Inter"/>
            </a:endParaRPr>
          </a:p>
        </p:txBody>
      </p:sp>
      <p:sp>
        <p:nvSpPr>
          <p:cNvPr id="1334" name="Google Shape;1334;p108"/>
          <p:cNvSpPr/>
          <p:nvPr/>
        </p:nvSpPr>
        <p:spPr>
          <a:xfrm>
            <a:off x="6236208" y="3703320"/>
            <a:ext cx="2560320" cy="11430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66534"/>
              </a:buClr>
              <a:buSzPts val="850"/>
              <a:buFont typeface="Arial"/>
              <a:buNone/>
            </a:pPr>
            <a:r>
              <a:rPr i="0" lang="en" sz="850" u="none" cap="none" strike="noStrike">
                <a:solidFill>
                  <a:schemeClr val="dk1"/>
                </a:solidFill>
                <a:latin typeface="Inter"/>
                <a:ea typeface="Inter"/>
                <a:cs typeface="Inter"/>
                <a:sym typeface="Inter"/>
              </a:rPr>
              <a:t>Final broadcast: Ignite invitation.  'Our community gets first access. ' Event details + RSVP link.</a:t>
            </a:r>
            <a:endParaRPr i="0" sz="850" u="none" cap="none" strike="noStrike">
              <a:solidFill>
                <a:schemeClr val="dk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9" name="Shape 1339"/>
        <p:cNvGrpSpPr/>
        <p:nvPr/>
      </p:nvGrpSpPr>
      <p:grpSpPr>
        <a:xfrm>
          <a:off x="0" y="0"/>
          <a:ext cx="0" cy="0"/>
          <a:chOff x="0" y="0"/>
          <a:chExt cx="0" cy="0"/>
        </a:xfrm>
      </p:grpSpPr>
      <p:sp>
        <p:nvSpPr>
          <p:cNvPr id="1340" name="Google Shape;1340;p109"/>
          <p:cNvSpPr/>
          <p:nvPr/>
        </p:nvSpPr>
        <p:spPr>
          <a:xfrm>
            <a:off x="457200" y="274320"/>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900"/>
              <a:buFont typeface="Arial"/>
              <a:buNone/>
            </a:pPr>
            <a:r>
              <a:rPr b="1" i="0" lang="en" sz="900" u="none" cap="none" strike="noStrike">
                <a:solidFill>
                  <a:schemeClr val="dk1"/>
                </a:solidFill>
                <a:latin typeface="Inter"/>
                <a:ea typeface="Inter"/>
                <a:cs typeface="Inter"/>
                <a:sym typeface="Inter"/>
              </a:rPr>
              <a:t>INSTAGRAM — MASTER BRIEF</a:t>
            </a:r>
            <a:endParaRPr i="0" sz="900" u="none" cap="none" strike="noStrike">
              <a:solidFill>
                <a:schemeClr val="dk1"/>
              </a:solidFill>
              <a:latin typeface="Inter"/>
              <a:ea typeface="Inter"/>
              <a:cs typeface="Inter"/>
              <a:sym typeface="Inter"/>
            </a:endParaRPr>
          </a:p>
        </p:txBody>
      </p:sp>
      <p:sp>
        <p:nvSpPr>
          <p:cNvPr id="1341" name="Google Shape;1341;p109"/>
          <p:cNvSpPr/>
          <p:nvPr/>
        </p:nvSpPr>
        <p:spPr>
          <a:xfrm>
            <a:off x="457200" y="530352"/>
            <a:ext cx="82296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600"/>
              <a:buFont typeface="Georgia"/>
              <a:buNone/>
            </a:pPr>
            <a:r>
              <a:rPr b="1" i="0" lang="en" sz="2600" u="none" cap="none" strike="noStrike">
                <a:solidFill>
                  <a:schemeClr val="dk1"/>
                </a:solidFill>
                <a:latin typeface="Inter"/>
                <a:ea typeface="Inter"/>
                <a:cs typeface="Inter"/>
                <a:sym typeface="Inter"/>
              </a:rPr>
              <a:t>One video + one carousel, every week</a:t>
            </a:r>
            <a:endParaRPr i="0" sz="2600" u="none" cap="none" strike="noStrike">
              <a:solidFill>
                <a:schemeClr val="dk1"/>
              </a:solidFill>
              <a:latin typeface="Inter"/>
              <a:ea typeface="Inter"/>
              <a:cs typeface="Inter"/>
              <a:sym typeface="Inter"/>
            </a:endParaRPr>
          </a:p>
        </p:txBody>
      </p:sp>
      <p:sp>
        <p:nvSpPr>
          <p:cNvPr id="1342" name="Google Shape;1342;p109"/>
          <p:cNvSpPr/>
          <p:nvPr/>
        </p:nvSpPr>
        <p:spPr>
          <a:xfrm>
            <a:off x="365760" y="1143000"/>
            <a:ext cx="4023300" cy="11703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43" name="Google Shape;1343;p109"/>
          <p:cNvSpPr/>
          <p:nvPr/>
        </p:nvSpPr>
        <p:spPr>
          <a:xfrm>
            <a:off x="365760" y="1143000"/>
            <a:ext cx="54900" cy="11703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09"/>
          <p:cNvSpPr/>
          <p:nvPr/>
        </p:nvSpPr>
        <p:spPr>
          <a:xfrm>
            <a:off x="530352" y="1234440"/>
            <a:ext cx="3749100" cy="2559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1000"/>
              <a:buFont typeface="Arial"/>
              <a:buNone/>
            </a:pPr>
            <a:r>
              <a:rPr b="1" i="0" lang="en" sz="1000" u="none" cap="none" strike="noStrike">
                <a:solidFill>
                  <a:schemeClr val="dk1"/>
                </a:solidFill>
                <a:latin typeface="Inter"/>
                <a:ea typeface="Inter"/>
                <a:cs typeface="Inter"/>
                <a:sym typeface="Inter"/>
              </a:rPr>
              <a:t>Video / Reels format</a:t>
            </a:r>
            <a:endParaRPr i="0" sz="1000" u="none" cap="none" strike="noStrike">
              <a:solidFill>
                <a:schemeClr val="dk1"/>
              </a:solidFill>
              <a:latin typeface="Inter"/>
              <a:ea typeface="Inter"/>
              <a:cs typeface="Inter"/>
              <a:sym typeface="Inter"/>
            </a:endParaRPr>
          </a:p>
        </p:txBody>
      </p:sp>
      <p:sp>
        <p:nvSpPr>
          <p:cNvPr id="1345" name="Google Shape;1345;p109"/>
          <p:cNvSpPr/>
          <p:nvPr/>
        </p:nvSpPr>
        <p:spPr>
          <a:xfrm>
            <a:off x="530352" y="1508760"/>
            <a:ext cx="3749100" cy="7131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Hook in 0–3 seconds — no exception. Aspirational, premium, elevated. No text-heavy openers. Let the visuals earn the watch time. Always end with one clear CTA. Designed for sound-on but watchable sound-off.</a:t>
            </a:r>
            <a:endParaRPr i="0" sz="900" u="none" cap="none" strike="noStrike">
              <a:solidFill>
                <a:schemeClr val="dk1"/>
              </a:solidFill>
              <a:latin typeface="Inter"/>
              <a:ea typeface="Inter"/>
              <a:cs typeface="Inter"/>
              <a:sym typeface="Inter"/>
            </a:endParaRPr>
          </a:p>
        </p:txBody>
      </p:sp>
      <p:sp>
        <p:nvSpPr>
          <p:cNvPr id="1346" name="Google Shape;1346;p109"/>
          <p:cNvSpPr/>
          <p:nvPr/>
        </p:nvSpPr>
        <p:spPr>
          <a:xfrm>
            <a:off x="365760" y="2404872"/>
            <a:ext cx="4023300" cy="11703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47" name="Google Shape;1347;p109"/>
          <p:cNvSpPr/>
          <p:nvPr/>
        </p:nvSpPr>
        <p:spPr>
          <a:xfrm>
            <a:off x="365760" y="2404872"/>
            <a:ext cx="54900" cy="11703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09"/>
          <p:cNvSpPr/>
          <p:nvPr/>
        </p:nvSpPr>
        <p:spPr>
          <a:xfrm>
            <a:off x="530352" y="2496312"/>
            <a:ext cx="3749100" cy="2559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1000"/>
              <a:buFont typeface="Arial"/>
              <a:buNone/>
            </a:pPr>
            <a:r>
              <a:rPr b="1" i="0" lang="en" sz="1000" u="none" cap="none" strike="noStrike">
                <a:solidFill>
                  <a:schemeClr val="dk1"/>
                </a:solidFill>
                <a:latin typeface="Inter"/>
                <a:ea typeface="Inter"/>
                <a:cs typeface="Inter"/>
                <a:sym typeface="Inter"/>
              </a:rPr>
              <a:t>Carousel format</a:t>
            </a:r>
            <a:endParaRPr i="0" sz="1000" u="none" cap="none" strike="noStrike">
              <a:solidFill>
                <a:schemeClr val="dk1"/>
              </a:solidFill>
              <a:latin typeface="Inter"/>
              <a:ea typeface="Inter"/>
              <a:cs typeface="Inter"/>
              <a:sym typeface="Inter"/>
            </a:endParaRPr>
          </a:p>
        </p:txBody>
      </p:sp>
      <p:sp>
        <p:nvSpPr>
          <p:cNvPr id="1349" name="Google Shape;1349;p109"/>
          <p:cNvSpPr/>
          <p:nvPr/>
        </p:nvSpPr>
        <p:spPr>
          <a:xfrm>
            <a:off x="530352" y="2770632"/>
            <a:ext cx="3749100" cy="7131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Slide 1 is the hook — it must earn the swipe. Every slide advances the thought. Slide 5 or 6 is always the CTA. Write for someone who will screenshot individual slides. Make each one standalone-worthy.</a:t>
            </a:r>
            <a:endParaRPr i="0" sz="900" u="none" cap="none" strike="noStrike">
              <a:solidFill>
                <a:schemeClr val="dk1"/>
              </a:solidFill>
              <a:latin typeface="Inter"/>
              <a:ea typeface="Inter"/>
              <a:cs typeface="Inter"/>
              <a:sym typeface="Inter"/>
            </a:endParaRPr>
          </a:p>
        </p:txBody>
      </p:sp>
      <p:sp>
        <p:nvSpPr>
          <p:cNvPr id="1350" name="Google Shape;1350;p109"/>
          <p:cNvSpPr/>
          <p:nvPr/>
        </p:nvSpPr>
        <p:spPr>
          <a:xfrm>
            <a:off x="365760" y="3666744"/>
            <a:ext cx="4023300" cy="11703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51" name="Google Shape;1351;p109"/>
          <p:cNvSpPr/>
          <p:nvPr/>
        </p:nvSpPr>
        <p:spPr>
          <a:xfrm>
            <a:off x="365760" y="3666744"/>
            <a:ext cx="54900" cy="11703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09"/>
          <p:cNvSpPr/>
          <p:nvPr/>
        </p:nvSpPr>
        <p:spPr>
          <a:xfrm>
            <a:off x="530352" y="3758184"/>
            <a:ext cx="3749100" cy="2559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1000"/>
              <a:buFont typeface="Arial"/>
              <a:buNone/>
            </a:pPr>
            <a:r>
              <a:rPr b="1" i="0" lang="en" sz="1000" u="none" cap="none" strike="noStrike">
                <a:solidFill>
                  <a:schemeClr val="dk1"/>
                </a:solidFill>
                <a:latin typeface="Inter"/>
                <a:ea typeface="Inter"/>
                <a:cs typeface="Inter"/>
                <a:sym typeface="Inter"/>
              </a:rPr>
              <a:t>Caption tone</a:t>
            </a:r>
            <a:endParaRPr i="0" sz="1000" u="none" cap="none" strike="noStrike">
              <a:solidFill>
                <a:schemeClr val="dk1"/>
              </a:solidFill>
              <a:latin typeface="Inter"/>
              <a:ea typeface="Inter"/>
              <a:cs typeface="Inter"/>
              <a:sym typeface="Inter"/>
            </a:endParaRPr>
          </a:p>
        </p:txBody>
      </p:sp>
      <p:sp>
        <p:nvSpPr>
          <p:cNvPr id="1353" name="Google Shape;1353;p109"/>
          <p:cNvSpPr/>
          <p:nvPr/>
        </p:nvSpPr>
        <p:spPr>
          <a:xfrm>
            <a:off x="530352" y="4032504"/>
            <a:ext cx="3749100" cy="7131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Aspirational and premium. Intelligent but accessible. No emojis unless intentional. One key message per caption. Short first line that earns the 'more' tap. Always ends with a CTA or genuine question.</a:t>
            </a:r>
            <a:endParaRPr i="0" sz="900" u="none" cap="none" strike="noStrike">
              <a:solidFill>
                <a:schemeClr val="dk1"/>
              </a:solidFill>
              <a:latin typeface="Inter"/>
              <a:ea typeface="Inter"/>
              <a:cs typeface="Inter"/>
              <a:sym typeface="Inter"/>
            </a:endParaRPr>
          </a:p>
        </p:txBody>
      </p:sp>
      <p:sp>
        <p:nvSpPr>
          <p:cNvPr id="1354" name="Google Shape;1354;p109"/>
          <p:cNvSpPr/>
          <p:nvPr/>
        </p:nvSpPr>
        <p:spPr>
          <a:xfrm>
            <a:off x="4719330" y="2916269"/>
            <a:ext cx="4023300" cy="117030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55" name="Google Shape;1355;p109"/>
          <p:cNvSpPr/>
          <p:nvPr/>
        </p:nvSpPr>
        <p:spPr>
          <a:xfrm>
            <a:off x="4719330" y="2916269"/>
            <a:ext cx="54900" cy="11703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56" name="Google Shape;1356;p109"/>
          <p:cNvSpPr/>
          <p:nvPr/>
        </p:nvSpPr>
        <p:spPr>
          <a:xfrm>
            <a:off x="4883922" y="3007709"/>
            <a:ext cx="3749100" cy="255900"/>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1000"/>
              <a:buFont typeface="Arial"/>
              <a:buNone/>
            </a:pPr>
            <a:r>
              <a:rPr b="1" i="0" lang="en" sz="1000" u="none" cap="none" strike="noStrike">
                <a:solidFill>
                  <a:schemeClr val="dk1"/>
                </a:solidFill>
                <a:latin typeface="Inter"/>
                <a:ea typeface="Inter"/>
                <a:cs typeface="Inter"/>
                <a:sym typeface="Inter"/>
              </a:rPr>
              <a:t>Paid adaptation</a:t>
            </a:r>
            <a:endParaRPr i="0" sz="1000" u="none" cap="none" strike="noStrike">
              <a:solidFill>
                <a:schemeClr val="dk1"/>
              </a:solidFill>
              <a:latin typeface="Inter"/>
              <a:ea typeface="Inter"/>
              <a:cs typeface="Inter"/>
              <a:sym typeface="Inter"/>
            </a:endParaRPr>
          </a:p>
        </p:txBody>
      </p:sp>
      <p:sp>
        <p:nvSpPr>
          <p:cNvPr id="1357" name="Google Shape;1357;p109"/>
          <p:cNvSpPr/>
          <p:nvPr/>
        </p:nvSpPr>
        <p:spPr>
          <a:xfrm>
            <a:off x="4883922" y="3282029"/>
            <a:ext cx="3749100" cy="713100"/>
          </a:xfrm>
          <a:prstGeom prst="rect">
            <a:avLst/>
          </a:prstGeom>
          <a:solidFill>
            <a:srgbClr val="E5D8C7"/>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44441"/>
              </a:buClr>
              <a:buSzPts val="900"/>
              <a:buFont typeface="Arial"/>
              <a:buNone/>
            </a:pPr>
            <a:r>
              <a:rPr i="0" lang="en" sz="900" u="none" cap="none" strike="noStrike">
                <a:solidFill>
                  <a:schemeClr val="dk1"/>
                </a:solidFill>
                <a:latin typeface="Inter"/>
                <a:ea typeface="Inter"/>
                <a:cs typeface="Inter"/>
                <a:sym typeface="Inter"/>
              </a:rPr>
              <a:t>Films 2, 4, 6, 7, 8 are flagged as paid-ready. Crop to 1:1 and 9:16. Add CTA overlay for paid versions. Target: existing followers (retention), lookalike audiences (acquisition), retargeting website visitors (conversion).</a:t>
            </a:r>
            <a:endParaRPr i="0" sz="900" u="none" cap="none" strike="noStrike">
              <a:solidFill>
                <a:schemeClr val="dk1"/>
              </a:solidFill>
              <a:latin typeface="Inter"/>
              <a:ea typeface="Inter"/>
              <a:cs typeface="Inter"/>
              <a:sym typeface="Inter"/>
            </a:endParaRPr>
          </a:p>
        </p:txBody>
      </p:sp>
      <p:sp>
        <p:nvSpPr>
          <p:cNvPr id="1358" name="Google Shape;1358;p109"/>
          <p:cNvSpPr txBox="1"/>
          <p:nvPr/>
        </p:nvSpPr>
        <p:spPr>
          <a:xfrm>
            <a:off x="4760575" y="1586975"/>
            <a:ext cx="4023300" cy="1159800"/>
          </a:xfrm>
          <a:prstGeom prst="rect">
            <a:avLst/>
          </a:prstGeom>
          <a:solidFill>
            <a:srgbClr val="E5D8C7"/>
          </a:solidFill>
          <a:ln>
            <a:noFill/>
          </a:ln>
        </p:spPr>
        <p:txBody>
          <a:bodyPr anchorCtr="0" anchor="t" bIns="91425" lIns="91425" spcFirstLastPara="1" rIns="91425" wrap="square" tIns="91425">
            <a:spAutoFit/>
          </a:bodyPr>
          <a:lstStyle/>
          <a:p>
            <a:pPr indent="-273050" lvl="0" marL="685800" rtl="0" algn="l">
              <a:lnSpc>
                <a:spcPct val="115000"/>
              </a:lnSpc>
              <a:spcBef>
                <a:spcPts val="500"/>
              </a:spcBef>
              <a:spcAft>
                <a:spcPts val="0"/>
              </a:spcAft>
              <a:buClr>
                <a:schemeClr val="dk1"/>
              </a:buClr>
              <a:buSzPts val="700"/>
              <a:buFont typeface="Inter"/>
              <a:buAutoNum type="arabicPeriod"/>
            </a:pPr>
            <a:r>
              <a:rPr lang="en" sz="700">
                <a:solidFill>
                  <a:schemeClr val="dk1"/>
                </a:solidFill>
                <a:latin typeface="Inter"/>
                <a:ea typeface="Inter"/>
                <a:cs typeface="Inter"/>
                <a:sym typeface="Inter"/>
              </a:rPr>
              <a:t>The First 10 Minutes</a:t>
            </a:r>
            <a:endParaRPr sz="700">
              <a:solidFill>
                <a:schemeClr val="dk1"/>
              </a:solidFill>
              <a:latin typeface="Inter"/>
              <a:ea typeface="Inter"/>
              <a:cs typeface="Inter"/>
              <a:sym typeface="Inter"/>
            </a:endParaRPr>
          </a:p>
          <a:p>
            <a:pPr indent="-273050" lvl="0" marL="685800" rtl="0" algn="l">
              <a:lnSpc>
                <a:spcPct val="115000"/>
              </a:lnSpc>
              <a:spcBef>
                <a:spcPts val="0"/>
              </a:spcBef>
              <a:spcAft>
                <a:spcPts val="0"/>
              </a:spcAft>
              <a:buClr>
                <a:schemeClr val="dk1"/>
              </a:buClr>
              <a:buSzPts val="700"/>
              <a:buFont typeface="Inter"/>
              <a:buAutoNum type="arabicPeriod"/>
            </a:pPr>
            <a:r>
              <a:rPr lang="en" sz="700">
                <a:solidFill>
                  <a:schemeClr val="dk1"/>
                </a:solidFill>
                <a:latin typeface="Inter"/>
                <a:ea typeface="Inter"/>
                <a:cs typeface="Inter"/>
                <a:sym typeface="Inter"/>
              </a:rPr>
              <a:t>Coaching — </a:t>
            </a:r>
            <a:r>
              <a:rPr b="1" lang="en" sz="700">
                <a:solidFill>
                  <a:schemeClr val="dk1"/>
                </a:solidFill>
                <a:latin typeface="Inter"/>
                <a:ea typeface="Inter"/>
                <a:cs typeface="Inter"/>
                <a:sym typeface="Inter"/>
              </a:rPr>
              <a:t>also adapted for ads</a:t>
            </a:r>
            <a:endParaRPr b="1" sz="700">
              <a:solidFill>
                <a:schemeClr val="dk1"/>
              </a:solidFill>
              <a:latin typeface="Inter"/>
              <a:ea typeface="Inter"/>
              <a:cs typeface="Inter"/>
              <a:sym typeface="Inter"/>
            </a:endParaRPr>
          </a:p>
          <a:p>
            <a:pPr indent="-273050" lvl="0" marL="685800" rtl="0" algn="l">
              <a:lnSpc>
                <a:spcPct val="115000"/>
              </a:lnSpc>
              <a:spcBef>
                <a:spcPts val="0"/>
              </a:spcBef>
              <a:spcAft>
                <a:spcPts val="0"/>
              </a:spcAft>
              <a:buClr>
                <a:schemeClr val="dk1"/>
              </a:buClr>
              <a:buSzPts val="700"/>
              <a:buFont typeface="Inter"/>
              <a:buAutoNum type="arabicPeriod"/>
            </a:pPr>
            <a:r>
              <a:rPr lang="en" sz="700">
                <a:solidFill>
                  <a:schemeClr val="dk1"/>
                </a:solidFill>
                <a:latin typeface="Inter"/>
                <a:ea typeface="Inter"/>
                <a:cs typeface="Inter"/>
                <a:sym typeface="Inter"/>
              </a:rPr>
              <a:t>The Room Matters</a:t>
            </a:r>
            <a:endParaRPr sz="700">
              <a:solidFill>
                <a:schemeClr val="dk1"/>
              </a:solidFill>
              <a:latin typeface="Inter"/>
              <a:ea typeface="Inter"/>
              <a:cs typeface="Inter"/>
              <a:sym typeface="Inter"/>
            </a:endParaRPr>
          </a:p>
          <a:p>
            <a:pPr indent="-273050" lvl="0" marL="685800" rtl="0" algn="l">
              <a:lnSpc>
                <a:spcPct val="115000"/>
              </a:lnSpc>
              <a:spcBef>
                <a:spcPts val="0"/>
              </a:spcBef>
              <a:spcAft>
                <a:spcPts val="0"/>
              </a:spcAft>
              <a:buClr>
                <a:schemeClr val="dk1"/>
              </a:buClr>
              <a:buSzPts val="700"/>
              <a:buFont typeface="Inter"/>
              <a:buAutoNum type="arabicPeriod"/>
            </a:pPr>
            <a:r>
              <a:rPr lang="en" sz="700">
                <a:solidFill>
                  <a:schemeClr val="dk1"/>
                </a:solidFill>
                <a:latin typeface="Inter"/>
                <a:ea typeface="Inter"/>
                <a:cs typeface="Inter"/>
                <a:sym typeface="Inter"/>
              </a:rPr>
              <a:t>The Case Review —</a:t>
            </a:r>
            <a:r>
              <a:rPr b="1" lang="en" sz="700">
                <a:solidFill>
                  <a:schemeClr val="dk1"/>
                </a:solidFill>
                <a:latin typeface="Inter"/>
                <a:ea typeface="Inter"/>
                <a:cs typeface="Inter"/>
                <a:sym typeface="Inter"/>
              </a:rPr>
              <a:t> also adapted for ads</a:t>
            </a:r>
            <a:endParaRPr b="1" sz="700">
              <a:solidFill>
                <a:schemeClr val="dk1"/>
              </a:solidFill>
              <a:latin typeface="Inter"/>
              <a:ea typeface="Inter"/>
              <a:cs typeface="Inter"/>
              <a:sym typeface="Inter"/>
            </a:endParaRPr>
          </a:p>
          <a:p>
            <a:pPr indent="-273050" lvl="0" marL="685800" rtl="0" algn="l">
              <a:lnSpc>
                <a:spcPct val="115000"/>
              </a:lnSpc>
              <a:spcBef>
                <a:spcPts val="0"/>
              </a:spcBef>
              <a:spcAft>
                <a:spcPts val="0"/>
              </a:spcAft>
              <a:buClr>
                <a:schemeClr val="dk1"/>
              </a:buClr>
              <a:buSzPts val="700"/>
              <a:buFont typeface="Inter"/>
              <a:buAutoNum type="arabicPeriod"/>
            </a:pPr>
            <a:r>
              <a:rPr lang="en" sz="700">
                <a:solidFill>
                  <a:schemeClr val="dk1"/>
                </a:solidFill>
                <a:latin typeface="Inter"/>
                <a:ea typeface="Inter"/>
                <a:cs typeface="Inter"/>
                <a:sym typeface="Inter"/>
              </a:rPr>
              <a:t>Between Appointments</a:t>
            </a:r>
            <a:endParaRPr sz="700">
              <a:solidFill>
                <a:schemeClr val="dk1"/>
              </a:solidFill>
              <a:latin typeface="Inter"/>
              <a:ea typeface="Inter"/>
              <a:cs typeface="Inter"/>
              <a:sym typeface="Inter"/>
            </a:endParaRPr>
          </a:p>
          <a:p>
            <a:pPr indent="-273050" lvl="0" marL="685800" rtl="0" algn="l">
              <a:lnSpc>
                <a:spcPct val="115000"/>
              </a:lnSpc>
              <a:spcBef>
                <a:spcPts val="0"/>
              </a:spcBef>
              <a:spcAft>
                <a:spcPts val="0"/>
              </a:spcAft>
              <a:buClr>
                <a:schemeClr val="dk1"/>
              </a:buClr>
              <a:buSzPts val="700"/>
              <a:buFont typeface="Inter"/>
              <a:buAutoNum type="arabicPeriod"/>
            </a:pPr>
            <a:r>
              <a:rPr lang="en" sz="700">
                <a:solidFill>
                  <a:schemeClr val="dk1"/>
                </a:solidFill>
                <a:latin typeface="Inter"/>
                <a:ea typeface="Inter"/>
                <a:cs typeface="Inter"/>
                <a:sym typeface="Inter"/>
              </a:rPr>
              <a:t>Why We Built This —</a:t>
            </a:r>
            <a:r>
              <a:rPr b="1" lang="en" sz="700">
                <a:solidFill>
                  <a:schemeClr val="dk1"/>
                </a:solidFill>
                <a:latin typeface="Inter"/>
                <a:ea typeface="Inter"/>
                <a:cs typeface="Inter"/>
                <a:sym typeface="Inter"/>
              </a:rPr>
              <a:t> also adapted for ads</a:t>
            </a:r>
            <a:endParaRPr b="1" sz="700">
              <a:solidFill>
                <a:schemeClr val="dk1"/>
              </a:solidFill>
              <a:latin typeface="Inter"/>
              <a:ea typeface="Inter"/>
              <a:cs typeface="Inter"/>
              <a:sym typeface="Inter"/>
            </a:endParaRPr>
          </a:p>
          <a:p>
            <a:pPr indent="-273050" lvl="0" marL="685800" rtl="0" algn="l">
              <a:lnSpc>
                <a:spcPct val="115000"/>
              </a:lnSpc>
              <a:spcBef>
                <a:spcPts val="0"/>
              </a:spcBef>
              <a:spcAft>
                <a:spcPts val="0"/>
              </a:spcAft>
              <a:buClr>
                <a:schemeClr val="dk1"/>
              </a:buClr>
              <a:buSzPts val="700"/>
              <a:buFont typeface="Inter"/>
              <a:buAutoNum type="arabicPeriod"/>
            </a:pPr>
            <a:r>
              <a:rPr lang="en" sz="700">
                <a:solidFill>
                  <a:schemeClr val="dk1"/>
                </a:solidFill>
                <a:latin typeface="Inter"/>
                <a:ea typeface="Inter"/>
                <a:cs typeface="Inter"/>
                <a:sym typeface="Inter"/>
              </a:rPr>
              <a:t>Not a Moment. A System. (Hero Film) —</a:t>
            </a:r>
            <a:r>
              <a:rPr b="1" lang="en" sz="700">
                <a:solidFill>
                  <a:schemeClr val="dk1"/>
                </a:solidFill>
                <a:latin typeface="Inter"/>
                <a:ea typeface="Inter"/>
                <a:cs typeface="Inter"/>
                <a:sym typeface="Inter"/>
              </a:rPr>
              <a:t> also adapted for ads</a:t>
            </a:r>
            <a:endParaRPr b="1" sz="700">
              <a:solidFill>
                <a:schemeClr val="dk1"/>
              </a:solidFill>
              <a:latin typeface="Inter"/>
              <a:ea typeface="Inter"/>
              <a:cs typeface="Inter"/>
              <a:sym typeface="Inter"/>
            </a:endParaRPr>
          </a:p>
          <a:p>
            <a:pPr indent="-273050" lvl="0" marL="685800" rtl="0" algn="l">
              <a:lnSpc>
                <a:spcPct val="115000"/>
              </a:lnSpc>
              <a:spcBef>
                <a:spcPts val="0"/>
              </a:spcBef>
              <a:spcAft>
                <a:spcPts val="0"/>
              </a:spcAft>
              <a:buClr>
                <a:schemeClr val="dk1"/>
              </a:buClr>
              <a:buSzPts val="700"/>
              <a:buFont typeface="Inter"/>
              <a:buAutoNum type="arabicPeriod"/>
            </a:pPr>
            <a:r>
              <a:rPr lang="en" sz="700">
                <a:solidFill>
                  <a:schemeClr val="dk1"/>
                </a:solidFill>
                <a:latin typeface="Inter"/>
                <a:ea typeface="Inter"/>
                <a:cs typeface="Inter"/>
                <a:sym typeface="Inter"/>
              </a:rPr>
              <a:t>Welcome to NOVI (POV Journey) — </a:t>
            </a:r>
            <a:r>
              <a:rPr b="1" lang="en" sz="700">
                <a:solidFill>
                  <a:schemeClr val="dk1"/>
                </a:solidFill>
                <a:latin typeface="Inter"/>
                <a:ea typeface="Inter"/>
                <a:cs typeface="Inter"/>
                <a:sym typeface="Inter"/>
              </a:rPr>
              <a:t>also adapted for ads</a:t>
            </a:r>
            <a:endParaRPr b="1" sz="700">
              <a:solidFill>
                <a:schemeClr val="dk1"/>
              </a:solidFill>
              <a:latin typeface="Inter"/>
              <a:ea typeface="Inter"/>
              <a:cs typeface="Inter"/>
              <a:sym typeface="Inter"/>
            </a:endParaRPr>
          </a:p>
        </p:txBody>
      </p:sp>
      <p:sp>
        <p:nvSpPr>
          <p:cNvPr id="1359" name="Google Shape;1359;p109"/>
          <p:cNvSpPr/>
          <p:nvPr/>
        </p:nvSpPr>
        <p:spPr>
          <a:xfrm>
            <a:off x="4733085" y="1568400"/>
            <a:ext cx="54900" cy="117030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4" name="Shape 1364"/>
        <p:cNvGrpSpPr/>
        <p:nvPr/>
      </p:nvGrpSpPr>
      <p:grpSpPr>
        <a:xfrm>
          <a:off x="0" y="0"/>
          <a:ext cx="0" cy="0"/>
          <a:chOff x="0" y="0"/>
          <a:chExt cx="0" cy="0"/>
        </a:xfrm>
      </p:grpSpPr>
      <p:sp>
        <p:nvSpPr>
          <p:cNvPr id="1365" name="Google Shape;1365;p110"/>
          <p:cNvSpPr/>
          <p:nvPr/>
        </p:nvSpPr>
        <p:spPr>
          <a:xfrm>
            <a:off x="457200" y="27432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D366"/>
              </a:buClr>
              <a:buSzPts val="900"/>
              <a:buFont typeface="Arial"/>
              <a:buNone/>
            </a:pPr>
            <a:r>
              <a:rPr b="1" i="0" lang="en" sz="900" u="none" cap="none" strike="noStrike">
                <a:solidFill>
                  <a:schemeClr val="dk1"/>
                </a:solidFill>
                <a:latin typeface="Inter"/>
                <a:ea typeface="Inter"/>
                <a:cs typeface="Inter"/>
                <a:sym typeface="Inter"/>
              </a:rPr>
              <a:t>WHATSAPP COMMUNITY — PLAYBOOK</a:t>
            </a:r>
            <a:endParaRPr i="0" sz="900" u="none" cap="none" strike="noStrike">
              <a:solidFill>
                <a:schemeClr val="dk1"/>
              </a:solidFill>
              <a:latin typeface="Inter"/>
              <a:ea typeface="Inter"/>
              <a:cs typeface="Inter"/>
              <a:sym typeface="Inter"/>
            </a:endParaRPr>
          </a:p>
        </p:txBody>
      </p:sp>
      <p:sp>
        <p:nvSpPr>
          <p:cNvPr id="1366" name="Google Shape;1366;p110"/>
          <p:cNvSpPr/>
          <p:nvPr/>
        </p:nvSpPr>
        <p:spPr>
          <a:xfrm>
            <a:off x="457200" y="530352"/>
            <a:ext cx="822960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600"/>
              <a:buFont typeface="Georgia"/>
              <a:buNone/>
            </a:pPr>
            <a:r>
              <a:rPr b="1" i="0" lang="en" sz="2600" u="none" cap="none" strike="noStrike">
                <a:solidFill>
                  <a:schemeClr val="dk1"/>
                </a:solidFill>
                <a:latin typeface="Inter"/>
                <a:ea typeface="Inter"/>
                <a:cs typeface="Inter"/>
                <a:sym typeface="Inter"/>
              </a:rPr>
              <a:t>Build a community, not a broadcast list - Naomi</a:t>
            </a:r>
            <a:endParaRPr i="0" sz="2600" u="none" cap="none" strike="noStrike">
              <a:solidFill>
                <a:schemeClr val="dk1"/>
              </a:solidFill>
              <a:latin typeface="Inter"/>
              <a:ea typeface="Inter"/>
              <a:cs typeface="Inter"/>
              <a:sym typeface="Inter"/>
            </a:endParaRPr>
          </a:p>
        </p:txBody>
      </p:sp>
      <p:sp>
        <p:nvSpPr>
          <p:cNvPr id="1367" name="Google Shape;1367;p110"/>
          <p:cNvSpPr/>
          <p:nvPr/>
        </p:nvSpPr>
        <p:spPr>
          <a:xfrm>
            <a:off x="365760" y="1188720"/>
            <a:ext cx="4023360" cy="16916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68" name="Google Shape;1368;p110"/>
          <p:cNvSpPr/>
          <p:nvPr/>
        </p:nvSpPr>
        <p:spPr>
          <a:xfrm>
            <a:off x="365760" y="1188720"/>
            <a:ext cx="54864" cy="169164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69" name="Google Shape;1369;p110"/>
          <p:cNvSpPr/>
          <p:nvPr/>
        </p:nvSpPr>
        <p:spPr>
          <a:xfrm>
            <a:off x="530352" y="1280160"/>
            <a:ext cx="3749040"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E56"/>
              </a:buClr>
              <a:buSzPts val="1000"/>
              <a:buFont typeface="Arial"/>
              <a:buNone/>
            </a:pPr>
            <a:r>
              <a:rPr b="1" i="0" lang="en" sz="1000" u="none" cap="none" strike="noStrike">
                <a:solidFill>
                  <a:schemeClr val="dk1"/>
                </a:solidFill>
                <a:latin typeface="Inter"/>
                <a:ea typeface="Inter"/>
                <a:cs typeface="Inter"/>
                <a:sym typeface="Inter"/>
              </a:rPr>
              <a:t>Phase 1: Seed (W1–W2)</a:t>
            </a:r>
            <a:endParaRPr i="0" sz="1000" u="none" cap="none" strike="noStrike">
              <a:solidFill>
                <a:schemeClr val="dk1"/>
              </a:solidFill>
              <a:latin typeface="Inter"/>
              <a:ea typeface="Inter"/>
              <a:cs typeface="Inter"/>
              <a:sym typeface="Inter"/>
            </a:endParaRPr>
          </a:p>
        </p:txBody>
      </p:sp>
      <p:sp>
        <p:nvSpPr>
          <p:cNvPr id="1370" name="Google Shape;1370;p110"/>
          <p:cNvSpPr/>
          <p:nvPr/>
        </p:nvSpPr>
        <p:spPr>
          <a:xfrm>
            <a:off x="530352" y="1572768"/>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Invite existing NOVI patients first — highest trust, highest engagement</a:t>
            </a:r>
            <a:endParaRPr i="0" sz="850" u="none" cap="none" strike="noStrike">
              <a:solidFill>
                <a:schemeClr val="dk1"/>
              </a:solidFill>
              <a:latin typeface="Inter"/>
              <a:ea typeface="Inter"/>
              <a:cs typeface="Inter"/>
              <a:sym typeface="Inter"/>
            </a:endParaRPr>
          </a:p>
        </p:txBody>
      </p:sp>
      <p:sp>
        <p:nvSpPr>
          <p:cNvPr id="1371" name="Google Shape;1371;p110"/>
          <p:cNvSpPr/>
          <p:nvPr/>
        </p:nvSpPr>
        <p:spPr>
          <a:xfrm>
            <a:off x="530352" y="1865376"/>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Personal message from Tempest or a clinician, not a mass blast</a:t>
            </a:r>
            <a:endParaRPr i="0" sz="850" u="none" cap="none" strike="noStrike">
              <a:solidFill>
                <a:schemeClr val="dk1"/>
              </a:solidFill>
              <a:latin typeface="Inter"/>
              <a:ea typeface="Inter"/>
              <a:cs typeface="Inter"/>
              <a:sym typeface="Inter"/>
            </a:endParaRPr>
          </a:p>
        </p:txBody>
      </p:sp>
      <p:sp>
        <p:nvSpPr>
          <p:cNvPr id="1372" name="Google Shape;1372;p110"/>
          <p:cNvSpPr/>
          <p:nvPr/>
        </p:nvSpPr>
        <p:spPr>
          <a:xfrm>
            <a:off x="530352" y="2157984"/>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Welcome message pinned: 'Real conversations about health — updates, events and things we think you'll find useful'</a:t>
            </a:r>
            <a:endParaRPr i="0" sz="850" u="none" cap="none" strike="noStrike">
              <a:solidFill>
                <a:schemeClr val="dk1"/>
              </a:solidFill>
              <a:latin typeface="Inter"/>
              <a:ea typeface="Inter"/>
              <a:cs typeface="Inter"/>
              <a:sym typeface="Inter"/>
            </a:endParaRPr>
          </a:p>
        </p:txBody>
      </p:sp>
      <p:sp>
        <p:nvSpPr>
          <p:cNvPr id="1373" name="Google Shape;1373;p110"/>
          <p:cNvSpPr/>
          <p:nvPr/>
        </p:nvSpPr>
        <p:spPr>
          <a:xfrm>
            <a:off x="530352" y="2450592"/>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WhatsApp Channel (broadcast) for announcements; WhatsApp Group for event attendees only</a:t>
            </a:r>
            <a:endParaRPr i="0" sz="850" u="none" cap="none" strike="noStrike">
              <a:solidFill>
                <a:schemeClr val="dk1"/>
              </a:solidFill>
              <a:latin typeface="Inter"/>
              <a:ea typeface="Inter"/>
              <a:cs typeface="Inter"/>
              <a:sym typeface="Inter"/>
            </a:endParaRPr>
          </a:p>
        </p:txBody>
      </p:sp>
      <p:sp>
        <p:nvSpPr>
          <p:cNvPr id="1374" name="Google Shape;1374;p110"/>
          <p:cNvSpPr/>
          <p:nvPr/>
        </p:nvSpPr>
        <p:spPr>
          <a:xfrm>
            <a:off x="4754880" y="1188720"/>
            <a:ext cx="4023360" cy="16916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75" name="Google Shape;1375;p110"/>
          <p:cNvSpPr/>
          <p:nvPr/>
        </p:nvSpPr>
        <p:spPr>
          <a:xfrm>
            <a:off x="4754880" y="1188720"/>
            <a:ext cx="54864" cy="169164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76" name="Google Shape;1376;p110"/>
          <p:cNvSpPr/>
          <p:nvPr/>
        </p:nvSpPr>
        <p:spPr>
          <a:xfrm>
            <a:off x="4919472" y="1280160"/>
            <a:ext cx="3749040"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3806"/>
              </a:buClr>
              <a:buSzPts val="1000"/>
              <a:buFont typeface="Arial"/>
              <a:buNone/>
            </a:pPr>
            <a:r>
              <a:rPr b="1" i="0" lang="en" sz="1000" u="none" cap="none" strike="noStrike">
                <a:solidFill>
                  <a:schemeClr val="dk1"/>
                </a:solidFill>
                <a:latin typeface="Inter"/>
                <a:ea typeface="Inter"/>
                <a:cs typeface="Inter"/>
                <a:sym typeface="Inter"/>
              </a:rPr>
              <a:t>Phase 2: Grow (W3–W5)</a:t>
            </a:r>
            <a:endParaRPr i="0" sz="1000" u="none" cap="none" strike="noStrike">
              <a:solidFill>
                <a:schemeClr val="dk1"/>
              </a:solidFill>
              <a:latin typeface="Inter"/>
              <a:ea typeface="Inter"/>
              <a:cs typeface="Inter"/>
              <a:sym typeface="Inter"/>
            </a:endParaRPr>
          </a:p>
        </p:txBody>
      </p:sp>
      <p:sp>
        <p:nvSpPr>
          <p:cNvPr id="1377" name="Google Shape;1377;p110"/>
          <p:cNvSpPr/>
          <p:nvPr/>
        </p:nvSpPr>
        <p:spPr>
          <a:xfrm>
            <a:off x="4919472" y="1572768"/>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Invite event attendees after each community event</a:t>
            </a:r>
            <a:endParaRPr i="0" sz="850" u="none" cap="none" strike="noStrike">
              <a:solidFill>
                <a:schemeClr val="dk1"/>
              </a:solidFill>
              <a:latin typeface="Inter"/>
              <a:ea typeface="Inter"/>
              <a:cs typeface="Inter"/>
              <a:sym typeface="Inter"/>
            </a:endParaRPr>
          </a:p>
        </p:txBody>
      </p:sp>
      <p:sp>
        <p:nvSpPr>
          <p:cNvPr id="1378" name="Google Shape;1378;p110"/>
          <p:cNvSpPr/>
          <p:nvPr/>
        </p:nvSpPr>
        <p:spPr>
          <a:xfrm>
            <a:off x="4919472" y="1865376"/>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Add warm EDM leads who have clicked but not booked</a:t>
            </a:r>
            <a:endParaRPr i="0" sz="850" u="none" cap="none" strike="noStrike">
              <a:solidFill>
                <a:schemeClr val="dk1"/>
              </a:solidFill>
              <a:latin typeface="Inter"/>
              <a:ea typeface="Inter"/>
              <a:cs typeface="Inter"/>
              <a:sym typeface="Inter"/>
            </a:endParaRPr>
          </a:p>
        </p:txBody>
      </p:sp>
      <p:sp>
        <p:nvSpPr>
          <p:cNvPr id="1379" name="Google Shape;1379;p110"/>
          <p:cNvSpPr/>
          <p:nvPr/>
        </p:nvSpPr>
        <p:spPr>
          <a:xfrm>
            <a:off x="4919472" y="2157984"/>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Exclusive early access to all events announced here first — trains community to stay subscribed</a:t>
            </a:r>
            <a:endParaRPr i="0" sz="850" u="none" cap="none" strike="noStrike">
              <a:solidFill>
                <a:schemeClr val="dk1"/>
              </a:solidFill>
              <a:latin typeface="Inter"/>
              <a:ea typeface="Inter"/>
              <a:cs typeface="Inter"/>
              <a:sym typeface="Inter"/>
            </a:endParaRPr>
          </a:p>
        </p:txBody>
      </p:sp>
      <p:sp>
        <p:nvSpPr>
          <p:cNvPr id="1380" name="Google Shape;1380;p110"/>
          <p:cNvSpPr/>
          <p:nvPr/>
        </p:nvSpPr>
        <p:spPr>
          <a:xfrm>
            <a:off x="4919472" y="2450592"/>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Monthly Q&amp;A window: 24hrs open for questions, Sue-Anne or Kyle answers on video</a:t>
            </a:r>
            <a:endParaRPr i="0" sz="850" u="none" cap="none" strike="noStrike">
              <a:solidFill>
                <a:schemeClr val="dk1"/>
              </a:solidFill>
              <a:latin typeface="Inter"/>
              <a:ea typeface="Inter"/>
              <a:cs typeface="Inter"/>
              <a:sym typeface="Inter"/>
            </a:endParaRPr>
          </a:p>
        </p:txBody>
      </p:sp>
      <p:sp>
        <p:nvSpPr>
          <p:cNvPr id="1381" name="Google Shape;1381;p110"/>
          <p:cNvSpPr/>
          <p:nvPr/>
        </p:nvSpPr>
        <p:spPr>
          <a:xfrm>
            <a:off x="365760" y="3017520"/>
            <a:ext cx="4023360" cy="16916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82" name="Google Shape;1382;p110"/>
          <p:cNvSpPr/>
          <p:nvPr/>
        </p:nvSpPr>
        <p:spPr>
          <a:xfrm>
            <a:off x="365760" y="3017520"/>
            <a:ext cx="54864" cy="169164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83" name="Google Shape;1383;p110"/>
          <p:cNvSpPr/>
          <p:nvPr/>
        </p:nvSpPr>
        <p:spPr>
          <a:xfrm>
            <a:off x="530352" y="3108960"/>
            <a:ext cx="3749040"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C3489"/>
              </a:buClr>
              <a:buSzPts val="1000"/>
              <a:buFont typeface="Arial"/>
              <a:buNone/>
            </a:pPr>
            <a:r>
              <a:rPr b="1" i="0" lang="en" sz="1000" u="none" cap="none" strike="noStrike">
                <a:solidFill>
                  <a:schemeClr val="dk1"/>
                </a:solidFill>
                <a:latin typeface="Inter"/>
                <a:ea typeface="Inter"/>
                <a:cs typeface="Inter"/>
                <a:sym typeface="Inter"/>
              </a:rPr>
              <a:t>Weekly cadence (every week)</a:t>
            </a:r>
            <a:endParaRPr i="0" sz="1000" u="none" cap="none" strike="noStrike">
              <a:solidFill>
                <a:schemeClr val="dk1"/>
              </a:solidFill>
              <a:latin typeface="Inter"/>
              <a:ea typeface="Inter"/>
              <a:cs typeface="Inter"/>
              <a:sym typeface="Inter"/>
            </a:endParaRPr>
          </a:p>
        </p:txBody>
      </p:sp>
      <p:sp>
        <p:nvSpPr>
          <p:cNvPr id="1384" name="Google Shape;1384;p110"/>
          <p:cNvSpPr/>
          <p:nvPr/>
        </p:nvSpPr>
        <p:spPr>
          <a:xfrm>
            <a:off x="530352" y="3401568"/>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Monday: weekly theme broadcast — 3 sentences max, one link always</a:t>
            </a:r>
            <a:endParaRPr i="0" sz="850" u="none" cap="none" strike="noStrike">
              <a:solidFill>
                <a:schemeClr val="dk1"/>
              </a:solidFill>
              <a:latin typeface="Inter"/>
              <a:ea typeface="Inter"/>
              <a:cs typeface="Inter"/>
              <a:sym typeface="Inter"/>
            </a:endParaRPr>
          </a:p>
        </p:txBody>
      </p:sp>
      <p:sp>
        <p:nvSpPr>
          <p:cNvPr id="1385" name="Google Shape;1385;p110"/>
          <p:cNvSpPr/>
          <p:nvPr/>
        </p:nvSpPr>
        <p:spPr>
          <a:xfrm>
            <a:off x="530352" y="3694176"/>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Same-day video drop: share the week's film with one line of context</a:t>
            </a:r>
            <a:endParaRPr i="0" sz="850" u="none" cap="none" strike="noStrike">
              <a:solidFill>
                <a:schemeClr val="dk1"/>
              </a:solidFill>
              <a:latin typeface="Inter"/>
              <a:ea typeface="Inter"/>
              <a:cs typeface="Inter"/>
              <a:sym typeface="Inter"/>
            </a:endParaRPr>
          </a:p>
        </p:txBody>
      </p:sp>
      <p:sp>
        <p:nvSpPr>
          <p:cNvPr id="1386" name="Google Shape;1386;p110"/>
          <p:cNvSpPr/>
          <p:nvPr/>
        </p:nvSpPr>
        <p:spPr>
          <a:xfrm>
            <a:off x="530352" y="3986784"/>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48hrs before any event: reminder with RSVP link</a:t>
            </a:r>
            <a:endParaRPr i="0" sz="850" u="none" cap="none" strike="noStrike">
              <a:solidFill>
                <a:schemeClr val="dk1"/>
              </a:solidFill>
              <a:latin typeface="Inter"/>
              <a:ea typeface="Inter"/>
              <a:cs typeface="Inter"/>
              <a:sym typeface="Inter"/>
            </a:endParaRPr>
          </a:p>
        </p:txBody>
      </p:sp>
      <p:sp>
        <p:nvSpPr>
          <p:cNvPr id="1387" name="Google Shape;1387;p110"/>
          <p:cNvSpPr/>
          <p:nvPr/>
        </p:nvSpPr>
        <p:spPr>
          <a:xfrm>
            <a:off x="530352" y="4279392"/>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One message per day maximum — more than one = unsubscribes</a:t>
            </a:r>
            <a:endParaRPr i="0" sz="850" u="none" cap="none" strike="noStrike">
              <a:solidFill>
                <a:schemeClr val="dk1"/>
              </a:solidFill>
              <a:latin typeface="Inter"/>
              <a:ea typeface="Inter"/>
              <a:cs typeface="Inter"/>
              <a:sym typeface="Inter"/>
            </a:endParaRPr>
          </a:p>
        </p:txBody>
      </p:sp>
      <p:sp>
        <p:nvSpPr>
          <p:cNvPr id="1388" name="Google Shape;1388;p110"/>
          <p:cNvSpPr/>
          <p:nvPr/>
        </p:nvSpPr>
        <p:spPr>
          <a:xfrm>
            <a:off x="4754880" y="3017520"/>
            <a:ext cx="4023360" cy="1691640"/>
          </a:xfrm>
          <a:prstGeom prst="rect">
            <a:avLst/>
          </a:prstGeom>
          <a:solidFill>
            <a:srgbClr val="E5D8C7"/>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89" name="Google Shape;1389;p110"/>
          <p:cNvSpPr/>
          <p:nvPr/>
        </p:nvSpPr>
        <p:spPr>
          <a:xfrm>
            <a:off x="4754880" y="3017520"/>
            <a:ext cx="54864" cy="1691640"/>
          </a:xfrm>
          <a:prstGeom prst="rect">
            <a:avLst/>
          </a:prstGeom>
          <a:solidFill>
            <a:srgbClr val="FFC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90" name="Google Shape;1390;p110"/>
          <p:cNvSpPr/>
          <p:nvPr/>
        </p:nvSpPr>
        <p:spPr>
          <a:xfrm>
            <a:off x="4919472" y="3108960"/>
            <a:ext cx="3749040" cy="256032"/>
          </a:xfrm>
          <a:prstGeom prst="rect">
            <a:avLst/>
          </a:prstGeom>
          <a:solidFill>
            <a:srgbClr val="E5D8C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12B13"/>
              </a:buClr>
              <a:buSzPts val="1000"/>
              <a:buFont typeface="Arial"/>
              <a:buNone/>
            </a:pPr>
            <a:r>
              <a:rPr b="1" i="0" lang="en" sz="1000" u="none" cap="none" strike="noStrike">
                <a:solidFill>
                  <a:schemeClr val="dk1"/>
                </a:solidFill>
                <a:latin typeface="Inter"/>
                <a:ea typeface="Inter"/>
                <a:cs typeface="Inter"/>
                <a:sym typeface="Inter"/>
              </a:rPr>
              <a:t>Rules for the team</a:t>
            </a:r>
            <a:endParaRPr i="0" sz="1000" u="none" cap="none" strike="noStrike">
              <a:solidFill>
                <a:schemeClr val="dk1"/>
              </a:solidFill>
              <a:latin typeface="Inter"/>
              <a:ea typeface="Inter"/>
              <a:cs typeface="Inter"/>
              <a:sym typeface="Inter"/>
            </a:endParaRPr>
          </a:p>
        </p:txBody>
      </p:sp>
      <p:sp>
        <p:nvSpPr>
          <p:cNvPr id="1391" name="Google Shape;1391;p110"/>
          <p:cNvSpPr/>
          <p:nvPr/>
        </p:nvSpPr>
        <p:spPr>
          <a:xfrm>
            <a:off x="4919472" y="3401568"/>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Never use the community to chase bookings — it breaks trust permanently</a:t>
            </a:r>
            <a:endParaRPr i="0" sz="850" u="none" cap="none" strike="noStrike">
              <a:solidFill>
                <a:schemeClr val="dk1"/>
              </a:solidFill>
              <a:latin typeface="Inter"/>
              <a:ea typeface="Inter"/>
              <a:cs typeface="Inter"/>
              <a:sym typeface="Inter"/>
            </a:endParaRPr>
          </a:p>
        </p:txBody>
      </p:sp>
      <p:sp>
        <p:nvSpPr>
          <p:cNvPr id="1392" name="Google Shape;1392;p110"/>
          <p:cNvSpPr/>
          <p:nvPr/>
        </p:nvSpPr>
        <p:spPr>
          <a:xfrm>
            <a:off x="4919472" y="3694176"/>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Always acknowledge replies in the community group — even a reaction counts</a:t>
            </a:r>
            <a:endParaRPr i="0" sz="850" u="none" cap="none" strike="noStrike">
              <a:solidFill>
                <a:schemeClr val="dk1"/>
              </a:solidFill>
              <a:latin typeface="Inter"/>
              <a:ea typeface="Inter"/>
              <a:cs typeface="Inter"/>
              <a:sym typeface="Inter"/>
            </a:endParaRPr>
          </a:p>
        </p:txBody>
      </p:sp>
      <p:sp>
        <p:nvSpPr>
          <p:cNvPr id="1393" name="Google Shape;1393;p110"/>
          <p:cNvSpPr/>
          <p:nvPr/>
        </p:nvSpPr>
        <p:spPr>
          <a:xfrm>
            <a:off x="4919472" y="3986784"/>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Events get exclusive access before any other channel — every time</a:t>
            </a:r>
            <a:endParaRPr i="0" sz="850" u="none" cap="none" strike="noStrike">
              <a:solidFill>
                <a:schemeClr val="dk1"/>
              </a:solidFill>
              <a:latin typeface="Inter"/>
              <a:ea typeface="Inter"/>
              <a:cs typeface="Inter"/>
              <a:sym typeface="Inter"/>
            </a:endParaRPr>
          </a:p>
        </p:txBody>
      </p:sp>
      <p:sp>
        <p:nvSpPr>
          <p:cNvPr id="1394" name="Google Shape;1394;p110"/>
          <p:cNvSpPr/>
          <p:nvPr/>
        </p:nvSpPr>
        <p:spPr>
          <a:xfrm>
            <a:off x="4919472" y="4279392"/>
            <a:ext cx="3657600" cy="274320"/>
          </a:xfrm>
          <a:prstGeom prst="rect">
            <a:avLst/>
          </a:prstGeom>
          <a:solidFill>
            <a:srgbClr val="E5D8C7"/>
          </a:soli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850"/>
              <a:buFont typeface="Inter"/>
              <a:buChar char="•"/>
            </a:pPr>
            <a:r>
              <a:rPr i="0" lang="en" sz="850" u="none" cap="none" strike="noStrike">
                <a:solidFill>
                  <a:schemeClr val="dk1"/>
                </a:solidFill>
                <a:latin typeface="Inter"/>
                <a:ea typeface="Inter"/>
                <a:cs typeface="Inter"/>
                <a:sym typeface="Inter"/>
              </a:rPr>
              <a:t>Keep the tone warm and human — this is not a marketing channel</a:t>
            </a:r>
            <a:endParaRPr i="0" sz="850" u="none" cap="none" strike="noStrike">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11"/>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00" name="Google Shape;1400;p111"/>
          <p:cNvSpPr/>
          <p:nvPr/>
        </p:nvSpPr>
        <p:spPr>
          <a:xfrm>
            <a:off x="861311" y="791805"/>
            <a:ext cx="7421400" cy="4230600"/>
          </a:xfrm>
          <a:prstGeom prst="roundRect">
            <a:avLst>
              <a:gd fmla="val 4666" name="adj"/>
            </a:avLst>
          </a:prstGeom>
          <a:solidFill>
            <a:srgbClr val="FAED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1401" name="Google Shape;1401;p111"/>
          <p:cNvSpPr txBox="1"/>
          <p:nvPr/>
        </p:nvSpPr>
        <p:spPr>
          <a:xfrm>
            <a:off x="311700" y="21909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The NOVI Experience: Visual Wrap</a:t>
            </a:r>
            <a:endParaRPr b="1" sz="2900">
              <a:solidFill>
                <a:schemeClr val="dk1"/>
              </a:solidFill>
              <a:latin typeface="Inter"/>
              <a:ea typeface="Inter"/>
              <a:cs typeface="Inter"/>
              <a:sym typeface="Inter"/>
            </a:endParaRPr>
          </a:p>
        </p:txBody>
      </p:sp>
      <p:sp>
        <p:nvSpPr>
          <p:cNvPr id="1402" name="Google Shape;1402;p111"/>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403" name="Google Shape;1403;p111"/>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pic>
        <p:nvPicPr>
          <p:cNvPr id="1404" name="Google Shape;1404;p111" title="EXP 1.jpg"/>
          <p:cNvPicPr preferRelativeResize="0"/>
          <p:nvPr/>
        </p:nvPicPr>
        <p:blipFill>
          <a:blip r:embed="rId4">
            <a:alphaModFix/>
          </a:blip>
          <a:stretch>
            <a:fillRect/>
          </a:stretch>
        </p:blipFill>
        <p:spPr>
          <a:xfrm>
            <a:off x="971695" y="889794"/>
            <a:ext cx="7159424" cy="4027199"/>
          </a:xfrm>
          <a:prstGeom prst="rect">
            <a:avLst/>
          </a:prstGeom>
          <a:noFill/>
          <a:ln>
            <a:noFill/>
          </a:ln>
        </p:spPr>
      </p:pic>
      <p:pic>
        <p:nvPicPr>
          <p:cNvPr id="1405" name="Google Shape;1405;p111" title="EXP 2.jpg"/>
          <p:cNvPicPr preferRelativeResize="0"/>
          <p:nvPr/>
        </p:nvPicPr>
        <p:blipFill>
          <a:blip r:embed="rId5">
            <a:alphaModFix/>
          </a:blip>
          <a:stretch>
            <a:fillRect/>
          </a:stretch>
        </p:blipFill>
        <p:spPr>
          <a:xfrm>
            <a:off x="971700" y="889800"/>
            <a:ext cx="7159424" cy="402718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112"/>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11" name="Google Shape;1411;p112"/>
          <p:cNvSpPr/>
          <p:nvPr/>
        </p:nvSpPr>
        <p:spPr>
          <a:xfrm>
            <a:off x="861311" y="791805"/>
            <a:ext cx="7421400" cy="4230600"/>
          </a:xfrm>
          <a:prstGeom prst="roundRect">
            <a:avLst>
              <a:gd fmla="val 4666" name="adj"/>
            </a:avLst>
          </a:prstGeom>
          <a:solidFill>
            <a:srgbClr val="FAED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1412" name="Google Shape;1412;p112"/>
          <p:cNvSpPr txBox="1"/>
          <p:nvPr/>
        </p:nvSpPr>
        <p:spPr>
          <a:xfrm>
            <a:off x="311713" y="26776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The NOVI Experience: Visual Wrap</a:t>
            </a:r>
            <a:endParaRPr b="1" sz="2900">
              <a:solidFill>
                <a:schemeClr val="dk1"/>
              </a:solidFill>
              <a:latin typeface="Inter"/>
              <a:ea typeface="Inter"/>
              <a:cs typeface="Inter"/>
              <a:sym typeface="Inter"/>
            </a:endParaRPr>
          </a:p>
        </p:txBody>
      </p:sp>
      <p:sp>
        <p:nvSpPr>
          <p:cNvPr id="1413" name="Google Shape;1413;p112"/>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414" name="Google Shape;1414;p112"/>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pic>
        <p:nvPicPr>
          <p:cNvPr id="1415" name="Google Shape;1415;p112" title="EXP 1.jpg"/>
          <p:cNvPicPr preferRelativeResize="0"/>
          <p:nvPr/>
        </p:nvPicPr>
        <p:blipFill>
          <a:blip r:embed="rId4">
            <a:alphaModFix/>
          </a:blip>
          <a:stretch>
            <a:fillRect/>
          </a:stretch>
        </p:blipFill>
        <p:spPr>
          <a:xfrm>
            <a:off x="992295" y="902326"/>
            <a:ext cx="7159424" cy="40271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13"/>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21" name="Google Shape;1421;p113"/>
          <p:cNvSpPr/>
          <p:nvPr/>
        </p:nvSpPr>
        <p:spPr>
          <a:xfrm>
            <a:off x="328900" y="1230475"/>
            <a:ext cx="8520600" cy="3494700"/>
          </a:xfrm>
          <a:prstGeom prst="roundRect">
            <a:avLst>
              <a:gd fmla="val 4666" name="adj"/>
            </a:avLst>
          </a:prstGeom>
          <a:solidFill>
            <a:srgbClr val="FAED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1422" name="Google Shape;1422;p113"/>
          <p:cNvSpPr txBox="1"/>
          <p:nvPr/>
        </p:nvSpPr>
        <p:spPr>
          <a:xfrm>
            <a:off x="311700" y="43824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400">
                <a:solidFill>
                  <a:schemeClr val="dk1"/>
                </a:solidFill>
                <a:latin typeface="Inter"/>
                <a:ea typeface="Inter"/>
                <a:cs typeface="Inter"/>
                <a:sym typeface="Inter"/>
              </a:rPr>
              <a:t>The NOVI Experience: Community + Humanising NOVI</a:t>
            </a:r>
            <a:endParaRPr b="1" sz="2800">
              <a:solidFill>
                <a:schemeClr val="dk1"/>
              </a:solidFill>
              <a:latin typeface="Inter"/>
              <a:ea typeface="Inter"/>
              <a:cs typeface="Inter"/>
              <a:sym typeface="Inter"/>
            </a:endParaRPr>
          </a:p>
        </p:txBody>
      </p:sp>
      <p:sp>
        <p:nvSpPr>
          <p:cNvPr id="1423" name="Google Shape;1423;p113"/>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424" name="Google Shape;1424;p113"/>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pic>
        <p:nvPicPr>
          <p:cNvPr id="1425" name="Google Shape;1425;p113" title="EXP 6.jpg"/>
          <p:cNvPicPr preferRelativeResize="0"/>
          <p:nvPr/>
        </p:nvPicPr>
        <p:blipFill>
          <a:blip r:embed="rId4">
            <a:alphaModFix/>
          </a:blip>
          <a:stretch>
            <a:fillRect/>
          </a:stretch>
        </p:blipFill>
        <p:spPr>
          <a:xfrm>
            <a:off x="442912" y="1338098"/>
            <a:ext cx="2599025" cy="3248782"/>
          </a:xfrm>
          <a:prstGeom prst="rect">
            <a:avLst/>
          </a:prstGeom>
          <a:noFill/>
          <a:ln cap="flat" cmpd="sng" w="6025">
            <a:solidFill>
              <a:srgbClr val="7B7970"/>
            </a:solidFill>
            <a:prstDash val="solid"/>
            <a:round/>
            <a:headEnd len="sm" w="sm" type="none"/>
            <a:tailEnd len="sm" w="sm" type="none"/>
          </a:ln>
        </p:spPr>
      </p:pic>
      <p:pic>
        <p:nvPicPr>
          <p:cNvPr id="1426" name="Google Shape;1426;p113" title="EXP 5.jpg"/>
          <p:cNvPicPr preferRelativeResize="0"/>
          <p:nvPr/>
        </p:nvPicPr>
        <p:blipFill>
          <a:blip r:embed="rId5">
            <a:alphaModFix/>
          </a:blip>
          <a:stretch>
            <a:fillRect/>
          </a:stretch>
        </p:blipFill>
        <p:spPr>
          <a:xfrm>
            <a:off x="3272495" y="1338095"/>
            <a:ext cx="2599025" cy="3248782"/>
          </a:xfrm>
          <a:prstGeom prst="rect">
            <a:avLst/>
          </a:prstGeom>
          <a:noFill/>
          <a:ln cap="flat" cmpd="sng" w="6025">
            <a:solidFill>
              <a:srgbClr val="7B7970"/>
            </a:solidFill>
            <a:prstDash val="solid"/>
            <a:round/>
            <a:headEnd len="sm" w="sm" type="none"/>
            <a:tailEnd len="sm" w="sm" type="none"/>
          </a:ln>
        </p:spPr>
      </p:pic>
      <p:pic>
        <p:nvPicPr>
          <p:cNvPr id="1427" name="Google Shape;1427;p113" title="EXP 4.jpg"/>
          <p:cNvPicPr preferRelativeResize="0"/>
          <p:nvPr/>
        </p:nvPicPr>
        <p:blipFill>
          <a:blip r:embed="rId6">
            <a:alphaModFix/>
          </a:blip>
          <a:stretch>
            <a:fillRect/>
          </a:stretch>
        </p:blipFill>
        <p:spPr>
          <a:xfrm>
            <a:off x="6102062" y="1338103"/>
            <a:ext cx="2599025" cy="3248782"/>
          </a:xfrm>
          <a:prstGeom prst="rect">
            <a:avLst/>
          </a:prstGeom>
          <a:noFill/>
          <a:ln cap="flat" cmpd="sng" w="6025">
            <a:solidFill>
              <a:srgbClr val="7B7970"/>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114"/>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1433" name="Google Shape;1433;p114"/>
          <p:cNvSpPr/>
          <p:nvPr/>
        </p:nvSpPr>
        <p:spPr>
          <a:xfrm>
            <a:off x="1224510" y="1531239"/>
            <a:ext cx="3141900" cy="2925900"/>
          </a:xfrm>
          <a:prstGeom prst="roundRect">
            <a:avLst>
              <a:gd fmla="val 4666" name="adj"/>
            </a:avLst>
          </a:prstGeom>
          <a:solidFill>
            <a:srgbClr val="FAED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1434" name="Google Shape;1434;p114"/>
          <p:cNvSpPr/>
          <p:nvPr/>
        </p:nvSpPr>
        <p:spPr>
          <a:xfrm>
            <a:off x="4572010" y="1531239"/>
            <a:ext cx="3141900" cy="2925900"/>
          </a:xfrm>
          <a:prstGeom prst="roundRect">
            <a:avLst>
              <a:gd fmla="val 4666" name="adj"/>
            </a:avLst>
          </a:prstGeom>
          <a:solidFill>
            <a:srgbClr val="FAED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1435" name="Google Shape;1435;p114"/>
          <p:cNvSpPr txBox="1"/>
          <p:nvPr/>
        </p:nvSpPr>
        <p:spPr>
          <a:xfrm>
            <a:off x="311700" y="43824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The NOVI Experience: Humanising Novi</a:t>
            </a:r>
            <a:endParaRPr b="1" sz="2900">
              <a:solidFill>
                <a:schemeClr val="dk1"/>
              </a:solidFill>
              <a:latin typeface="Inter"/>
              <a:ea typeface="Inter"/>
              <a:cs typeface="Inter"/>
              <a:sym typeface="Inter"/>
            </a:endParaRPr>
          </a:p>
        </p:txBody>
      </p:sp>
      <p:sp>
        <p:nvSpPr>
          <p:cNvPr id="1436" name="Google Shape;1436;p114"/>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437" name="Google Shape;1437;p114"/>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pic>
        <p:nvPicPr>
          <p:cNvPr id="1438" name="Google Shape;1438;p114" title="5_5205d40f-f70b-4767-ac83-87c04b07b801.jpeg"/>
          <p:cNvPicPr preferRelativeResize="0"/>
          <p:nvPr/>
        </p:nvPicPr>
        <p:blipFill>
          <a:blip r:embed="rId4">
            <a:alphaModFix/>
          </a:blip>
          <a:stretch>
            <a:fillRect/>
          </a:stretch>
        </p:blipFill>
        <p:spPr>
          <a:xfrm>
            <a:off x="1517588" y="1687875"/>
            <a:ext cx="2555750" cy="2555750"/>
          </a:xfrm>
          <a:prstGeom prst="rect">
            <a:avLst/>
          </a:prstGeom>
          <a:noFill/>
          <a:ln>
            <a:noFill/>
          </a:ln>
        </p:spPr>
      </p:pic>
      <p:sp>
        <p:nvSpPr>
          <p:cNvPr id="1439" name="Google Shape;1439;p114"/>
          <p:cNvSpPr txBox="1"/>
          <p:nvPr/>
        </p:nvSpPr>
        <p:spPr>
          <a:xfrm>
            <a:off x="1342500" y="889225"/>
            <a:ext cx="6763800" cy="477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i="1" lang="en" sz="1900">
                <a:solidFill>
                  <a:schemeClr val="dk1"/>
                </a:solidFill>
                <a:latin typeface="Inter"/>
                <a:ea typeface="Inter"/>
                <a:cs typeface="Inter"/>
                <a:sym typeface="Inter"/>
              </a:rPr>
              <a:t>Community</a:t>
            </a:r>
            <a:r>
              <a:rPr i="1" lang="en" sz="1900">
                <a:solidFill>
                  <a:schemeClr val="dk1"/>
                </a:solidFill>
                <a:latin typeface="Inter"/>
                <a:ea typeface="Inter"/>
                <a:cs typeface="Inter"/>
                <a:sym typeface="Inter"/>
              </a:rPr>
              <a:t> events</a:t>
            </a:r>
            <a:endParaRPr i="1" sz="2300">
              <a:solidFill>
                <a:schemeClr val="dk1"/>
              </a:solidFill>
              <a:latin typeface="Inter"/>
              <a:ea typeface="Inter"/>
              <a:cs typeface="Inter"/>
              <a:sym typeface="Inter"/>
            </a:endParaRPr>
          </a:p>
        </p:txBody>
      </p:sp>
      <p:pic>
        <p:nvPicPr>
          <p:cNvPr id="1440" name="Google Shape;1440;p114" title="Screenshot 2026-05-19 at 9.28.11 AM.png"/>
          <p:cNvPicPr preferRelativeResize="0"/>
          <p:nvPr/>
        </p:nvPicPr>
        <p:blipFill>
          <a:blip r:embed="rId5">
            <a:alphaModFix/>
          </a:blip>
          <a:stretch>
            <a:fillRect/>
          </a:stretch>
        </p:blipFill>
        <p:spPr>
          <a:xfrm>
            <a:off x="4718498" y="1869637"/>
            <a:ext cx="2848900" cy="2249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115"/>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1446" name="Google Shape;1446;p115"/>
          <p:cNvSpPr/>
          <p:nvPr/>
        </p:nvSpPr>
        <p:spPr>
          <a:xfrm>
            <a:off x="427797" y="1320477"/>
            <a:ext cx="4044600" cy="3354600"/>
          </a:xfrm>
          <a:prstGeom prst="roundRect">
            <a:avLst>
              <a:gd fmla="val 4666" name="adj"/>
            </a:avLst>
          </a:prstGeom>
          <a:solidFill>
            <a:srgbClr val="FAED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1447" name="Google Shape;1447;p115"/>
          <p:cNvSpPr/>
          <p:nvPr/>
        </p:nvSpPr>
        <p:spPr>
          <a:xfrm>
            <a:off x="4916572" y="1320477"/>
            <a:ext cx="4044600" cy="3354600"/>
          </a:xfrm>
          <a:prstGeom prst="roundRect">
            <a:avLst>
              <a:gd fmla="val 4666" name="adj"/>
            </a:avLst>
          </a:prstGeom>
          <a:solidFill>
            <a:srgbClr val="FAED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1448" name="Google Shape;1448;p115"/>
          <p:cNvSpPr txBox="1"/>
          <p:nvPr/>
        </p:nvSpPr>
        <p:spPr>
          <a:xfrm>
            <a:off x="311700" y="10164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The NOVI Experience: Humanising Novi</a:t>
            </a:r>
            <a:endParaRPr b="1" sz="2900">
              <a:solidFill>
                <a:schemeClr val="dk1"/>
              </a:solidFill>
              <a:latin typeface="Inter"/>
              <a:ea typeface="Inter"/>
              <a:cs typeface="Inter"/>
              <a:sym typeface="Inter"/>
            </a:endParaRPr>
          </a:p>
        </p:txBody>
      </p:sp>
      <p:sp>
        <p:nvSpPr>
          <p:cNvPr id="1449" name="Google Shape;1449;p115"/>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450" name="Google Shape;1450;p115"/>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sp>
        <p:nvSpPr>
          <p:cNvPr id="1451" name="Google Shape;1451;p115"/>
          <p:cNvSpPr txBox="1"/>
          <p:nvPr/>
        </p:nvSpPr>
        <p:spPr>
          <a:xfrm>
            <a:off x="645900" y="3739175"/>
            <a:ext cx="3228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hlinkClick r:id="rId4"/>
              </a:rPr>
              <a:t>https://www.youtube.com/results?search_query=the+daily+ketchup+podcast</a:t>
            </a:r>
            <a:endParaRPr/>
          </a:p>
          <a:p>
            <a:pPr indent="0" lvl="0" marL="0" rtl="0" algn="ctr">
              <a:spcBef>
                <a:spcPts val="0"/>
              </a:spcBef>
              <a:spcAft>
                <a:spcPts val="0"/>
              </a:spcAft>
              <a:buNone/>
            </a:pPr>
            <a:r>
              <a:t/>
            </a:r>
            <a:endParaRPr/>
          </a:p>
          <a:p>
            <a:pPr indent="0" lvl="0" marL="0" rtl="0" algn="l">
              <a:spcBef>
                <a:spcPts val="0"/>
              </a:spcBef>
              <a:spcAft>
                <a:spcPts val="0"/>
              </a:spcAft>
              <a:buNone/>
            </a:pPr>
            <a:r>
              <a:t/>
            </a:r>
            <a:endParaRPr/>
          </a:p>
        </p:txBody>
      </p:sp>
      <p:sp>
        <p:nvSpPr>
          <p:cNvPr id="1452" name="Google Shape;1452;p115"/>
          <p:cNvSpPr txBox="1"/>
          <p:nvPr/>
        </p:nvSpPr>
        <p:spPr>
          <a:xfrm>
            <a:off x="5257275" y="3811525"/>
            <a:ext cx="3228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hlinkClick r:id="rId5"/>
              </a:rPr>
              <a:t>https://singapore.poddster.com/</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t/>
            </a:r>
            <a:endParaRPr/>
          </a:p>
          <a:p>
            <a:pPr indent="0" lvl="0" marL="0" rtl="0" algn="l">
              <a:spcBef>
                <a:spcPts val="0"/>
              </a:spcBef>
              <a:spcAft>
                <a:spcPts val="0"/>
              </a:spcAft>
              <a:buNone/>
            </a:pPr>
            <a:r>
              <a:t/>
            </a:r>
            <a:endParaRPr/>
          </a:p>
        </p:txBody>
      </p:sp>
      <p:pic>
        <p:nvPicPr>
          <p:cNvPr id="1453" name="Google Shape;1453;p115" title="67cb25d1d81dc896192b42c3_f41a3b27e3344b8e0f9c9429d7e4bf2e_Ready to get started.jpeg"/>
          <p:cNvPicPr preferRelativeResize="0"/>
          <p:nvPr/>
        </p:nvPicPr>
        <p:blipFill>
          <a:blip r:embed="rId6">
            <a:alphaModFix/>
          </a:blip>
          <a:stretch>
            <a:fillRect/>
          </a:stretch>
        </p:blipFill>
        <p:spPr>
          <a:xfrm>
            <a:off x="5226075" y="1573775"/>
            <a:ext cx="3532851" cy="2049051"/>
          </a:xfrm>
          <a:prstGeom prst="rect">
            <a:avLst/>
          </a:prstGeom>
          <a:noFill/>
          <a:ln>
            <a:noFill/>
          </a:ln>
        </p:spPr>
      </p:pic>
      <p:pic>
        <p:nvPicPr>
          <p:cNvPr id="1454" name="Google Shape;1454;p115" title="Screenshot 2026-04-13 at 2.32.48 PM.png"/>
          <p:cNvPicPr preferRelativeResize="0"/>
          <p:nvPr/>
        </p:nvPicPr>
        <p:blipFill>
          <a:blip r:embed="rId7">
            <a:alphaModFix/>
          </a:blip>
          <a:stretch>
            <a:fillRect/>
          </a:stretch>
        </p:blipFill>
        <p:spPr>
          <a:xfrm>
            <a:off x="525862" y="1573775"/>
            <a:ext cx="3716713" cy="2049050"/>
          </a:xfrm>
          <a:prstGeom prst="rect">
            <a:avLst/>
          </a:prstGeom>
          <a:noFill/>
          <a:ln>
            <a:noFill/>
          </a:ln>
        </p:spPr>
      </p:pic>
      <p:sp>
        <p:nvSpPr>
          <p:cNvPr id="1455" name="Google Shape;1455;p115"/>
          <p:cNvSpPr txBox="1"/>
          <p:nvPr/>
        </p:nvSpPr>
        <p:spPr>
          <a:xfrm>
            <a:off x="1190100" y="506875"/>
            <a:ext cx="6763800" cy="8136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1800"/>
              </a:spcBef>
              <a:spcAft>
                <a:spcPts val="400"/>
              </a:spcAft>
              <a:buNone/>
            </a:pPr>
            <a:r>
              <a:rPr i="1" lang="en" sz="1900">
                <a:solidFill>
                  <a:schemeClr val="dk1"/>
                </a:solidFill>
                <a:latin typeface="Inter"/>
                <a:ea typeface="Inter"/>
                <a:cs typeface="Inter"/>
                <a:sym typeface="Inter"/>
              </a:rPr>
              <a:t>Podcasts:  TDK with DKSH + Novo Nordisk … to follow, Healthspan: By Design</a:t>
            </a:r>
            <a:endParaRPr i="1" sz="23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9" name="Shape 1459"/>
        <p:cNvGrpSpPr/>
        <p:nvPr/>
      </p:nvGrpSpPr>
      <p:grpSpPr>
        <a:xfrm>
          <a:off x="0" y="0"/>
          <a:ext cx="0" cy="0"/>
          <a:chOff x="0" y="0"/>
          <a:chExt cx="0" cy="0"/>
        </a:xfrm>
      </p:grpSpPr>
      <p:sp>
        <p:nvSpPr>
          <p:cNvPr id="1460" name="Google Shape;1460;p116"/>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1461" name="Google Shape;1461;p116"/>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462" name="Google Shape;1462;p116"/>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pic>
        <p:nvPicPr>
          <p:cNvPr id="1463" name="Google Shape;1463;p116" title="Artboard 3.jpg"/>
          <p:cNvPicPr preferRelativeResize="0"/>
          <p:nvPr/>
        </p:nvPicPr>
        <p:blipFill rotWithShape="1">
          <a:blip r:embed="rId4">
            <a:alphaModFix/>
          </a:blip>
          <a:srcRect b="0" l="0" r="0" t="0"/>
          <a:stretch/>
        </p:blipFill>
        <p:spPr>
          <a:xfrm>
            <a:off x="5740538" y="1948902"/>
            <a:ext cx="2613989" cy="2613989"/>
          </a:xfrm>
          <a:prstGeom prst="rect">
            <a:avLst/>
          </a:prstGeom>
          <a:noFill/>
          <a:ln>
            <a:noFill/>
          </a:ln>
        </p:spPr>
      </p:pic>
      <p:pic>
        <p:nvPicPr>
          <p:cNvPr id="1464" name="Google Shape;1464;p116" title="Asset 5.png"/>
          <p:cNvPicPr preferRelativeResize="0"/>
          <p:nvPr/>
        </p:nvPicPr>
        <p:blipFill>
          <a:blip r:embed="rId5">
            <a:alphaModFix/>
          </a:blip>
          <a:stretch>
            <a:fillRect/>
          </a:stretch>
        </p:blipFill>
        <p:spPr>
          <a:xfrm>
            <a:off x="4078381" y="862975"/>
            <a:ext cx="987225" cy="687075"/>
          </a:xfrm>
          <a:prstGeom prst="rect">
            <a:avLst/>
          </a:prstGeom>
          <a:noFill/>
          <a:ln>
            <a:noFill/>
          </a:ln>
        </p:spPr>
      </p:pic>
      <p:pic>
        <p:nvPicPr>
          <p:cNvPr id="1465" name="Google Shape;1465;p116" title="Screenshot 2026-02-03 at 1.49.53 PM.png"/>
          <p:cNvPicPr preferRelativeResize="0"/>
          <p:nvPr/>
        </p:nvPicPr>
        <p:blipFill rotWithShape="1">
          <a:blip r:embed="rId6">
            <a:alphaModFix/>
          </a:blip>
          <a:srcRect b="0" l="80" r="90" t="0"/>
          <a:stretch/>
        </p:blipFill>
        <p:spPr>
          <a:xfrm>
            <a:off x="789475" y="1948902"/>
            <a:ext cx="1469604" cy="2613993"/>
          </a:xfrm>
          <a:prstGeom prst="rect">
            <a:avLst/>
          </a:prstGeom>
          <a:noFill/>
          <a:ln>
            <a:noFill/>
          </a:ln>
        </p:spPr>
      </p:pic>
      <p:pic>
        <p:nvPicPr>
          <p:cNvPr id="1466" name="Google Shape;1466;p116" title="Screenshot 2026-02-03 at 1.50.05 PM.png"/>
          <p:cNvPicPr preferRelativeResize="0"/>
          <p:nvPr/>
        </p:nvPicPr>
        <p:blipFill rotWithShape="1">
          <a:blip r:embed="rId7">
            <a:alphaModFix/>
          </a:blip>
          <a:srcRect b="0" l="259" r="269" t="0"/>
          <a:stretch/>
        </p:blipFill>
        <p:spPr>
          <a:xfrm>
            <a:off x="2370133" y="1948902"/>
            <a:ext cx="1469605" cy="2613992"/>
          </a:xfrm>
          <a:prstGeom prst="rect">
            <a:avLst/>
          </a:prstGeom>
          <a:noFill/>
          <a:ln>
            <a:noFill/>
          </a:ln>
        </p:spPr>
      </p:pic>
      <p:pic>
        <p:nvPicPr>
          <p:cNvPr id="1467" name="Google Shape;1467;p116" title="Artboard 12.jpg"/>
          <p:cNvPicPr preferRelativeResize="0"/>
          <p:nvPr/>
        </p:nvPicPr>
        <p:blipFill rotWithShape="1">
          <a:blip r:embed="rId8">
            <a:alphaModFix/>
          </a:blip>
          <a:srcRect b="0" l="0" r="0" t="0"/>
          <a:stretch/>
        </p:blipFill>
        <p:spPr>
          <a:xfrm>
            <a:off x="3950798" y="1948902"/>
            <a:ext cx="1469605" cy="2613991"/>
          </a:xfrm>
          <a:prstGeom prst="rect">
            <a:avLst/>
          </a:prstGeom>
          <a:noFill/>
          <a:ln>
            <a:noFill/>
          </a:ln>
        </p:spPr>
      </p:pic>
      <p:sp>
        <p:nvSpPr>
          <p:cNvPr id="1468" name="Google Shape;1468;p116"/>
          <p:cNvSpPr txBox="1"/>
          <p:nvPr/>
        </p:nvSpPr>
        <p:spPr>
          <a:xfrm>
            <a:off x="311700" y="21909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Launch:  Partnership: community (launch TBD)</a:t>
            </a:r>
            <a:endParaRPr b="1" sz="290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117"/>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74" name="Google Shape;1474;p117"/>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475" name="Google Shape;1475;p117"/>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pic>
        <p:nvPicPr>
          <p:cNvPr id="1476" name="Google Shape;1476;p117" title="bt-digital-logo-RGB.png"/>
          <p:cNvPicPr preferRelativeResize="0"/>
          <p:nvPr/>
        </p:nvPicPr>
        <p:blipFill>
          <a:blip r:embed="rId4">
            <a:alphaModFix/>
          </a:blip>
          <a:stretch>
            <a:fillRect/>
          </a:stretch>
        </p:blipFill>
        <p:spPr>
          <a:xfrm>
            <a:off x="2474824" y="465800"/>
            <a:ext cx="4194350" cy="391075"/>
          </a:xfrm>
          <a:prstGeom prst="rect">
            <a:avLst/>
          </a:prstGeom>
          <a:noFill/>
          <a:ln>
            <a:noFill/>
          </a:ln>
        </p:spPr>
      </p:pic>
      <p:pic>
        <p:nvPicPr>
          <p:cNvPr id="1477" name="Google Shape;1477;p117" title="Screenshot 2026-05-19 at 9.07.11 AM.png"/>
          <p:cNvPicPr preferRelativeResize="0"/>
          <p:nvPr/>
        </p:nvPicPr>
        <p:blipFill>
          <a:blip r:embed="rId5">
            <a:alphaModFix/>
          </a:blip>
          <a:stretch>
            <a:fillRect/>
          </a:stretch>
        </p:blipFill>
        <p:spPr>
          <a:xfrm>
            <a:off x="428574" y="1060142"/>
            <a:ext cx="8182927" cy="1322521"/>
          </a:xfrm>
          <a:prstGeom prst="rect">
            <a:avLst/>
          </a:prstGeom>
          <a:noFill/>
          <a:ln>
            <a:noFill/>
          </a:ln>
        </p:spPr>
      </p:pic>
      <p:pic>
        <p:nvPicPr>
          <p:cNvPr id="1478" name="Google Shape;1478;p117" title="Screenshot 2026-05-19 at 9.06.58 AM.png"/>
          <p:cNvPicPr preferRelativeResize="0"/>
          <p:nvPr/>
        </p:nvPicPr>
        <p:blipFill>
          <a:blip r:embed="rId6">
            <a:alphaModFix/>
          </a:blip>
          <a:stretch>
            <a:fillRect/>
          </a:stretch>
        </p:blipFill>
        <p:spPr>
          <a:xfrm>
            <a:off x="2180813" y="2585950"/>
            <a:ext cx="4678442" cy="232965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118"/>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84" name="Google Shape;1484;p118"/>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485" name="Google Shape;1485;p118"/>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sp>
        <p:nvSpPr>
          <p:cNvPr id="1486" name="Google Shape;1486;p118"/>
          <p:cNvSpPr txBox="1"/>
          <p:nvPr/>
        </p:nvSpPr>
        <p:spPr>
          <a:xfrm>
            <a:off x="311700" y="21909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Website: relaunch</a:t>
            </a:r>
            <a:endParaRPr b="1" sz="2900">
              <a:solidFill>
                <a:schemeClr val="dk1"/>
              </a:solidFill>
              <a:latin typeface="Inter"/>
              <a:ea typeface="Inter"/>
              <a:cs typeface="Inter"/>
              <a:sym typeface="Inter"/>
            </a:endParaRPr>
          </a:p>
        </p:txBody>
      </p:sp>
      <p:pic>
        <p:nvPicPr>
          <p:cNvPr id="1487" name="Google Shape;1487;p118" title="Screenshot 2026-05-20 at 7.23.38 AM.png"/>
          <p:cNvPicPr preferRelativeResize="0"/>
          <p:nvPr/>
        </p:nvPicPr>
        <p:blipFill>
          <a:blip r:embed="rId4">
            <a:alphaModFix/>
          </a:blip>
          <a:stretch>
            <a:fillRect/>
          </a:stretch>
        </p:blipFill>
        <p:spPr>
          <a:xfrm>
            <a:off x="4639675" y="825700"/>
            <a:ext cx="2532399" cy="4193140"/>
          </a:xfrm>
          <a:prstGeom prst="rect">
            <a:avLst/>
          </a:prstGeom>
          <a:noFill/>
          <a:ln>
            <a:noFill/>
          </a:ln>
        </p:spPr>
      </p:pic>
      <p:pic>
        <p:nvPicPr>
          <p:cNvPr id="1488" name="Google Shape;1488;p118" title="Screenshot 2026-05-20 at 7.24.39 AM.png"/>
          <p:cNvPicPr preferRelativeResize="0"/>
          <p:nvPr/>
        </p:nvPicPr>
        <p:blipFill rotWithShape="1">
          <a:blip r:embed="rId5">
            <a:alphaModFix/>
          </a:blip>
          <a:srcRect b="27209" l="0" r="0" t="0"/>
          <a:stretch/>
        </p:blipFill>
        <p:spPr>
          <a:xfrm>
            <a:off x="1971925" y="825700"/>
            <a:ext cx="2532400" cy="42051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sp>
        <p:nvSpPr>
          <p:cNvPr id="1493" name="Google Shape;1493;p119"/>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94" name="Google Shape;1494;p119"/>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495" name="Google Shape;1495;p119"/>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sp>
        <p:nvSpPr>
          <p:cNvPr id="1496" name="Google Shape;1496;p119"/>
          <p:cNvSpPr txBox="1"/>
          <p:nvPr/>
        </p:nvSpPr>
        <p:spPr>
          <a:xfrm>
            <a:off x="311700" y="21909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Social: Brand Videos</a:t>
            </a:r>
            <a:endParaRPr b="1" sz="2900">
              <a:solidFill>
                <a:schemeClr val="dk1"/>
              </a:solidFill>
              <a:latin typeface="Inter"/>
              <a:ea typeface="Inter"/>
              <a:cs typeface="Inter"/>
              <a:sym typeface="Inter"/>
            </a:endParaRPr>
          </a:p>
        </p:txBody>
      </p:sp>
      <p:pic>
        <p:nvPicPr>
          <p:cNvPr id="1497" name="Google Shape;1497;p119" title="NOVI LOGO VIDEO 9-16.mp4">
            <a:hlinkClick r:id="rId4"/>
          </p:cNvPr>
          <p:cNvPicPr preferRelativeResize="0"/>
          <p:nvPr/>
        </p:nvPicPr>
        <p:blipFill>
          <a:blip r:embed="rId5">
            <a:alphaModFix/>
          </a:blip>
          <a:stretch>
            <a:fillRect/>
          </a:stretch>
        </p:blipFill>
        <p:spPr>
          <a:xfrm>
            <a:off x="328900" y="902080"/>
            <a:ext cx="2029150" cy="3607397"/>
          </a:xfrm>
          <a:prstGeom prst="rect">
            <a:avLst/>
          </a:prstGeom>
          <a:noFill/>
          <a:ln>
            <a:noFill/>
          </a:ln>
        </p:spPr>
      </p:pic>
      <p:sp>
        <p:nvSpPr>
          <p:cNvPr id="1498" name="Google Shape;1498;p119"/>
          <p:cNvSpPr txBox="1"/>
          <p:nvPr/>
        </p:nvSpPr>
        <p:spPr>
          <a:xfrm>
            <a:off x="328900"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Re-introducing our logo</a:t>
            </a:r>
            <a:endParaRPr/>
          </a:p>
        </p:txBody>
      </p:sp>
      <p:sp>
        <p:nvSpPr>
          <p:cNvPr id="1499" name="Google Shape;1499;p119"/>
          <p:cNvSpPr txBox="1"/>
          <p:nvPr/>
        </p:nvSpPr>
        <p:spPr>
          <a:xfrm>
            <a:off x="2442075"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WMHH: Diabetes Care</a:t>
            </a:r>
            <a:endParaRPr/>
          </a:p>
        </p:txBody>
      </p:sp>
      <p:sp>
        <p:nvSpPr>
          <p:cNvPr id="1500" name="Google Shape;1500;p119"/>
          <p:cNvSpPr txBox="1"/>
          <p:nvPr/>
        </p:nvSpPr>
        <p:spPr>
          <a:xfrm>
            <a:off x="4555250"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WMHH: Longevity</a:t>
            </a:r>
            <a:endParaRPr/>
          </a:p>
        </p:txBody>
      </p:sp>
      <p:sp>
        <p:nvSpPr>
          <p:cNvPr id="1501" name="Google Shape;1501;p119"/>
          <p:cNvSpPr txBox="1"/>
          <p:nvPr/>
        </p:nvSpPr>
        <p:spPr>
          <a:xfrm>
            <a:off x="6668425"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WMHH: Weight Care</a:t>
            </a:r>
            <a:endParaRPr/>
          </a:p>
        </p:txBody>
      </p:sp>
      <p:pic>
        <p:nvPicPr>
          <p:cNvPr id="1502" name="Google Shape;1502;p119" title="LONGEVITY VIDEO REELS-STORY.mp4">
            <a:hlinkClick r:id="rId6"/>
          </p:cNvPr>
          <p:cNvPicPr preferRelativeResize="0"/>
          <p:nvPr/>
        </p:nvPicPr>
        <p:blipFill>
          <a:blip r:embed="rId7">
            <a:alphaModFix/>
          </a:blip>
          <a:stretch>
            <a:fillRect/>
          </a:stretch>
        </p:blipFill>
        <p:spPr>
          <a:xfrm>
            <a:off x="4555300" y="902100"/>
            <a:ext cx="2029150" cy="3607397"/>
          </a:xfrm>
          <a:prstGeom prst="rect">
            <a:avLst/>
          </a:prstGeom>
          <a:noFill/>
          <a:ln>
            <a:noFill/>
          </a:ln>
        </p:spPr>
      </p:pic>
      <p:pic>
        <p:nvPicPr>
          <p:cNvPr id="1503" name="Google Shape;1503;p119" title="WEIGHT CARE VIDEO IGS-REELS.mp4">
            <a:hlinkClick r:id="rId8"/>
          </p:cNvPr>
          <p:cNvPicPr preferRelativeResize="0"/>
          <p:nvPr/>
        </p:nvPicPr>
        <p:blipFill>
          <a:blip r:embed="rId9">
            <a:alphaModFix/>
          </a:blip>
          <a:stretch>
            <a:fillRect/>
          </a:stretch>
        </p:blipFill>
        <p:spPr>
          <a:xfrm>
            <a:off x="6668500" y="902075"/>
            <a:ext cx="2029150" cy="3607426"/>
          </a:xfrm>
          <a:prstGeom prst="rect">
            <a:avLst/>
          </a:prstGeom>
          <a:noFill/>
          <a:ln>
            <a:noFill/>
          </a:ln>
        </p:spPr>
      </p:pic>
      <p:pic>
        <p:nvPicPr>
          <p:cNvPr id="1504" name="Google Shape;1504;p119" title="DIABETES CARE VIDEO IGS-REELS.mp4">
            <a:hlinkClick r:id="rId10"/>
          </p:cNvPr>
          <p:cNvPicPr preferRelativeResize="0"/>
          <p:nvPr/>
        </p:nvPicPr>
        <p:blipFill>
          <a:blip r:embed="rId11">
            <a:alphaModFix/>
          </a:blip>
          <a:stretch>
            <a:fillRect/>
          </a:stretch>
        </p:blipFill>
        <p:spPr>
          <a:xfrm>
            <a:off x="2442100" y="902075"/>
            <a:ext cx="2029150" cy="36074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7"/>
                                        </p:tgtEl>
                                        <p:attrNameLst>
                                          <p:attrName>style.visibility</p:attrName>
                                        </p:attrNameLst>
                                      </p:cBhvr>
                                      <p:to>
                                        <p:strVal val="visible"/>
                                      </p:to>
                                    </p:set>
                                    <p:animEffect filter="fade" transition="in">
                                      <p:cBhvr>
                                        <p:cTn dur="1000"/>
                                        <p:tgtEl>
                                          <p:spTgt spid="1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2"/>
                                        </p:tgtEl>
                                        <p:attrNameLst>
                                          <p:attrName>style.visibility</p:attrName>
                                        </p:attrNameLst>
                                      </p:cBhvr>
                                      <p:to>
                                        <p:strVal val="visible"/>
                                      </p:to>
                                    </p:set>
                                    <p:animEffect filter="fade" transition="in">
                                      <p:cBhvr>
                                        <p:cTn dur="1000"/>
                                        <p:tgtEl>
                                          <p:spTgt spid="1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3"/>
                                        </p:tgtEl>
                                        <p:attrNameLst>
                                          <p:attrName>style.visibility</p:attrName>
                                        </p:attrNameLst>
                                      </p:cBhvr>
                                      <p:to>
                                        <p:strVal val="visible"/>
                                      </p:to>
                                    </p:set>
                                    <p:animEffect filter="fade" transition="in">
                                      <p:cBhvr>
                                        <p:cTn dur="1000"/>
                                        <p:tgtEl>
                                          <p:spTgt spid="15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4"/>
                                        </p:tgtEl>
                                        <p:attrNameLst>
                                          <p:attrName>style.visibility</p:attrName>
                                        </p:attrNameLst>
                                      </p:cBhvr>
                                      <p:to>
                                        <p:strVal val="visible"/>
                                      </p:to>
                                    </p:set>
                                    <p:animEffect filter="fade" transition="in">
                                      <p:cBhvr>
                                        <p:cTn dur="1000"/>
                                        <p:tgtEl>
                                          <p:spTgt spid="1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120"/>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10" name="Google Shape;1510;p120"/>
          <p:cNvSpPr/>
          <p:nvPr/>
        </p:nvSpPr>
        <p:spPr>
          <a:xfrm>
            <a:off x="1267273" y="979864"/>
            <a:ext cx="3141900" cy="2925900"/>
          </a:xfrm>
          <a:prstGeom prst="roundRect">
            <a:avLst>
              <a:gd fmla="val 4666" name="adj"/>
            </a:avLst>
          </a:prstGeom>
          <a:solidFill>
            <a:srgbClr val="FAED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1511" name="Google Shape;1511;p120"/>
          <p:cNvSpPr/>
          <p:nvPr/>
        </p:nvSpPr>
        <p:spPr>
          <a:xfrm>
            <a:off x="4734838" y="933829"/>
            <a:ext cx="3141900" cy="4070100"/>
          </a:xfrm>
          <a:prstGeom prst="roundRect">
            <a:avLst>
              <a:gd fmla="val 4666" name="adj"/>
            </a:avLst>
          </a:prstGeom>
          <a:solidFill>
            <a:srgbClr val="FAED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Alexandria"/>
              <a:ea typeface="Alexandria"/>
              <a:cs typeface="Alexandria"/>
              <a:sym typeface="Alexandria"/>
            </a:endParaRPr>
          </a:p>
        </p:txBody>
      </p:sp>
      <p:sp>
        <p:nvSpPr>
          <p:cNvPr id="1512" name="Google Shape;1512;p120"/>
          <p:cNvSpPr txBox="1"/>
          <p:nvPr/>
        </p:nvSpPr>
        <p:spPr>
          <a:xfrm>
            <a:off x="311700" y="26776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The NOVI Experience: Humanising Novi</a:t>
            </a:r>
            <a:endParaRPr b="1" sz="2900">
              <a:solidFill>
                <a:schemeClr val="dk1"/>
              </a:solidFill>
              <a:latin typeface="Inter"/>
              <a:ea typeface="Inter"/>
              <a:cs typeface="Inter"/>
              <a:sym typeface="Inter"/>
            </a:endParaRPr>
          </a:p>
        </p:txBody>
      </p:sp>
      <p:sp>
        <p:nvSpPr>
          <p:cNvPr id="1513" name="Google Shape;1513;p120"/>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514" name="Google Shape;1514;p120"/>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pic>
        <p:nvPicPr>
          <p:cNvPr id="1515" name="Google Shape;1515;p120" title="Screenshot 2026-04-13 at 2.29.29 PM.png"/>
          <p:cNvPicPr preferRelativeResize="0"/>
          <p:nvPr/>
        </p:nvPicPr>
        <p:blipFill>
          <a:blip r:embed="rId4">
            <a:alphaModFix/>
          </a:blip>
          <a:stretch>
            <a:fillRect/>
          </a:stretch>
        </p:blipFill>
        <p:spPr>
          <a:xfrm>
            <a:off x="1395650" y="2147125"/>
            <a:ext cx="2885126" cy="1583301"/>
          </a:xfrm>
          <a:prstGeom prst="rect">
            <a:avLst/>
          </a:prstGeom>
          <a:noFill/>
          <a:ln>
            <a:noFill/>
          </a:ln>
        </p:spPr>
      </p:pic>
      <p:pic>
        <p:nvPicPr>
          <p:cNvPr id="1516" name="Google Shape;1516;p120" title="Screenshot 2026-05-19 at 9.22.53 AM.png"/>
          <p:cNvPicPr preferRelativeResize="0"/>
          <p:nvPr/>
        </p:nvPicPr>
        <p:blipFill>
          <a:blip r:embed="rId5">
            <a:alphaModFix/>
          </a:blip>
          <a:stretch>
            <a:fillRect/>
          </a:stretch>
        </p:blipFill>
        <p:spPr>
          <a:xfrm>
            <a:off x="5044438" y="1646307"/>
            <a:ext cx="2522700" cy="3168999"/>
          </a:xfrm>
          <a:prstGeom prst="rect">
            <a:avLst/>
          </a:prstGeom>
          <a:noFill/>
          <a:ln>
            <a:noFill/>
          </a:ln>
        </p:spPr>
      </p:pic>
      <p:sp>
        <p:nvSpPr>
          <p:cNvPr id="1517" name="Google Shape;1517;p120"/>
          <p:cNvSpPr txBox="1"/>
          <p:nvPr/>
        </p:nvSpPr>
        <p:spPr>
          <a:xfrm>
            <a:off x="5044438" y="1030706"/>
            <a:ext cx="2522700" cy="68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6"/>
              </a:rPr>
              <a:t>https://docs.google.com/document/d/1Eauvl2UhYvk8j__U_r_hDETQsh4yUCsFUrDtRiUGfLw/edit?tab=t.0</a:t>
            </a:r>
            <a:endParaRPr sz="1000"/>
          </a:p>
          <a:p>
            <a:pPr indent="0" lvl="0" marL="0" rtl="0" algn="l">
              <a:spcBef>
                <a:spcPts val="0"/>
              </a:spcBef>
              <a:spcAft>
                <a:spcPts val="0"/>
              </a:spcAft>
              <a:buNone/>
            </a:pPr>
            <a:r>
              <a:t/>
            </a:r>
            <a:endParaRPr sz="200"/>
          </a:p>
        </p:txBody>
      </p:sp>
      <p:sp>
        <p:nvSpPr>
          <p:cNvPr id="1518" name="Google Shape;1518;p120"/>
          <p:cNvSpPr txBox="1"/>
          <p:nvPr/>
        </p:nvSpPr>
        <p:spPr>
          <a:xfrm>
            <a:off x="1426363" y="1720150"/>
            <a:ext cx="2885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u="sng">
                <a:solidFill>
                  <a:schemeClr val="hlink"/>
                </a:solidFill>
                <a:hlinkClick r:id="rId7"/>
              </a:rPr>
              <a:t>https://www.youtube.com/watch?v=544DTGHIBM0</a:t>
            </a:r>
            <a:endParaRPr sz="800"/>
          </a:p>
          <a:p>
            <a:pPr indent="0" lvl="0" marL="0" rtl="0" algn="l">
              <a:spcBef>
                <a:spcPts val="0"/>
              </a:spcBef>
              <a:spcAft>
                <a:spcPts val="0"/>
              </a:spcAft>
              <a:buNone/>
            </a:pPr>
            <a:r>
              <a:t/>
            </a:r>
            <a:endParaRPr sz="800"/>
          </a:p>
        </p:txBody>
      </p:sp>
      <p:sp>
        <p:nvSpPr>
          <p:cNvPr id="1519" name="Google Shape;1519;p120"/>
          <p:cNvSpPr txBox="1"/>
          <p:nvPr/>
        </p:nvSpPr>
        <p:spPr>
          <a:xfrm>
            <a:off x="1426263" y="979875"/>
            <a:ext cx="2823900" cy="813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i="1" lang="en" sz="1900">
                <a:solidFill>
                  <a:schemeClr val="dk1"/>
                </a:solidFill>
                <a:latin typeface="Inter"/>
                <a:ea typeface="Inter"/>
                <a:cs typeface="Inter"/>
                <a:sym typeface="Inter"/>
              </a:rPr>
              <a:t>Sue-Annes 55 Questions</a:t>
            </a:r>
            <a:endParaRPr i="1" sz="2300">
              <a:solidFill>
                <a:schemeClr val="dk1"/>
              </a:solidFill>
              <a:latin typeface="Inter"/>
              <a:ea typeface="Inter"/>
              <a:cs typeface="Inter"/>
              <a:sym typeface="Inter"/>
            </a:endParaRPr>
          </a:p>
        </p:txBody>
      </p:sp>
      <p:sp>
        <p:nvSpPr>
          <p:cNvPr id="1520" name="Google Shape;1520;p120"/>
          <p:cNvSpPr txBox="1"/>
          <p:nvPr/>
        </p:nvSpPr>
        <p:spPr>
          <a:xfrm>
            <a:off x="1267263" y="4045175"/>
            <a:ext cx="32280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The Number 5:</a:t>
            </a:r>
            <a:r>
              <a:rPr lang="en" sz="800">
                <a:solidFill>
                  <a:schemeClr val="dk1"/>
                </a:solidFill>
                <a:latin typeface="Inter"/>
                <a:ea typeface="Inter"/>
                <a:cs typeface="Inter"/>
                <a:sym typeface="Inter"/>
              </a:rPr>
              <a:t> It corresponds to the "Five Blessings" (</a:t>
            </a:r>
            <a:r>
              <a:rPr i="1" lang="en" sz="900">
                <a:solidFill>
                  <a:schemeClr val="dk1"/>
                </a:solidFill>
                <a:latin typeface="Inter"/>
                <a:ea typeface="Inter"/>
                <a:cs typeface="Inter"/>
                <a:sym typeface="Inter"/>
              </a:rPr>
              <a:t>Wufu</a:t>
            </a:r>
            <a:r>
              <a:rPr lang="en" sz="800">
                <a:solidFill>
                  <a:schemeClr val="dk1"/>
                </a:solidFill>
                <a:latin typeface="Inter"/>
                <a:ea typeface="Inter"/>
                <a:cs typeface="Inter"/>
                <a:sym typeface="Inter"/>
              </a:rPr>
              <a:t>)—longevity, wealth, health, virtue, and a peaceful death. It is also directly linked to the Five Elements (</a:t>
            </a:r>
            <a:r>
              <a:rPr i="1" lang="en" sz="900">
                <a:solidFill>
                  <a:schemeClr val="dk1"/>
                </a:solidFill>
                <a:latin typeface="Inter"/>
                <a:ea typeface="Inter"/>
                <a:cs typeface="Inter"/>
                <a:sym typeface="Inter"/>
              </a:rPr>
              <a:t>Wu Xing</a:t>
            </a:r>
            <a:r>
              <a:rPr lang="en" sz="800">
                <a:solidFill>
                  <a:schemeClr val="dk1"/>
                </a:solidFill>
                <a:latin typeface="Inter"/>
                <a:ea typeface="Inter"/>
                <a:cs typeface="Inter"/>
                <a:sym typeface="Inter"/>
              </a:rPr>
              <a:t>) of wood, fire, earth, metal, and water, which form the foundational principles for balance in traditional Chinese medicine and overall holistic wellness.</a:t>
            </a:r>
            <a:endParaRPr sz="1100">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121"/>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26" name="Google Shape;1526;p121"/>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527" name="Google Shape;1527;p121"/>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sp>
        <p:nvSpPr>
          <p:cNvPr id="1528" name="Google Shape;1528;p121"/>
          <p:cNvSpPr txBox="1"/>
          <p:nvPr/>
        </p:nvSpPr>
        <p:spPr>
          <a:xfrm>
            <a:off x="311700" y="21909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Social: Week By Week Anchor Videos</a:t>
            </a:r>
            <a:endParaRPr b="1" sz="2900">
              <a:solidFill>
                <a:schemeClr val="dk1"/>
              </a:solidFill>
              <a:latin typeface="Inter"/>
              <a:ea typeface="Inter"/>
              <a:cs typeface="Inter"/>
              <a:sym typeface="Inter"/>
            </a:endParaRPr>
          </a:p>
        </p:txBody>
      </p:sp>
      <p:sp>
        <p:nvSpPr>
          <p:cNvPr id="1529" name="Google Shape;1529;p121"/>
          <p:cNvSpPr txBox="1"/>
          <p:nvPr/>
        </p:nvSpPr>
        <p:spPr>
          <a:xfrm>
            <a:off x="328900"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The first 10 Minutes</a:t>
            </a:r>
            <a:endParaRPr/>
          </a:p>
        </p:txBody>
      </p:sp>
      <p:sp>
        <p:nvSpPr>
          <p:cNvPr id="1530" name="Google Shape;1530;p121"/>
          <p:cNvSpPr txBox="1"/>
          <p:nvPr/>
        </p:nvSpPr>
        <p:spPr>
          <a:xfrm>
            <a:off x="2442075"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Coaching</a:t>
            </a:r>
            <a:endParaRPr/>
          </a:p>
        </p:txBody>
      </p:sp>
      <p:sp>
        <p:nvSpPr>
          <p:cNvPr id="1531" name="Google Shape;1531;p121"/>
          <p:cNvSpPr txBox="1"/>
          <p:nvPr/>
        </p:nvSpPr>
        <p:spPr>
          <a:xfrm>
            <a:off x="4555250"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The room matters</a:t>
            </a:r>
            <a:endParaRPr/>
          </a:p>
        </p:txBody>
      </p:sp>
      <p:sp>
        <p:nvSpPr>
          <p:cNvPr id="1532" name="Google Shape;1532;p121"/>
          <p:cNvSpPr txBox="1"/>
          <p:nvPr/>
        </p:nvSpPr>
        <p:spPr>
          <a:xfrm>
            <a:off x="6668425"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Case review</a:t>
            </a:r>
            <a:endParaRPr/>
          </a:p>
        </p:txBody>
      </p:sp>
      <p:pic>
        <p:nvPicPr>
          <p:cNvPr id="1533" name="Google Shape;1533;p121" title="novihealth video 3.mov">
            <a:hlinkClick r:id="rId4"/>
          </p:cNvPr>
          <p:cNvPicPr preferRelativeResize="0"/>
          <p:nvPr/>
        </p:nvPicPr>
        <p:blipFill>
          <a:blip r:embed="rId5">
            <a:alphaModFix/>
          </a:blip>
          <a:stretch>
            <a:fillRect/>
          </a:stretch>
        </p:blipFill>
        <p:spPr>
          <a:xfrm>
            <a:off x="4555275" y="878200"/>
            <a:ext cx="2029150" cy="3607382"/>
          </a:xfrm>
          <a:prstGeom prst="rect">
            <a:avLst/>
          </a:prstGeom>
          <a:noFill/>
          <a:ln>
            <a:noFill/>
          </a:ln>
        </p:spPr>
      </p:pic>
      <p:pic>
        <p:nvPicPr>
          <p:cNvPr id="1534" name="Google Shape;1534;p121" title="VIDEO 4 working file.mp4">
            <a:hlinkClick r:id="rId6"/>
          </p:cNvPr>
          <p:cNvPicPr preferRelativeResize="0"/>
          <p:nvPr/>
        </p:nvPicPr>
        <p:blipFill>
          <a:blip r:embed="rId7">
            <a:alphaModFix/>
          </a:blip>
          <a:stretch>
            <a:fillRect/>
          </a:stretch>
        </p:blipFill>
        <p:spPr>
          <a:xfrm>
            <a:off x="6668425" y="878200"/>
            <a:ext cx="2029153" cy="3607402"/>
          </a:xfrm>
          <a:prstGeom prst="rect">
            <a:avLst/>
          </a:prstGeom>
          <a:noFill/>
          <a:ln>
            <a:noFill/>
          </a:ln>
        </p:spPr>
      </p:pic>
      <p:pic>
        <p:nvPicPr>
          <p:cNvPr id="1535" name="Google Shape;1535;p121" title="video 1-NEW VO.mp4">
            <a:hlinkClick r:id="rId8"/>
          </p:cNvPr>
          <p:cNvPicPr preferRelativeResize="0"/>
          <p:nvPr/>
        </p:nvPicPr>
        <p:blipFill>
          <a:blip r:embed="rId9">
            <a:alphaModFix/>
          </a:blip>
          <a:stretch>
            <a:fillRect/>
          </a:stretch>
        </p:blipFill>
        <p:spPr>
          <a:xfrm>
            <a:off x="328972" y="878198"/>
            <a:ext cx="2029153" cy="3607402"/>
          </a:xfrm>
          <a:prstGeom prst="rect">
            <a:avLst/>
          </a:prstGeom>
          <a:noFill/>
          <a:ln>
            <a:noFill/>
          </a:ln>
        </p:spPr>
      </p:pic>
      <p:pic>
        <p:nvPicPr>
          <p:cNvPr id="1536" name="Google Shape;1536;p121" title="VIDEO 2 V2 Reworked .mp4">
            <a:hlinkClick r:id="rId10"/>
          </p:cNvPr>
          <p:cNvPicPr preferRelativeResize="0"/>
          <p:nvPr/>
        </p:nvPicPr>
        <p:blipFill>
          <a:blip r:embed="rId11">
            <a:alphaModFix/>
          </a:blip>
          <a:stretch>
            <a:fillRect/>
          </a:stretch>
        </p:blipFill>
        <p:spPr>
          <a:xfrm>
            <a:off x="2442125" y="878200"/>
            <a:ext cx="2029153" cy="36073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3"/>
                                        </p:tgtEl>
                                        <p:attrNameLst>
                                          <p:attrName>style.visibility</p:attrName>
                                        </p:attrNameLst>
                                      </p:cBhvr>
                                      <p:to>
                                        <p:strVal val="visible"/>
                                      </p:to>
                                    </p:set>
                                    <p:animEffect filter="fade" transition="in">
                                      <p:cBhvr>
                                        <p:cTn dur="1000"/>
                                        <p:tgtEl>
                                          <p:spTgt spid="15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4"/>
                                        </p:tgtEl>
                                        <p:attrNameLst>
                                          <p:attrName>style.visibility</p:attrName>
                                        </p:attrNameLst>
                                      </p:cBhvr>
                                      <p:to>
                                        <p:strVal val="visible"/>
                                      </p:to>
                                    </p:set>
                                    <p:animEffect filter="fade" transition="in">
                                      <p:cBhvr>
                                        <p:cTn dur="1000"/>
                                        <p:tgtEl>
                                          <p:spTgt spid="15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5"/>
                                        </p:tgtEl>
                                        <p:attrNameLst>
                                          <p:attrName>style.visibility</p:attrName>
                                        </p:attrNameLst>
                                      </p:cBhvr>
                                      <p:to>
                                        <p:strVal val="visible"/>
                                      </p:to>
                                    </p:set>
                                    <p:animEffect filter="fade" transition="in">
                                      <p:cBhvr>
                                        <p:cTn dur="1000"/>
                                        <p:tgtEl>
                                          <p:spTgt spid="15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6"/>
                                        </p:tgtEl>
                                        <p:attrNameLst>
                                          <p:attrName>style.visibility</p:attrName>
                                        </p:attrNameLst>
                                      </p:cBhvr>
                                      <p:to>
                                        <p:strVal val="visible"/>
                                      </p:to>
                                    </p:set>
                                    <p:animEffect filter="fade" transition="in">
                                      <p:cBhvr>
                                        <p:cTn dur="1000"/>
                                        <p:tgtEl>
                                          <p:spTgt spid="15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122"/>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42" name="Google Shape;1542;p122"/>
          <p:cNvSpPr txBox="1"/>
          <p:nvPr/>
        </p:nvSpPr>
        <p:spPr>
          <a:xfrm>
            <a:off x="328902" y="348788"/>
            <a:ext cx="416400" cy="11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fld id="{00000000-1234-1234-1234-123412341234}" type="slidenum">
              <a:rPr lang="en" sz="600">
                <a:solidFill>
                  <a:schemeClr val="lt1"/>
                </a:solidFill>
                <a:latin typeface="Inter Medium"/>
                <a:ea typeface="Inter Medium"/>
                <a:cs typeface="Inter Medium"/>
                <a:sym typeface="Inter Medium"/>
              </a:rPr>
              <a:t>‹#›</a:t>
            </a:fld>
            <a:endParaRPr sz="600">
              <a:solidFill>
                <a:schemeClr val="lt1"/>
              </a:solidFill>
              <a:latin typeface="Inter Medium"/>
              <a:ea typeface="Inter Medium"/>
              <a:cs typeface="Inter Medium"/>
              <a:sym typeface="Inter Medium"/>
            </a:endParaRPr>
          </a:p>
        </p:txBody>
      </p:sp>
      <p:pic>
        <p:nvPicPr>
          <p:cNvPr descr="A yellow text with a person's head&#10;&#10;AI-generated content may be incorrect." id="1543" name="Google Shape;1543;p122"/>
          <p:cNvPicPr preferRelativeResize="0"/>
          <p:nvPr/>
        </p:nvPicPr>
        <p:blipFill rotWithShape="1">
          <a:blip r:embed="rId3">
            <a:alphaModFix/>
          </a:blip>
          <a:srcRect b="22794" l="11347" r="11777" t="19339"/>
          <a:stretch/>
        </p:blipFill>
        <p:spPr>
          <a:xfrm>
            <a:off x="8303300" y="267787"/>
            <a:ext cx="511798" cy="207104"/>
          </a:xfrm>
          <a:prstGeom prst="rect">
            <a:avLst/>
          </a:prstGeom>
          <a:noFill/>
          <a:ln>
            <a:noFill/>
          </a:ln>
        </p:spPr>
      </p:pic>
      <p:sp>
        <p:nvSpPr>
          <p:cNvPr id="1544" name="Google Shape;1544;p122"/>
          <p:cNvSpPr txBox="1"/>
          <p:nvPr/>
        </p:nvSpPr>
        <p:spPr>
          <a:xfrm>
            <a:off x="311700" y="21909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500">
                <a:solidFill>
                  <a:schemeClr val="dk1"/>
                </a:solidFill>
                <a:latin typeface="Inter"/>
                <a:ea typeface="Inter"/>
                <a:cs typeface="Inter"/>
                <a:sym typeface="Inter"/>
              </a:rPr>
              <a:t>Social: Week By Week Anchor Videos</a:t>
            </a:r>
            <a:endParaRPr b="1" sz="2900">
              <a:solidFill>
                <a:schemeClr val="dk1"/>
              </a:solidFill>
              <a:latin typeface="Inter"/>
              <a:ea typeface="Inter"/>
              <a:cs typeface="Inter"/>
              <a:sym typeface="Inter"/>
            </a:endParaRPr>
          </a:p>
        </p:txBody>
      </p:sp>
      <p:sp>
        <p:nvSpPr>
          <p:cNvPr id="1545" name="Google Shape;1545;p122"/>
          <p:cNvSpPr txBox="1"/>
          <p:nvPr/>
        </p:nvSpPr>
        <p:spPr>
          <a:xfrm>
            <a:off x="328900"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Between appointments</a:t>
            </a:r>
            <a:endParaRPr/>
          </a:p>
        </p:txBody>
      </p:sp>
      <p:sp>
        <p:nvSpPr>
          <p:cNvPr id="1546" name="Google Shape;1546;p122"/>
          <p:cNvSpPr txBox="1"/>
          <p:nvPr/>
        </p:nvSpPr>
        <p:spPr>
          <a:xfrm>
            <a:off x="2442075"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Why we built this</a:t>
            </a:r>
            <a:endParaRPr/>
          </a:p>
        </p:txBody>
      </p:sp>
      <p:sp>
        <p:nvSpPr>
          <p:cNvPr id="1547" name="Google Shape;1547;p122"/>
          <p:cNvSpPr txBox="1"/>
          <p:nvPr/>
        </p:nvSpPr>
        <p:spPr>
          <a:xfrm>
            <a:off x="4555250"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Not a moment a system</a:t>
            </a:r>
            <a:endParaRPr/>
          </a:p>
        </p:txBody>
      </p:sp>
      <p:sp>
        <p:nvSpPr>
          <p:cNvPr id="1548" name="Google Shape;1548;p122"/>
          <p:cNvSpPr txBox="1"/>
          <p:nvPr/>
        </p:nvSpPr>
        <p:spPr>
          <a:xfrm>
            <a:off x="6668425" y="4572000"/>
            <a:ext cx="202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1"/>
                </a:solidFill>
                <a:latin typeface="Inter"/>
                <a:ea typeface="Inter"/>
                <a:cs typeface="Inter"/>
                <a:sym typeface="Inter"/>
              </a:rPr>
              <a:t>POV journey</a:t>
            </a:r>
            <a:endParaRPr/>
          </a:p>
        </p:txBody>
      </p:sp>
      <p:pic>
        <p:nvPicPr>
          <p:cNvPr id="1549" name="Google Shape;1549;p122" title="VIDEO 5 _ V2.mp4">
            <a:hlinkClick r:id="rId4"/>
          </p:cNvPr>
          <p:cNvPicPr preferRelativeResize="0"/>
          <p:nvPr/>
        </p:nvPicPr>
        <p:blipFill>
          <a:blip r:embed="rId5">
            <a:alphaModFix/>
          </a:blip>
          <a:stretch>
            <a:fillRect/>
          </a:stretch>
        </p:blipFill>
        <p:spPr>
          <a:xfrm>
            <a:off x="328900" y="791800"/>
            <a:ext cx="2029201" cy="3607478"/>
          </a:xfrm>
          <a:prstGeom prst="rect">
            <a:avLst/>
          </a:prstGeom>
          <a:noFill/>
          <a:ln>
            <a:noFill/>
          </a:ln>
        </p:spPr>
      </p:pic>
      <p:sp>
        <p:nvSpPr>
          <p:cNvPr id="1550" name="Google Shape;1550;p122"/>
          <p:cNvSpPr/>
          <p:nvPr/>
        </p:nvSpPr>
        <p:spPr>
          <a:xfrm>
            <a:off x="2442075" y="791788"/>
            <a:ext cx="2029200" cy="3607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900">
                <a:solidFill>
                  <a:schemeClr val="dk1"/>
                </a:solidFill>
                <a:latin typeface="Inter"/>
                <a:ea typeface="Inter"/>
                <a:cs typeface="Inter"/>
                <a:sym typeface="Inter"/>
              </a:rPr>
              <a:t> (filming 28:05)</a:t>
            </a:r>
            <a:endParaRPr>
              <a:solidFill>
                <a:schemeClr val="dk1"/>
              </a:solidFill>
            </a:endParaRPr>
          </a:p>
        </p:txBody>
      </p:sp>
      <p:sp>
        <p:nvSpPr>
          <p:cNvPr id="1551" name="Google Shape;1551;p122"/>
          <p:cNvSpPr/>
          <p:nvPr/>
        </p:nvSpPr>
        <p:spPr>
          <a:xfrm>
            <a:off x="4572000" y="791788"/>
            <a:ext cx="2029200" cy="3607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Inter"/>
                <a:ea typeface="Inter"/>
                <a:cs typeface="Inter"/>
                <a:sym typeface="Inter"/>
              </a:rPr>
              <a:t>Coming tonight</a:t>
            </a:r>
            <a:endParaRPr>
              <a:solidFill>
                <a:schemeClr val="dk1"/>
              </a:solidFill>
            </a:endParaRPr>
          </a:p>
        </p:txBody>
      </p:sp>
      <p:sp>
        <p:nvSpPr>
          <p:cNvPr id="1552" name="Google Shape;1552;p122"/>
          <p:cNvSpPr/>
          <p:nvPr/>
        </p:nvSpPr>
        <p:spPr>
          <a:xfrm>
            <a:off x="6701925" y="767988"/>
            <a:ext cx="2029200" cy="3607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Inter"/>
                <a:ea typeface="Inter"/>
                <a:cs typeface="Inter"/>
                <a:sym typeface="Inter"/>
              </a:rPr>
              <a:t>Coming tonight</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9"/>
                                        </p:tgtEl>
                                        <p:attrNameLst>
                                          <p:attrName>style.visibility</p:attrName>
                                        </p:attrNameLst>
                                      </p:cBhvr>
                                      <p:to>
                                        <p:strVal val="visible"/>
                                      </p:to>
                                    </p:set>
                                    <p:animEffect filter="fade" transition="in">
                                      <p:cBhvr>
                                        <p:cTn dur="1000"/>
                                        <p:tgtEl>
                                          <p:spTgt spid="15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57" name="Shape 1557"/>
        <p:cNvGrpSpPr/>
        <p:nvPr/>
      </p:nvGrpSpPr>
      <p:grpSpPr>
        <a:xfrm>
          <a:off x="0" y="0"/>
          <a:ext cx="0" cy="0"/>
          <a:chOff x="0" y="0"/>
          <a:chExt cx="0" cy="0"/>
        </a:xfrm>
      </p:grpSpPr>
      <p:sp>
        <p:nvSpPr>
          <p:cNvPr id="1558" name="Google Shape;1558;p123"/>
          <p:cNvSpPr/>
          <p:nvPr/>
        </p:nvSpPr>
        <p:spPr>
          <a:xfrm>
            <a:off x="0" y="3291840"/>
            <a:ext cx="9144000" cy="1851660"/>
          </a:xfrm>
          <a:prstGeom prst="rect">
            <a:avLst/>
          </a:prstGeom>
          <a:solidFill>
            <a:srgbClr val="E5D8C7"/>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23"/>
          <p:cNvSpPr/>
          <p:nvPr/>
        </p:nvSpPr>
        <p:spPr>
          <a:xfrm>
            <a:off x="548640" y="640080"/>
            <a:ext cx="8046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FE1CB"/>
              </a:buClr>
              <a:buSzPts val="1000"/>
              <a:buFont typeface="Arial"/>
              <a:buNone/>
            </a:pPr>
            <a:r>
              <a:rPr b="1" i="0" lang="en" sz="1000" u="none" cap="none" strike="noStrike">
                <a:solidFill>
                  <a:schemeClr val="lt1"/>
                </a:solidFill>
                <a:latin typeface="Inter"/>
                <a:ea typeface="Inter"/>
                <a:cs typeface="Inter"/>
                <a:sym typeface="Inter"/>
              </a:rPr>
              <a:t>BUILDING TO</a:t>
            </a:r>
            <a:endParaRPr b="1" i="0" sz="1000" u="none" cap="none" strike="noStrike">
              <a:solidFill>
                <a:schemeClr val="lt1"/>
              </a:solidFill>
              <a:latin typeface="Inter"/>
              <a:ea typeface="Inter"/>
              <a:cs typeface="Inter"/>
              <a:sym typeface="Inter"/>
            </a:endParaRPr>
          </a:p>
        </p:txBody>
      </p:sp>
      <p:sp>
        <p:nvSpPr>
          <p:cNvPr id="1560" name="Google Shape;1560;p123"/>
          <p:cNvSpPr/>
          <p:nvPr/>
        </p:nvSpPr>
        <p:spPr>
          <a:xfrm>
            <a:off x="2529903" y="1066648"/>
            <a:ext cx="5913000" cy="100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600"/>
              <a:buFont typeface="Georgia"/>
              <a:buNone/>
            </a:pPr>
            <a:r>
              <a:rPr b="1" i="0" lang="en" sz="5600" u="none" cap="none" strike="noStrike">
                <a:solidFill>
                  <a:srgbClr val="FFFFFF"/>
                </a:solidFill>
                <a:latin typeface="Inter"/>
                <a:ea typeface="Inter"/>
                <a:cs typeface="Inter"/>
                <a:sym typeface="Inter"/>
              </a:rPr>
              <a:t>Ignite</a:t>
            </a:r>
            <a:endParaRPr i="0" sz="5600" u="none" cap="none" strike="noStrike">
              <a:solidFill>
                <a:schemeClr val="dk1"/>
              </a:solidFill>
              <a:latin typeface="Inter"/>
              <a:ea typeface="Inter"/>
              <a:cs typeface="Inter"/>
              <a:sym typeface="Inter"/>
            </a:endParaRPr>
          </a:p>
        </p:txBody>
      </p:sp>
      <p:sp>
        <p:nvSpPr>
          <p:cNvPr id="1561" name="Google Shape;1561;p123"/>
          <p:cNvSpPr/>
          <p:nvPr/>
        </p:nvSpPr>
        <p:spPr>
          <a:xfrm>
            <a:off x="548640" y="2011680"/>
            <a:ext cx="80467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FE1CB"/>
              </a:buClr>
              <a:buSzPts val="1400"/>
              <a:buFont typeface="Arial"/>
              <a:buNone/>
            </a:pPr>
            <a:r>
              <a:rPr i="0" lang="en" sz="1400" u="none" cap="none" strike="noStrike">
                <a:solidFill>
                  <a:schemeClr val="lt1"/>
                </a:solidFill>
                <a:latin typeface="Inter"/>
                <a:ea typeface="Inter"/>
                <a:cs typeface="Inter"/>
                <a:sym typeface="Inter"/>
              </a:rPr>
              <a:t>July 2026 — where 8 weeks of content, community and trust converge into NOVI's biggest commercial moment of the year.</a:t>
            </a:r>
            <a:endParaRPr i="0" sz="1400" u="none" cap="none" strike="noStrike">
              <a:solidFill>
                <a:schemeClr val="lt1"/>
              </a:solidFill>
              <a:latin typeface="Inter"/>
              <a:ea typeface="Inter"/>
              <a:cs typeface="Inter"/>
              <a:sym typeface="Inter"/>
            </a:endParaRPr>
          </a:p>
        </p:txBody>
      </p:sp>
      <p:sp>
        <p:nvSpPr>
          <p:cNvPr id="1562" name="Google Shape;1562;p123"/>
          <p:cNvSpPr/>
          <p:nvPr/>
        </p:nvSpPr>
        <p:spPr>
          <a:xfrm>
            <a:off x="457200" y="3429000"/>
            <a:ext cx="12801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Georgia"/>
              <a:buNone/>
            </a:pPr>
            <a:r>
              <a:rPr b="1" i="0" lang="en" sz="3200" u="none" cap="none" strike="noStrike">
                <a:solidFill>
                  <a:schemeClr val="dk1"/>
                </a:solidFill>
                <a:latin typeface="Georgia"/>
                <a:ea typeface="Georgia"/>
                <a:cs typeface="Georgia"/>
                <a:sym typeface="Georgia"/>
              </a:rPr>
              <a:t>8</a:t>
            </a:r>
            <a:endParaRPr b="0" i="0" sz="3200" u="none" cap="none" strike="noStrike">
              <a:solidFill>
                <a:schemeClr val="dk1"/>
              </a:solidFill>
              <a:latin typeface="Calibri"/>
              <a:ea typeface="Calibri"/>
              <a:cs typeface="Calibri"/>
              <a:sym typeface="Calibri"/>
            </a:endParaRPr>
          </a:p>
        </p:txBody>
      </p:sp>
      <p:sp>
        <p:nvSpPr>
          <p:cNvPr id="1563" name="Google Shape;1563;p123"/>
          <p:cNvSpPr/>
          <p:nvPr/>
        </p:nvSpPr>
        <p:spPr>
          <a:xfrm>
            <a:off x="457200" y="393192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E1CB"/>
              </a:buClr>
              <a:buSzPts val="800"/>
              <a:buFont typeface="Arial"/>
              <a:buNone/>
            </a:pPr>
            <a:r>
              <a:rPr i="0" lang="en" sz="800" u="none" cap="none" strike="noStrike">
                <a:solidFill>
                  <a:schemeClr val="dk1"/>
                </a:solidFill>
                <a:latin typeface="Inter"/>
                <a:ea typeface="Inter"/>
                <a:cs typeface="Inter"/>
                <a:sym typeface="Inter"/>
              </a:rPr>
              <a:t>hero films released</a:t>
            </a:r>
            <a:endParaRPr i="0" sz="800" u="none" cap="none" strike="noStrike">
              <a:solidFill>
                <a:schemeClr val="dk1"/>
              </a:solidFill>
              <a:latin typeface="Inter"/>
              <a:ea typeface="Inter"/>
              <a:cs typeface="Inter"/>
              <a:sym typeface="Inter"/>
            </a:endParaRPr>
          </a:p>
        </p:txBody>
      </p:sp>
      <p:sp>
        <p:nvSpPr>
          <p:cNvPr id="1564" name="Google Shape;1564;p123"/>
          <p:cNvSpPr/>
          <p:nvPr/>
        </p:nvSpPr>
        <p:spPr>
          <a:xfrm>
            <a:off x="1920240" y="3429000"/>
            <a:ext cx="12801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Georgia"/>
              <a:buNone/>
            </a:pPr>
            <a:r>
              <a:rPr b="1" i="0" lang="en" sz="3200" u="none" cap="none" strike="noStrike">
                <a:solidFill>
                  <a:schemeClr val="dk1"/>
                </a:solidFill>
                <a:latin typeface="Georgia"/>
                <a:ea typeface="Georgia"/>
                <a:cs typeface="Georgia"/>
                <a:sym typeface="Georgia"/>
              </a:rPr>
              <a:t>2</a:t>
            </a:r>
            <a:endParaRPr b="0" i="0" sz="3200" u="none" cap="none" strike="noStrike">
              <a:solidFill>
                <a:schemeClr val="dk1"/>
              </a:solidFill>
              <a:latin typeface="Calibri"/>
              <a:ea typeface="Calibri"/>
              <a:cs typeface="Calibri"/>
              <a:sym typeface="Calibri"/>
            </a:endParaRPr>
          </a:p>
        </p:txBody>
      </p:sp>
      <p:sp>
        <p:nvSpPr>
          <p:cNvPr id="1565" name="Google Shape;1565;p123"/>
          <p:cNvSpPr/>
          <p:nvPr/>
        </p:nvSpPr>
        <p:spPr>
          <a:xfrm>
            <a:off x="1920240" y="393192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E1CB"/>
              </a:buClr>
              <a:buSzPts val="800"/>
              <a:buFont typeface="Arial"/>
              <a:buNone/>
            </a:pPr>
            <a:r>
              <a:rPr i="0" lang="en" sz="800" u="none" cap="none" strike="noStrike">
                <a:solidFill>
                  <a:schemeClr val="dk1"/>
                </a:solidFill>
                <a:latin typeface="Inter"/>
                <a:ea typeface="Inter"/>
                <a:cs typeface="Inter"/>
                <a:sym typeface="Inter"/>
              </a:rPr>
              <a:t>Instagram posts/week</a:t>
            </a:r>
            <a:endParaRPr i="0" sz="800" u="none" cap="none" strike="noStrike">
              <a:solidFill>
                <a:schemeClr val="dk1"/>
              </a:solidFill>
              <a:latin typeface="Inter"/>
              <a:ea typeface="Inter"/>
              <a:cs typeface="Inter"/>
              <a:sym typeface="Inter"/>
            </a:endParaRPr>
          </a:p>
        </p:txBody>
      </p:sp>
      <p:sp>
        <p:nvSpPr>
          <p:cNvPr id="1566" name="Google Shape;1566;p123"/>
          <p:cNvSpPr/>
          <p:nvPr/>
        </p:nvSpPr>
        <p:spPr>
          <a:xfrm>
            <a:off x="3383280" y="3429000"/>
            <a:ext cx="12801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Georgia"/>
              <a:buNone/>
            </a:pPr>
            <a:r>
              <a:rPr b="1" i="0" lang="en" sz="3200" u="none" cap="none" strike="noStrike">
                <a:solidFill>
                  <a:schemeClr val="dk1"/>
                </a:solidFill>
                <a:latin typeface="Georgia"/>
                <a:ea typeface="Georgia"/>
                <a:cs typeface="Georgia"/>
                <a:sym typeface="Georgia"/>
              </a:rPr>
              <a:t>8</a:t>
            </a:r>
            <a:endParaRPr b="0" i="0" sz="3200" u="none" cap="none" strike="noStrike">
              <a:solidFill>
                <a:schemeClr val="dk1"/>
              </a:solidFill>
              <a:latin typeface="Calibri"/>
              <a:ea typeface="Calibri"/>
              <a:cs typeface="Calibri"/>
              <a:sym typeface="Calibri"/>
            </a:endParaRPr>
          </a:p>
        </p:txBody>
      </p:sp>
      <p:sp>
        <p:nvSpPr>
          <p:cNvPr id="1567" name="Google Shape;1567;p123"/>
          <p:cNvSpPr/>
          <p:nvPr/>
        </p:nvSpPr>
        <p:spPr>
          <a:xfrm>
            <a:off x="3383280" y="393192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E1CB"/>
              </a:buClr>
              <a:buSzPts val="800"/>
              <a:buFont typeface="Arial"/>
              <a:buNone/>
            </a:pPr>
            <a:r>
              <a:rPr i="0" lang="en" sz="800" u="none" cap="none" strike="noStrike">
                <a:solidFill>
                  <a:schemeClr val="dk1"/>
                </a:solidFill>
                <a:latin typeface="Inter"/>
                <a:ea typeface="Inter"/>
                <a:cs typeface="Inter"/>
                <a:sym typeface="Inter"/>
              </a:rPr>
              <a:t>EDM broadcasts</a:t>
            </a:r>
            <a:endParaRPr i="0" sz="800" u="none" cap="none" strike="noStrike">
              <a:solidFill>
                <a:schemeClr val="dk1"/>
              </a:solidFill>
              <a:latin typeface="Inter"/>
              <a:ea typeface="Inter"/>
              <a:cs typeface="Inter"/>
              <a:sym typeface="Inter"/>
            </a:endParaRPr>
          </a:p>
        </p:txBody>
      </p:sp>
      <p:sp>
        <p:nvSpPr>
          <p:cNvPr id="1568" name="Google Shape;1568;p123"/>
          <p:cNvSpPr/>
          <p:nvPr/>
        </p:nvSpPr>
        <p:spPr>
          <a:xfrm>
            <a:off x="4846320" y="3429000"/>
            <a:ext cx="12801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Georgia"/>
              <a:buNone/>
            </a:pPr>
            <a:r>
              <a:rPr b="1" i="0" lang="en" sz="3200" u="none" cap="none" strike="noStrike">
                <a:solidFill>
                  <a:schemeClr val="dk1"/>
                </a:solidFill>
                <a:latin typeface="Georgia"/>
                <a:ea typeface="Georgia"/>
                <a:cs typeface="Georgia"/>
                <a:sym typeface="Georgia"/>
              </a:rPr>
              <a:t>1</a:t>
            </a:r>
            <a:endParaRPr b="0" i="0" sz="3200" u="none" cap="none" strike="noStrike">
              <a:solidFill>
                <a:schemeClr val="dk1"/>
              </a:solidFill>
              <a:latin typeface="Calibri"/>
              <a:ea typeface="Calibri"/>
              <a:cs typeface="Calibri"/>
              <a:sym typeface="Calibri"/>
            </a:endParaRPr>
          </a:p>
        </p:txBody>
      </p:sp>
      <p:sp>
        <p:nvSpPr>
          <p:cNvPr id="1569" name="Google Shape;1569;p123"/>
          <p:cNvSpPr/>
          <p:nvPr/>
        </p:nvSpPr>
        <p:spPr>
          <a:xfrm>
            <a:off x="4846320" y="393192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E1CB"/>
              </a:buClr>
              <a:buSzPts val="800"/>
              <a:buFont typeface="Arial"/>
              <a:buNone/>
            </a:pPr>
            <a:r>
              <a:rPr i="0" lang="en" sz="800" u="none" cap="none" strike="noStrike">
                <a:solidFill>
                  <a:schemeClr val="dk1"/>
                </a:solidFill>
                <a:latin typeface="Inter"/>
                <a:ea typeface="Inter"/>
                <a:cs typeface="Inter"/>
                <a:sym typeface="Inter"/>
              </a:rPr>
              <a:t>Ask Dr Whitney series</a:t>
            </a:r>
            <a:endParaRPr i="0" sz="800" u="none" cap="none" strike="noStrike">
              <a:solidFill>
                <a:schemeClr val="dk1"/>
              </a:solidFill>
              <a:latin typeface="Inter"/>
              <a:ea typeface="Inter"/>
              <a:cs typeface="Inter"/>
              <a:sym typeface="Inter"/>
            </a:endParaRPr>
          </a:p>
        </p:txBody>
      </p:sp>
      <p:sp>
        <p:nvSpPr>
          <p:cNvPr id="1570" name="Google Shape;1570;p123"/>
          <p:cNvSpPr/>
          <p:nvPr/>
        </p:nvSpPr>
        <p:spPr>
          <a:xfrm>
            <a:off x="6309360" y="3429000"/>
            <a:ext cx="12801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Georgia"/>
              <a:buNone/>
            </a:pPr>
            <a:r>
              <a:rPr b="1" i="0" lang="en" sz="3200" u="none" cap="none" strike="noStrike">
                <a:solidFill>
                  <a:schemeClr val="dk1"/>
                </a:solidFill>
                <a:latin typeface="Georgia"/>
                <a:ea typeface="Georgia"/>
                <a:cs typeface="Georgia"/>
                <a:sym typeface="Georgia"/>
              </a:rPr>
              <a:t>5+</a:t>
            </a:r>
            <a:endParaRPr b="0" i="0" sz="3200" u="none" cap="none" strike="noStrike">
              <a:solidFill>
                <a:schemeClr val="dk1"/>
              </a:solidFill>
              <a:latin typeface="Calibri"/>
              <a:ea typeface="Calibri"/>
              <a:cs typeface="Calibri"/>
              <a:sym typeface="Calibri"/>
            </a:endParaRPr>
          </a:p>
        </p:txBody>
      </p:sp>
      <p:sp>
        <p:nvSpPr>
          <p:cNvPr id="1571" name="Google Shape;1571;p123"/>
          <p:cNvSpPr/>
          <p:nvPr/>
        </p:nvSpPr>
        <p:spPr>
          <a:xfrm>
            <a:off x="6309360" y="393192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E1CB"/>
              </a:buClr>
              <a:buSzPts val="800"/>
              <a:buFont typeface="Arial"/>
              <a:buNone/>
            </a:pPr>
            <a:r>
              <a:rPr i="0" lang="en" sz="800" u="none" cap="none" strike="noStrike">
                <a:solidFill>
                  <a:schemeClr val="dk1"/>
                </a:solidFill>
                <a:latin typeface="Inter"/>
                <a:ea typeface="Inter"/>
                <a:cs typeface="Inter"/>
                <a:sym typeface="Inter"/>
              </a:rPr>
              <a:t>community events</a:t>
            </a:r>
            <a:endParaRPr i="0" sz="800" u="none" cap="none" strike="noStrike">
              <a:solidFill>
                <a:schemeClr val="dk1"/>
              </a:solidFill>
              <a:latin typeface="Inter"/>
              <a:ea typeface="Inter"/>
              <a:cs typeface="Inter"/>
              <a:sym typeface="Inter"/>
            </a:endParaRPr>
          </a:p>
        </p:txBody>
      </p:sp>
      <p:sp>
        <p:nvSpPr>
          <p:cNvPr id="1572" name="Google Shape;1572;p123"/>
          <p:cNvSpPr/>
          <p:nvPr/>
        </p:nvSpPr>
        <p:spPr>
          <a:xfrm>
            <a:off x="7772400" y="3429000"/>
            <a:ext cx="128016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Georgia"/>
              <a:buNone/>
            </a:pPr>
            <a:r>
              <a:rPr b="1" i="0" lang="en" sz="3200" u="none" cap="none" strike="noStrike">
                <a:solidFill>
                  <a:schemeClr val="dk1"/>
                </a:solidFill>
                <a:latin typeface="Georgia"/>
                <a:ea typeface="Georgia"/>
                <a:cs typeface="Georgia"/>
                <a:sym typeface="Georgia"/>
              </a:rPr>
              <a:t>1</a:t>
            </a:r>
            <a:endParaRPr b="0" i="0" sz="3200" u="none" cap="none" strike="noStrike">
              <a:solidFill>
                <a:schemeClr val="dk1"/>
              </a:solidFill>
              <a:latin typeface="Calibri"/>
              <a:ea typeface="Calibri"/>
              <a:cs typeface="Calibri"/>
              <a:sym typeface="Calibri"/>
            </a:endParaRPr>
          </a:p>
        </p:txBody>
      </p:sp>
      <p:sp>
        <p:nvSpPr>
          <p:cNvPr id="1573" name="Google Shape;1573;p123"/>
          <p:cNvSpPr/>
          <p:nvPr/>
        </p:nvSpPr>
        <p:spPr>
          <a:xfrm>
            <a:off x="7772400" y="3931920"/>
            <a:ext cx="1280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E1CB"/>
              </a:buClr>
              <a:buSzPts val="800"/>
              <a:buFont typeface="Arial"/>
              <a:buNone/>
            </a:pPr>
            <a:r>
              <a:rPr i="0" lang="en" sz="800" u="none" cap="none" strike="noStrike">
                <a:solidFill>
                  <a:schemeClr val="dk1"/>
                </a:solidFill>
                <a:latin typeface="Inter"/>
                <a:ea typeface="Inter"/>
                <a:cs typeface="Inter"/>
                <a:sym typeface="Inter"/>
              </a:rPr>
              <a:t>TBT advertorial live</a:t>
            </a:r>
            <a:endParaRPr i="0" sz="800" u="none" cap="none" strike="noStrike">
              <a:solidFill>
                <a:schemeClr val="dk1"/>
              </a:solidFill>
              <a:latin typeface="Inter"/>
              <a:ea typeface="Inter"/>
              <a:cs typeface="Inter"/>
              <a:sym typeface="Inter"/>
            </a:endParaRPr>
          </a:p>
        </p:txBody>
      </p:sp>
      <p:pic>
        <p:nvPicPr>
          <p:cNvPr id="1574" name="Google Shape;1574;p123" title="Novi Brand Logo.png"/>
          <p:cNvPicPr preferRelativeResize="0"/>
          <p:nvPr/>
        </p:nvPicPr>
        <p:blipFill>
          <a:blip r:embed="rId3">
            <a:alphaModFix/>
          </a:blip>
          <a:stretch>
            <a:fillRect/>
          </a:stretch>
        </p:blipFill>
        <p:spPr>
          <a:xfrm>
            <a:off x="548641" y="925216"/>
            <a:ext cx="2171149" cy="11671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BD1F"/>
        </a:solidFill>
      </p:bgPr>
    </p:bg>
    <p:spTree>
      <p:nvGrpSpPr>
        <p:cNvPr id="1579" name="Shape 1579"/>
        <p:cNvGrpSpPr/>
        <p:nvPr/>
      </p:nvGrpSpPr>
      <p:grpSpPr>
        <a:xfrm>
          <a:off x="0" y="0"/>
          <a:ext cx="0" cy="0"/>
          <a:chOff x="0" y="0"/>
          <a:chExt cx="0" cy="0"/>
        </a:xfrm>
      </p:grpSpPr>
      <p:sp>
        <p:nvSpPr>
          <p:cNvPr id="1580" name="Google Shape;1580;p124"/>
          <p:cNvSpPr/>
          <p:nvPr/>
        </p:nvSpPr>
        <p:spPr>
          <a:xfrm>
            <a:off x="371990" y="1371625"/>
            <a:ext cx="6515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DCAA5"/>
              </a:buClr>
              <a:buSzPts val="800"/>
              <a:buFont typeface="Calibri"/>
              <a:buNone/>
            </a:pPr>
            <a:r>
              <a:rPr b="1" i="0" lang="en" sz="800" u="none" cap="none" strike="noStrike">
                <a:solidFill>
                  <a:schemeClr val="dk1"/>
                </a:solidFill>
                <a:latin typeface="Inter"/>
                <a:ea typeface="Inter"/>
                <a:cs typeface="Inter"/>
                <a:sym typeface="Inter"/>
              </a:rPr>
              <a:t>NOVI HEALTH · CAMPAIGN PLAN · MAY–JUNE 2026</a:t>
            </a:r>
            <a:endParaRPr i="0" sz="800" u="none" cap="none" strike="noStrike">
              <a:solidFill>
                <a:schemeClr val="dk1"/>
              </a:solidFill>
              <a:latin typeface="Inter"/>
              <a:ea typeface="Inter"/>
              <a:cs typeface="Inter"/>
              <a:sym typeface="Inter"/>
            </a:endParaRPr>
          </a:p>
        </p:txBody>
      </p:sp>
      <p:sp>
        <p:nvSpPr>
          <p:cNvPr id="1581" name="Google Shape;1581;p124"/>
          <p:cNvSpPr/>
          <p:nvPr/>
        </p:nvSpPr>
        <p:spPr>
          <a:xfrm>
            <a:off x="371990" y="1714525"/>
            <a:ext cx="6720900" cy="15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3300"/>
              <a:buFont typeface="Georgia"/>
              <a:buNone/>
            </a:pPr>
            <a:r>
              <a:rPr i="0" lang="en" sz="3300" u="none" cap="none" strike="noStrike">
                <a:solidFill>
                  <a:schemeClr val="dk1"/>
                </a:solidFill>
                <a:latin typeface="Inter"/>
                <a:ea typeface="Inter"/>
                <a:cs typeface="Inter"/>
                <a:sym typeface="Inter"/>
              </a:rPr>
              <a:t>From first video</a:t>
            </a:r>
            <a:endParaRPr i="0" sz="33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FFFFFF"/>
              </a:buClr>
              <a:buSzPts val="3300"/>
              <a:buFont typeface="Georgia"/>
              <a:buNone/>
            </a:pPr>
            <a:r>
              <a:rPr i="0" lang="en" sz="3300" u="none" cap="none" strike="noStrike">
                <a:solidFill>
                  <a:schemeClr val="dk1"/>
                </a:solidFill>
                <a:latin typeface="Inter"/>
                <a:ea typeface="Inter"/>
                <a:cs typeface="Inter"/>
                <a:sym typeface="Inter"/>
              </a:rPr>
              <a:t>to website launch —</a:t>
            </a:r>
            <a:endParaRPr i="0" sz="33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FFFFFF"/>
              </a:buClr>
              <a:buSzPts val="3300"/>
              <a:buFont typeface="Georgia"/>
              <a:buNone/>
            </a:pPr>
            <a:r>
              <a:rPr i="0" lang="en" sz="3300" u="none" cap="none" strike="noStrike">
                <a:solidFill>
                  <a:schemeClr val="dk1"/>
                </a:solidFill>
                <a:latin typeface="Inter"/>
                <a:ea typeface="Inter"/>
                <a:cs typeface="Inter"/>
                <a:sym typeface="Inter"/>
              </a:rPr>
              <a:t>8 weeks.</a:t>
            </a:r>
            <a:endParaRPr i="0" sz="3300" u="none" cap="none" strike="noStrike">
              <a:solidFill>
                <a:schemeClr val="dk1"/>
              </a:solidFill>
              <a:latin typeface="Inter"/>
              <a:ea typeface="Inter"/>
              <a:cs typeface="Inter"/>
              <a:sym typeface="Inter"/>
            </a:endParaRPr>
          </a:p>
        </p:txBody>
      </p:sp>
      <p:sp>
        <p:nvSpPr>
          <p:cNvPr id="1582" name="Google Shape;1582;p124"/>
          <p:cNvSpPr/>
          <p:nvPr/>
        </p:nvSpPr>
        <p:spPr>
          <a:xfrm>
            <a:off x="371990" y="3291865"/>
            <a:ext cx="6515100" cy="48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DCAA5"/>
              </a:buClr>
              <a:buSzPts val="1300"/>
              <a:buFont typeface="Calibri"/>
              <a:buNone/>
            </a:pPr>
            <a:r>
              <a:rPr i="0" lang="en" sz="1300" u="none" cap="none" strike="noStrike">
                <a:solidFill>
                  <a:schemeClr val="dk1"/>
                </a:solidFill>
                <a:latin typeface="Inter"/>
                <a:ea typeface="Inter"/>
                <a:cs typeface="Inter"/>
                <a:sym typeface="Inter"/>
              </a:rPr>
              <a:t>The plan is built. The assets are coming. Let's move.</a:t>
            </a:r>
            <a:endParaRPr i="0" sz="1300" u="none" cap="none" strike="noStrike">
              <a:solidFill>
                <a:schemeClr val="dk1"/>
              </a:solidFill>
              <a:latin typeface="Inter"/>
              <a:ea typeface="Inter"/>
              <a:cs typeface="Inter"/>
              <a:sym typeface="Inter"/>
            </a:endParaRPr>
          </a:p>
        </p:txBody>
      </p:sp>
      <p:pic>
        <p:nvPicPr>
          <p:cNvPr descr="A yellow text with a person's head&#10;&#10;AI-generated content may be incorrect." id="1583" name="Google Shape;1583;p124"/>
          <p:cNvPicPr preferRelativeResize="0"/>
          <p:nvPr/>
        </p:nvPicPr>
        <p:blipFill rotWithShape="1">
          <a:blip r:embed="rId3">
            <a:alphaModFix/>
          </a:blip>
          <a:srcRect b="22794" l="11347" r="11777" t="19339"/>
          <a:stretch/>
        </p:blipFill>
        <p:spPr>
          <a:xfrm>
            <a:off x="5638126" y="2033972"/>
            <a:ext cx="2657950" cy="10755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88" name="Shape 1588"/>
        <p:cNvGrpSpPr/>
        <p:nvPr/>
      </p:nvGrpSpPr>
      <p:grpSpPr>
        <a:xfrm>
          <a:off x="0" y="0"/>
          <a:ext cx="0" cy="0"/>
          <a:chOff x="0" y="0"/>
          <a:chExt cx="0" cy="0"/>
        </a:xfrm>
      </p:grpSpPr>
      <p:sp>
        <p:nvSpPr>
          <p:cNvPr id="1589" name="Google Shape;1589;p125"/>
          <p:cNvSpPr/>
          <p:nvPr/>
        </p:nvSpPr>
        <p:spPr>
          <a:xfrm>
            <a:off x="0" y="0"/>
            <a:ext cx="9144000" cy="5143500"/>
          </a:xfrm>
          <a:prstGeom prst="rect">
            <a:avLst/>
          </a:prstGeom>
          <a:solidFill>
            <a:srgbClr val="E5D8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1590" name="Google Shape;1590;p125"/>
          <p:cNvSpPr/>
          <p:nvPr/>
        </p:nvSpPr>
        <p:spPr>
          <a:xfrm>
            <a:off x="0" y="4114800"/>
            <a:ext cx="9144000" cy="10287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591" name="Google Shape;1591;p125"/>
          <p:cNvSpPr/>
          <p:nvPr/>
        </p:nvSpPr>
        <p:spPr>
          <a:xfrm>
            <a:off x="548640" y="594360"/>
            <a:ext cx="8046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E1CB"/>
              </a:buClr>
              <a:buSzPts val="1000"/>
              <a:buFont typeface="Arial"/>
              <a:buNone/>
            </a:pPr>
            <a:r>
              <a:rPr b="1" i="0" lang="en" sz="1000" u="none" cap="none" strike="noStrike">
                <a:solidFill>
                  <a:schemeClr val="dk1"/>
                </a:solidFill>
                <a:latin typeface="Inter"/>
                <a:ea typeface="Inter"/>
                <a:cs typeface="Inter"/>
                <a:sym typeface="Inter"/>
              </a:rPr>
              <a:t>NOVI HEALTH</a:t>
            </a:r>
            <a:endParaRPr i="0" sz="1000" u="none" cap="none" strike="noStrike">
              <a:solidFill>
                <a:schemeClr val="dk1"/>
              </a:solidFill>
              <a:latin typeface="Inter"/>
              <a:ea typeface="Inter"/>
              <a:cs typeface="Inter"/>
              <a:sym typeface="Inter"/>
            </a:endParaRPr>
          </a:p>
        </p:txBody>
      </p:sp>
      <p:sp>
        <p:nvSpPr>
          <p:cNvPr id="1592" name="Google Shape;1592;p125"/>
          <p:cNvSpPr/>
          <p:nvPr/>
        </p:nvSpPr>
        <p:spPr>
          <a:xfrm>
            <a:off x="548640" y="1005840"/>
            <a:ext cx="80467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i="0" lang="en" sz="4400" u="none" cap="none" strike="noStrike">
                <a:solidFill>
                  <a:schemeClr val="dk1"/>
                </a:solidFill>
                <a:latin typeface="Inter"/>
                <a:ea typeface="Inter"/>
                <a:cs typeface="Inter"/>
                <a:sym typeface="Inter"/>
              </a:rPr>
              <a:t>Master Content Calendar</a:t>
            </a:r>
            <a:endParaRPr i="0" sz="4400" u="none" cap="none" strike="noStrike">
              <a:solidFill>
                <a:schemeClr val="dk1"/>
              </a:solidFill>
              <a:latin typeface="Inter"/>
              <a:ea typeface="Inter"/>
              <a:cs typeface="Inter"/>
              <a:sym typeface="Inter"/>
            </a:endParaRPr>
          </a:p>
        </p:txBody>
      </p:sp>
      <p:sp>
        <p:nvSpPr>
          <p:cNvPr id="1593" name="Google Shape;1593;p125"/>
          <p:cNvSpPr/>
          <p:nvPr/>
        </p:nvSpPr>
        <p:spPr>
          <a:xfrm>
            <a:off x="548640" y="2057400"/>
            <a:ext cx="8046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E1CB"/>
              </a:buClr>
              <a:buSzPts val="1800"/>
              <a:buFont typeface="Arial"/>
              <a:buNone/>
            </a:pPr>
            <a:r>
              <a:rPr i="0" lang="en" sz="1800" u="none" cap="none" strike="noStrike">
                <a:solidFill>
                  <a:schemeClr val="dk1"/>
                </a:solidFill>
                <a:latin typeface="Inter"/>
                <a:ea typeface="Inter"/>
                <a:cs typeface="Inter"/>
                <a:sym typeface="Inter"/>
              </a:rPr>
              <a:t>Late June – September 2026</a:t>
            </a:r>
            <a:endParaRPr i="0" sz="1800" u="none" cap="none" strike="noStrike">
              <a:solidFill>
                <a:schemeClr val="dk1"/>
              </a:solidFill>
              <a:latin typeface="Inter"/>
              <a:ea typeface="Inter"/>
              <a:cs typeface="Inter"/>
              <a:sym typeface="Inter"/>
            </a:endParaRPr>
          </a:p>
        </p:txBody>
      </p:sp>
      <p:sp>
        <p:nvSpPr>
          <p:cNvPr id="1594" name="Google Shape;1594;p125"/>
          <p:cNvSpPr/>
          <p:nvPr/>
        </p:nvSpPr>
        <p:spPr>
          <a:xfrm>
            <a:off x="548640" y="4442740"/>
            <a:ext cx="8046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 sz="1300" u="none" cap="none" strike="noStrike">
                <a:solidFill>
                  <a:schemeClr val="lt1"/>
                </a:solidFill>
                <a:latin typeface="Inter"/>
                <a:ea typeface="Inter"/>
                <a:cs typeface="Inter"/>
                <a:sym typeface="Inter"/>
              </a:rPr>
              <a:t>Owned content  ·  TBT partnership  ·  Bangkok activation  ·  Community events</a:t>
            </a:r>
            <a:endParaRPr i="0" sz="1300" u="none" cap="none" strike="noStrike">
              <a:solidFill>
                <a:schemeClr val="lt1"/>
              </a:solidFill>
              <a:latin typeface="Inter"/>
              <a:ea typeface="Inter"/>
              <a:cs typeface="Inter"/>
              <a:sym typeface="Inter"/>
            </a:endParaRPr>
          </a:p>
        </p:txBody>
      </p:sp>
      <p:sp>
        <p:nvSpPr>
          <p:cNvPr id="1595" name="Google Shape;1595;p125"/>
          <p:cNvSpPr/>
          <p:nvPr/>
        </p:nvSpPr>
        <p:spPr>
          <a:xfrm>
            <a:off x="331540" y="3246120"/>
            <a:ext cx="987600" cy="255900"/>
          </a:xfrm>
          <a:prstGeom prst="roundRect">
            <a:avLst>
              <a:gd fmla="val 17857" name="adj"/>
            </a:avLst>
          </a:prstGeom>
          <a:solidFill>
            <a:srgbClr val="1B2A4A"/>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596" name="Google Shape;1596;p125"/>
          <p:cNvSpPr/>
          <p:nvPr/>
        </p:nvSpPr>
        <p:spPr>
          <a:xfrm>
            <a:off x="368116" y="3264408"/>
            <a:ext cx="914400" cy="219600"/>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800"/>
              <a:buFont typeface="Arial"/>
              <a:buNone/>
            </a:pPr>
            <a:r>
              <a:rPr b="1" i="0" lang="en" sz="800" u="none" cap="none" strike="noStrike">
                <a:solidFill>
                  <a:schemeClr val="lt1"/>
                </a:solidFill>
                <a:latin typeface="Inter"/>
                <a:ea typeface="Inter"/>
                <a:cs typeface="Inter"/>
                <a:sym typeface="Inter"/>
              </a:rPr>
              <a:t>Website</a:t>
            </a:r>
            <a:endParaRPr i="0" sz="800" u="none" cap="none" strike="noStrike">
              <a:solidFill>
                <a:schemeClr val="lt1"/>
              </a:solidFill>
              <a:latin typeface="Inter"/>
              <a:ea typeface="Inter"/>
              <a:cs typeface="Inter"/>
              <a:sym typeface="Inter"/>
            </a:endParaRPr>
          </a:p>
        </p:txBody>
      </p:sp>
      <p:sp>
        <p:nvSpPr>
          <p:cNvPr id="1597" name="Google Shape;1597;p125"/>
          <p:cNvSpPr/>
          <p:nvPr/>
        </p:nvSpPr>
        <p:spPr>
          <a:xfrm>
            <a:off x="1410532" y="3246120"/>
            <a:ext cx="987600" cy="255900"/>
          </a:xfrm>
          <a:prstGeom prst="roundRect">
            <a:avLst>
              <a:gd fmla="val 17857" name="adj"/>
            </a:avLst>
          </a:prstGeom>
          <a:solidFill>
            <a:srgbClr val="1B2A4A"/>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598" name="Google Shape;1598;p125"/>
          <p:cNvSpPr/>
          <p:nvPr/>
        </p:nvSpPr>
        <p:spPr>
          <a:xfrm>
            <a:off x="1447108" y="3264408"/>
            <a:ext cx="914400" cy="219600"/>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3C3489"/>
              </a:buClr>
              <a:buSzPts val="800"/>
              <a:buFont typeface="Arial"/>
              <a:buNone/>
            </a:pPr>
            <a:r>
              <a:rPr b="1" i="0" lang="en" sz="800" u="none" cap="none" strike="noStrike">
                <a:solidFill>
                  <a:schemeClr val="lt1"/>
                </a:solidFill>
                <a:latin typeface="Inter"/>
                <a:ea typeface="Inter"/>
                <a:cs typeface="Inter"/>
                <a:sym typeface="Inter"/>
              </a:rPr>
              <a:t>TBT</a:t>
            </a:r>
            <a:endParaRPr i="0" sz="800" u="none" cap="none" strike="noStrike">
              <a:solidFill>
                <a:schemeClr val="lt1"/>
              </a:solidFill>
              <a:latin typeface="Inter"/>
              <a:ea typeface="Inter"/>
              <a:cs typeface="Inter"/>
              <a:sym typeface="Inter"/>
            </a:endParaRPr>
          </a:p>
        </p:txBody>
      </p:sp>
      <p:sp>
        <p:nvSpPr>
          <p:cNvPr id="1599" name="Google Shape;1599;p125"/>
          <p:cNvSpPr/>
          <p:nvPr/>
        </p:nvSpPr>
        <p:spPr>
          <a:xfrm>
            <a:off x="2489524" y="3246120"/>
            <a:ext cx="987600" cy="255900"/>
          </a:xfrm>
          <a:prstGeom prst="roundRect">
            <a:avLst>
              <a:gd fmla="val 17857" name="adj"/>
            </a:avLst>
          </a:prstGeom>
          <a:solidFill>
            <a:srgbClr val="1B2A4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00" name="Google Shape;1600;p125"/>
          <p:cNvSpPr/>
          <p:nvPr/>
        </p:nvSpPr>
        <p:spPr>
          <a:xfrm>
            <a:off x="2526100" y="3264408"/>
            <a:ext cx="914400" cy="219600"/>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800"/>
              <a:buFont typeface="Arial"/>
              <a:buNone/>
            </a:pPr>
            <a:r>
              <a:rPr b="1" i="0" lang="en" sz="800" u="none" cap="none" strike="noStrike">
                <a:solidFill>
                  <a:schemeClr val="lt1"/>
                </a:solidFill>
                <a:latin typeface="Inter"/>
                <a:ea typeface="Inter"/>
                <a:cs typeface="Inter"/>
                <a:sym typeface="Inter"/>
              </a:rPr>
              <a:t>eDM</a:t>
            </a:r>
            <a:endParaRPr i="0" sz="800" u="none" cap="none" strike="noStrike">
              <a:solidFill>
                <a:schemeClr val="lt1"/>
              </a:solidFill>
              <a:latin typeface="Inter"/>
              <a:ea typeface="Inter"/>
              <a:cs typeface="Inter"/>
              <a:sym typeface="Inter"/>
            </a:endParaRPr>
          </a:p>
        </p:txBody>
      </p:sp>
      <p:sp>
        <p:nvSpPr>
          <p:cNvPr id="1601" name="Google Shape;1601;p125"/>
          <p:cNvSpPr/>
          <p:nvPr/>
        </p:nvSpPr>
        <p:spPr>
          <a:xfrm>
            <a:off x="3568516" y="3246120"/>
            <a:ext cx="987600" cy="255900"/>
          </a:xfrm>
          <a:prstGeom prst="roundRect">
            <a:avLst>
              <a:gd fmla="val 17857" name="adj"/>
            </a:avLst>
          </a:prstGeom>
          <a:solidFill>
            <a:srgbClr val="1B2A4A"/>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02" name="Google Shape;1602;p125"/>
          <p:cNvSpPr/>
          <p:nvPr/>
        </p:nvSpPr>
        <p:spPr>
          <a:xfrm>
            <a:off x="3605092" y="3264408"/>
            <a:ext cx="914400" cy="219600"/>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800"/>
              <a:buFont typeface="Arial"/>
              <a:buNone/>
            </a:pPr>
            <a:r>
              <a:rPr b="1" i="0" lang="en" sz="800" u="none" cap="none" strike="noStrike">
                <a:solidFill>
                  <a:schemeClr val="lt1"/>
                </a:solidFill>
                <a:latin typeface="Inter"/>
                <a:ea typeface="Inter"/>
                <a:cs typeface="Inter"/>
                <a:sym typeface="Inter"/>
              </a:rPr>
              <a:t>LinkedIn</a:t>
            </a:r>
            <a:endParaRPr i="0" sz="800" u="none" cap="none" strike="noStrike">
              <a:solidFill>
                <a:schemeClr val="lt1"/>
              </a:solidFill>
              <a:latin typeface="Inter"/>
              <a:ea typeface="Inter"/>
              <a:cs typeface="Inter"/>
              <a:sym typeface="Inter"/>
            </a:endParaRPr>
          </a:p>
        </p:txBody>
      </p:sp>
      <p:sp>
        <p:nvSpPr>
          <p:cNvPr id="1603" name="Google Shape;1603;p125"/>
          <p:cNvSpPr/>
          <p:nvPr/>
        </p:nvSpPr>
        <p:spPr>
          <a:xfrm>
            <a:off x="4647508" y="3246120"/>
            <a:ext cx="987600" cy="255900"/>
          </a:xfrm>
          <a:prstGeom prst="roundRect">
            <a:avLst>
              <a:gd fmla="val 17857" name="adj"/>
            </a:avLst>
          </a:prstGeom>
          <a:solidFill>
            <a:srgbClr val="1B2A4A"/>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04" name="Google Shape;1604;p125"/>
          <p:cNvSpPr/>
          <p:nvPr/>
        </p:nvSpPr>
        <p:spPr>
          <a:xfrm>
            <a:off x="4684084" y="3264408"/>
            <a:ext cx="914400" cy="219600"/>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712B13"/>
              </a:buClr>
              <a:buSzPts val="800"/>
              <a:buFont typeface="Arial"/>
              <a:buNone/>
            </a:pPr>
            <a:r>
              <a:rPr b="1" i="0" lang="en" sz="800" u="none" cap="none" strike="noStrike">
                <a:solidFill>
                  <a:schemeClr val="lt1"/>
                </a:solidFill>
                <a:latin typeface="Inter"/>
                <a:ea typeface="Inter"/>
                <a:cs typeface="Inter"/>
                <a:sym typeface="Inter"/>
              </a:rPr>
              <a:t>Instagram</a:t>
            </a:r>
            <a:endParaRPr i="0" sz="800" u="none" cap="none" strike="noStrike">
              <a:solidFill>
                <a:schemeClr val="lt1"/>
              </a:solidFill>
              <a:latin typeface="Inter"/>
              <a:ea typeface="Inter"/>
              <a:cs typeface="Inter"/>
              <a:sym typeface="Inter"/>
            </a:endParaRPr>
          </a:p>
        </p:txBody>
      </p:sp>
      <p:sp>
        <p:nvSpPr>
          <p:cNvPr id="1605" name="Google Shape;1605;p125"/>
          <p:cNvSpPr/>
          <p:nvPr/>
        </p:nvSpPr>
        <p:spPr>
          <a:xfrm>
            <a:off x="5726500" y="3246120"/>
            <a:ext cx="987600" cy="255900"/>
          </a:xfrm>
          <a:prstGeom prst="roundRect">
            <a:avLst>
              <a:gd fmla="val 17857" name="adj"/>
            </a:avLst>
          </a:prstGeom>
          <a:solidFill>
            <a:srgbClr val="1B2A4A"/>
          </a:solidFill>
          <a:ln cap="flat" cmpd="sng" w="12700">
            <a:solidFill>
              <a:srgbClr val="DCF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06" name="Google Shape;1606;p125"/>
          <p:cNvSpPr/>
          <p:nvPr/>
        </p:nvSpPr>
        <p:spPr>
          <a:xfrm>
            <a:off x="5763076" y="3264408"/>
            <a:ext cx="914400" cy="219600"/>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166534"/>
              </a:buClr>
              <a:buSzPts val="800"/>
              <a:buFont typeface="Arial"/>
              <a:buNone/>
            </a:pPr>
            <a:r>
              <a:rPr b="1" i="0" lang="en" sz="800" u="none" cap="none" strike="noStrike">
                <a:solidFill>
                  <a:schemeClr val="lt1"/>
                </a:solidFill>
                <a:latin typeface="Inter"/>
                <a:ea typeface="Inter"/>
                <a:cs typeface="Inter"/>
                <a:sym typeface="Inter"/>
              </a:rPr>
              <a:t>WhatsApp</a:t>
            </a:r>
            <a:endParaRPr i="0" sz="800" u="none" cap="none" strike="noStrike">
              <a:solidFill>
                <a:schemeClr val="lt1"/>
              </a:solidFill>
              <a:latin typeface="Inter"/>
              <a:ea typeface="Inter"/>
              <a:cs typeface="Inter"/>
              <a:sym typeface="Inter"/>
            </a:endParaRPr>
          </a:p>
        </p:txBody>
      </p:sp>
      <p:sp>
        <p:nvSpPr>
          <p:cNvPr id="1607" name="Google Shape;1607;p125"/>
          <p:cNvSpPr/>
          <p:nvPr/>
        </p:nvSpPr>
        <p:spPr>
          <a:xfrm>
            <a:off x="6805492" y="3246120"/>
            <a:ext cx="987600" cy="255900"/>
          </a:xfrm>
          <a:prstGeom prst="roundRect">
            <a:avLst>
              <a:gd fmla="val 17857" name="adj"/>
            </a:avLst>
          </a:prstGeom>
          <a:solidFill>
            <a:srgbClr val="1B2A4A"/>
          </a:solidFill>
          <a:ln cap="flat" cmpd="sng" w="12700">
            <a:solidFill>
              <a:srgbClr val="FB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08" name="Google Shape;1608;p125"/>
          <p:cNvSpPr/>
          <p:nvPr/>
        </p:nvSpPr>
        <p:spPr>
          <a:xfrm>
            <a:off x="6842068" y="3264408"/>
            <a:ext cx="914400" cy="219600"/>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72243E"/>
              </a:buClr>
              <a:buSzPts val="800"/>
              <a:buFont typeface="Arial"/>
              <a:buNone/>
            </a:pPr>
            <a:r>
              <a:rPr b="1" i="0" lang="en" sz="800" u="none" cap="none" strike="noStrike">
                <a:solidFill>
                  <a:schemeClr val="lt1"/>
                </a:solidFill>
                <a:latin typeface="Inter"/>
                <a:ea typeface="Inter"/>
                <a:cs typeface="Inter"/>
                <a:sym typeface="Inter"/>
              </a:rPr>
              <a:t>Event</a:t>
            </a:r>
            <a:endParaRPr i="0" sz="800" u="none" cap="none" strike="noStrike">
              <a:solidFill>
                <a:schemeClr val="lt1"/>
              </a:solidFill>
              <a:latin typeface="Inter"/>
              <a:ea typeface="Inter"/>
              <a:cs typeface="Inter"/>
              <a:sym typeface="Inter"/>
            </a:endParaRPr>
          </a:p>
        </p:txBody>
      </p:sp>
      <p:sp>
        <p:nvSpPr>
          <p:cNvPr id="1609" name="Google Shape;1609;p125"/>
          <p:cNvSpPr/>
          <p:nvPr/>
        </p:nvSpPr>
        <p:spPr>
          <a:xfrm>
            <a:off x="7884484" y="3246120"/>
            <a:ext cx="987600" cy="255900"/>
          </a:xfrm>
          <a:prstGeom prst="roundRect">
            <a:avLst>
              <a:gd fmla="val 17857" name="adj"/>
            </a:avLst>
          </a:prstGeom>
          <a:solidFill>
            <a:srgbClr val="1B2A4A"/>
          </a:solidFill>
          <a:ln cap="flat" cmpd="sng" w="12700">
            <a:solidFill>
              <a:srgbClr val="F1E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10" name="Google Shape;1610;p125"/>
          <p:cNvSpPr/>
          <p:nvPr/>
        </p:nvSpPr>
        <p:spPr>
          <a:xfrm>
            <a:off x="7921060" y="3264408"/>
            <a:ext cx="914400" cy="219600"/>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444441"/>
              </a:buClr>
              <a:buSzPts val="800"/>
              <a:buFont typeface="Arial"/>
              <a:buNone/>
            </a:pPr>
            <a:r>
              <a:rPr b="1" i="0" lang="en" sz="800" u="none" cap="none" strike="noStrike">
                <a:solidFill>
                  <a:schemeClr val="lt1"/>
                </a:solidFill>
                <a:latin typeface="Inter"/>
                <a:ea typeface="Inter"/>
                <a:cs typeface="Inter"/>
                <a:sym typeface="Inter"/>
              </a:rPr>
              <a:t>Spotify/YT</a:t>
            </a:r>
            <a:endParaRPr i="0" sz="800" u="none" cap="none" strike="noStrike">
              <a:solidFill>
                <a:schemeClr val="lt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5" name="Shape 1615"/>
        <p:cNvGrpSpPr/>
        <p:nvPr/>
      </p:nvGrpSpPr>
      <p:grpSpPr>
        <a:xfrm>
          <a:off x="0" y="0"/>
          <a:ext cx="0" cy="0"/>
          <a:chOff x="0" y="0"/>
          <a:chExt cx="0" cy="0"/>
        </a:xfrm>
      </p:grpSpPr>
      <p:sp>
        <p:nvSpPr>
          <p:cNvPr id="1616" name="Google Shape;1616;p126"/>
          <p:cNvSpPr/>
          <p:nvPr/>
        </p:nvSpPr>
        <p:spPr>
          <a:xfrm>
            <a:off x="0" y="0"/>
            <a:ext cx="9144000" cy="804672"/>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617" name="Google Shape;1617;p126"/>
          <p:cNvSpPr/>
          <p:nvPr/>
        </p:nvSpPr>
        <p:spPr>
          <a:xfrm>
            <a:off x="365760" y="54864"/>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mbria"/>
              <a:buNone/>
            </a:pPr>
            <a:r>
              <a:rPr b="1" i="0" lang="en" sz="2200" u="none" cap="none" strike="noStrike">
                <a:solidFill>
                  <a:srgbClr val="FFFFFF"/>
                </a:solidFill>
                <a:latin typeface="Inter"/>
                <a:ea typeface="Inter"/>
                <a:cs typeface="Inter"/>
                <a:sym typeface="Inter"/>
              </a:rPr>
              <a:t>June 2026</a:t>
            </a:r>
            <a:endParaRPr i="0" sz="2200" u="none" cap="none" strike="noStrike">
              <a:solidFill>
                <a:schemeClr val="dk1"/>
              </a:solidFill>
              <a:latin typeface="Inter"/>
              <a:ea typeface="Inter"/>
              <a:cs typeface="Inter"/>
              <a:sym typeface="Inter"/>
            </a:endParaRPr>
          </a:p>
        </p:txBody>
      </p:sp>
      <p:sp>
        <p:nvSpPr>
          <p:cNvPr id="1618" name="Google Shape;1618;p126"/>
          <p:cNvSpPr/>
          <p:nvPr/>
        </p:nvSpPr>
        <p:spPr>
          <a:xfrm>
            <a:off x="365760" y="457200"/>
            <a:ext cx="8412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E1CB"/>
              </a:buClr>
              <a:buSzPts val="900"/>
              <a:buFont typeface="Arial"/>
              <a:buNone/>
            </a:pPr>
            <a:r>
              <a:rPr i="1" lang="en" sz="900" u="none" cap="none" strike="noStrike">
                <a:solidFill>
                  <a:schemeClr val="lt1"/>
                </a:solidFill>
                <a:latin typeface="Inter"/>
                <a:ea typeface="Inter"/>
                <a:cs typeface="Inter"/>
                <a:sym typeface="Inter"/>
              </a:rPr>
              <a:t>Anchor: TBT advertorial #1 live  ·  Health screening narrative  ·  Continuous care article published</a:t>
            </a:r>
            <a:endParaRPr i="0" sz="900" u="none" cap="none" strike="noStrike">
              <a:solidFill>
                <a:schemeClr val="lt1"/>
              </a:solidFill>
              <a:latin typeface="Inter"/>
              <a:ea typeface="Inter"/>
              <a:cs typeface="Inter"/>
              <a:sym typeface="Inter"/>
            </a:endParaRPr>
          </a:p>
        </p:txBody>
      </p:sp>
      <p:sp>
        <p:nvSpPr>
          <p:cNvPr id="1619" name="Google Shape;1619;p126"/>
          <p:cNvSpPr/>
          <p:nvPr/>
        </p:nvSpPr>
        <p:spPr>
          <a:xfrm>
            <a:off x="164592" y="850392"/>
            <a:ext cx="1051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D1C7"/>
              </a:buClr>
              <a:buSzPts val="700"/>
              <a:buFont typeface="Arial"/>
              <a:buNone/>
            </a:pPr>
            <a:r>
              <a:rPr b="1" i="0" lang="en" sz="700" u="none" cap="none" strike="noStrike">
                <a:solidFill>
                  <a:srgbClr val="D3D1C7"/>
                </a:solidFill>
                <a:latin typeface="Inter"/>
                <a:ea typeface="Inter"/>
                <a:cs typeface="Inter"/>
                <a:sym typeface="Inter"/>
              </a:rPr>
              <a:t>DATE</a:t>
            </a:r>
            <a:endParaRPr i="0" sz="700" u="none" cap="none" strike="noStrike">
              <a:solidFill>
                <a:schemeClr val="dk1"/>
              </a:solidFill>
              <a:latin typeface="Inter"/>
              <a:ea typeface="Inter"/>
              <a:cs typeface="Inter"/>
              <a:sym typeface="Inter"/>
            </a:endParaRPr>
          </a:p>
        </p:txBody>
      </p:sp>
      <p:sp>
        <p:nvSpPr>
          <p:cNvPr id="1620" name="Google Shape;1620;p126"/>
          <p:cNvSpPr/>
          <p:nvPr/>
        </p:nvSpPr>
        <p:spPr>
          <a:xfrm>
            <a:off x="1261872" y="850392"/>
            <a:ext cx="75895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D1C7"/>
              </a:buClr>
              <a:buSzPts val="700"/>
              <a:buFont typeface="Arial"/>
              <a:buNone/>
            </a:pPr>
            <a:r>
              <a:rPr b="1" i="0" lang="en" sz="700" u="none" cap="none" strike="noStrike">
                <a:solidFill>
                  <a:srgbClr val="D3D1C7"/>
                </a:solidFill>
                <a:latin typeface="Inter"/>
                <a:ea typeface="Inter"/>
                <a:cs typeface="Inter"/>
                <a:sym typeface="Inter"/>
              </a:rPr>
              <a:t>CHANNEL  /  CONTENT</a:t>
            </a:r>
            <a:endParaRPr i="0" sz="700" u="none" cap="none" strike="noStrike">
              <a:solidFill>
                <a:schemeClr val="dk1"/>
              </a:solidFill>
              <a:latin typeface="Inter"/>
              <a:ea typeface="Inter"/>
              <a:cs typeface="Inter"/>
              <a:sym typeface="Inter"/>
            </a:endParaRPr>
          </a:p>
        </p:txBody>
      </p:sp>
      <p:cxnSp>
        <p:nvCxnSpPr>
          <p:cNvPr id="1621" name="Google Shape;1621;p126"/>
          <p:cNvCxnSpPr/>
          <p:nvPr/>
        </p:nvCxnSpPr>
        <p:spPr>
          <a:xfrm>
            <a:off x="164592" y="1042416"/>
            <a:ext cx="8823960" cy="0"/>
          </a:xfrm>
          <a:prstGeom prst="straightConnector1">
            <a:avLst/>
          </a:prstGeom>
          <a:noFill/>
          <a:ln cap="flat" cmpd="sng" w="9525">
            <a:solidFill>
              <a:srgbClr val="D3D1C7"/>
            </a:solidFill>
            <a:prstDash val="solid"/>
            <a:round/>
            <a:headEnd len="sm" w="sm" type="none"/>
            <a:tailEnd len="sm" w="sm" type="none"/>
          </a:ln>
        </p:spPr>
      </p:cxnSp>
      <p:sp>
        <p:nvSpPr>
          <p:cNvPr id="1622" name="Google Shape;1622;p126"/>
          <p:cNvSpPr/>
          <p:nvPr/>
        </p:nvSpPr>
        <p:spPr>
          <a:xfrm>
            <a:off x="164592" y="1097280"/>
            <a:ext cx="8823960" cy="914400"/>
          </a:xfrm>
          <a:prstGeom prst="roundRect">
            <a:avLst>
              <a:gd fmla="val 6000"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623" name="Google Shape;1623;p126"/>
          <p:cNvSpPr/>
          <p:nvPr/>
        </p:nvSpPr>
        <p:spPr>
          <a:xfrm>
            <a:off x="201168" y="115214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Inter"/>
                <a:ea typeface="Inter"/>
                <a:cs typeface="Inter"/>
                <a:sym typeface="Inter"/>
              </a:rPr>
              <a:t>26 Jun</a:t>
            </a:r>
            <a:endParaRPr i="0" sz="900" u="none" cap="none" strike="noStrike">
              <a:solidFill>
                <a:schemeClr val="dk1"/>
              </a:solidFill>
              <a:latin typeface="Inter"/>
              <a:ea typeface="Inter"/>
              <a:cs typeface="Inter"/>
              <a:sym typeface="Inter"/>
            </a:endParaRPr>
          </a:p>
        </p:txBody>
      </p:sp>
      <p:sp>
        <p:nvSpPr>
          <p:cNvPr id="1624" name="Google Shape;1624;p126"/>
          <p:cNvSpPr/>
          <p:nvPr/>
        </p:nvSpPr>
        <p:spPr>
          <a:xfrm>
            <a:off x="201168" y="135331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i="1" lang="en" sz="700" u="none" cap="none" strike="noStrike">
                <a:solidFill>
                  <a:srgbClr val="5F5E5A"/>
                </a:solidFill>
                <a:latin typeface="Inter"/>
                <a:ea typeface="Inter"/>
                <a:cs typeface="Inter"/>
                <a:sym typeface="Inter"/>
              </a:rPr>
              <a:t>this week</a:t>
            </a:r>
            <a:endParaRPr i="0" sz="700" u="none" cap="none" strike="noStrike">
              <a:solidFill>
                <a:schemeClr val="dk1"/>
              </a:solidFill>
              <a:latin typeface="Inter"/>
              <a:ea typeface="Inter"/>
              <a:cs typeface="Inter"/>
              <a:sym typeface="Inter"/>
            </a:endParaRPr>
          </a:p>
        </p:txBody>
      </p:sp>
      <p:cxnSp>
        <p:nvCxnSpPr>
          <p:cNvPr id="1625" name="Google Shape;1625;p126"/>
          <p:cNvCxnSpPr/>
          <p:nvPr/>
        </p:nvCxnSpPr>
        <p:spPr>
          <a:xfrm>
            <a:off x="1243584" y="1152144"/>
            <a:ext cx="0" cy="804672"/>
          </a:xfrm>
          <a:prstGeom prst="straightConnector1">
            <a:avLst/>
          </a:prstGeom>
          <a:noFill/>
          <a:ln cap="flat" cmpd="sng" w="9525">
            <a:solidFill>
              <a:srgbClr val="D3D1C7"/>
            </a:solidFill>
            <a:prstDash val="solid"/>
            <a:round/>
            <a:headEnd len="sm" w="sm" type="none"/>
            <a:tailEnd len="sm" w="sm" type="none"/>
          </a:ln>
        </p:spPr>
      </p:cxnSp>
      <p:sp>
        <p:nvSpPr>
          <p:cNvPr id="1626" name="Google Shape;1626;p126"/>
          <p:cNvSpPr/>
          <p:nvPr/>
        </p:nvSpPr>
        <p:spPr>
          <a:xfrm>
            <a:off x="1298448" y="1161288"/>
            <a:ext cx="512064" cy="164592"/>
          </a:xfrm>
          <a:prstGeom prst="roundRect">
            <a:avLst>
              <a:gd fmla="val 22222" name="adj"/>
            </a:avLst>
          </a:prstGeom>
          <a:solidFill>
            <a:srgbClr val="1B2A4A"/>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27" name="Google Shape;1627;p126"/>
          <p:cNvSpPr/>
          <p:nvPr/>
        </p:nvSpPr>
        <p:spPr>
          <a:xfrm>
            <a:off x="1298448" y="1170432"/>
            <a:ext cx="51206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chemeClr val="lt1"/>
                </a:solidFill>
                <a:latin typeface="Inter"/>
                <a:ea typeface="Inter"/>
                <a:cs typeface="Inter"/>
                <a:sym typeface="Inter"/>
              </a:rPr>
              <a:t>Web</a:t>
            </a:r>
            <a:endParaRPr i="0" sz="700" u="none" cap="none" strike="noStrike">
              <a:solidFill>
                <a:schemeClr val="lt1"/>
              </a:solidFill>
              <a:latin typeface="Inter"/>
              <a:ea typeface="Inter"/>
              <a:cs typeface="Inter"/>
              <a:sym typeface="Inter"/>
            </a:endParaRPr>
          </a:p>
        </p:txBody>
      </p:sp>
      <p:sp>
        <p:nvSpPr>
          <p:cNvPr id="1628" name="Google Shape;1628;p126"/>
          <p:cNvSpPr/>
          <p:nvPr/>
        </p:nvSpPr>
        <p:spPr>
          <a:xfrm>
            <a:off x="1856232" y="1161288"/>
            <a:ext cx="420624" cy="164592"/>
          </a:xfrm>
          <a:prstGeom prst="roundRect">
            <a:avLst>
              <a:gd fmla="val 22222" name="adj"/>
            </a:avLst>
          </a:prstGeom>
          <a:solidFill>
            <a:srgbClr val="1B2A4A"/>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29" name="Google Shape;1629;p126"/>
          <p:cNvSpPr/>
          <p:nvPr/>
        </p:nvSpPr>
        <p:spPr>
          <a:xfrm>
            <a:off x="1856232" y="1170432"/>
            <a:ext cx="42062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chemeClr val="lt1"/>
                </a:solidFill>
                <a:latin typeface="Inter"/>
                <a:ea typeface="Inter"/>
                <a:cs typeface="Inter"/>
                <a:sym typeface="Inter"/>
              </a:rPr>
              <a:t>done</a:t>
            </a:r>
            <a:endParaRPr i="0" sz="700" u="none" cap="none" strike="noStrike">
              <a:solidFill>
                <a:schemeClr val="lt1"/>
              </a:solidFill>
              <a:latin typeface="Inter"/>
              <a:ea typeface="Inter"/>
              <a:cs typeface="Inter"/>
              <a:sym typeface="Inter"/>
            </a:endParaRPr>
          </a:p>
        </p:txBody>
      </p:sp>
      <p:sp>
        <p:nvSpPr>
          <p:cNvPr id="1630" name="Google Shape;1630;p126"/>
          <p:cNvSpPr/>
          <p:nvPr/>
        </p:nvSpPr>
        <p:spPr>
          <a:xfrm>
            <a:off x="2322576" y="1143000"/>
            <a:ext cx="657453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i="0" lang="en" sz="800" u="none" cap="none" strike="noStrike">
                <a:solidFill>
                  <a:srgbClr val="1B2A4A"/>
                </a:solidFill>
                <a:latin typeface="Inter"/>
                <a:ea typeface="Inter"/>
                <a:cs typeface="Inter"/>
                <a:sym typeface="Inter"/>
              </a:rPr>
              <a:t>Flagship article: Why more health tests don't always mean better health</a:t>
            </a:r>
            <a:endParaRPr i="0" sz="800" u="none" cap="none" strike="noStrike">
              <a:solidFill>
                <a:schemeClr val="dk1"/>
              </a:solidFill>
              <a:latin typeface="Inter"/>
              <a:ea typeface="Inter"/>
              <a:cs typeface="Inter"/>
              <a:sym typeface="Inter"/>
            </a:endParaRPr>
          </a:p>
        </p:txBody>
      </p:sp>
      <p:sp>
        <p:nvSpPr>
          <p:cNvPr id="1631" name="Google Shape;1631;p126"/>
          <p:cNvSpPr/>
          <p:nvPr/>
        </p:nvSpPr>
        <p:spPr>
          <a:xfrm>
            <a:off x="1298448" y="1367028"/>
            <a:ext cx="512064" cy="164592"/>
          </a:xfrm>
          <a:prstGeom prst="roundRect">
            <a:avLst>
              <a:gd fmla="val 22222" name="adj"/>
            </a:avLst>
          </a:prstGeom>
          <a:solidFill>
            <a:srgbClr val="1B2A4A"/>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32" name="Google Shape;1632;p126"/>
          <p:cNvSpPr/>
          <p:nvPr/>
        </p:nvSpPr>
        <p:spPr>
          <a:xfrm>
            <a:off x="1298448" y="1376172"/>
            <a:ext cx="51206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3C3489"/>
              </a:buClr>
              <a:buSzPts val="700"/>
              <a:buFont typeface="Arial"/>
              <a:buNone/>
            </a:pPr>
            <a:r>
              <a:rPr b="1" i="0" lang="en" sz="700" u="none" cap="none" strike="noStrike">
                <a:solidFill>
                  <a:schemeClr val="lt1"/>
                </a:solidFill>
                <a:latin typeface="Inter"/>
                <a:ea typeface="Inter"/>
                <a:cs typeface="Inter"/>
                <a:sym typeface="Inter"/>
              </a:rPr>
              <a:t>TBT</a:t>
            </a:r>
            <a:endParaRPr i="0" sz="700" u="none" cap="none" strike="noStrike">
              <a:solidFill>
                <a:schemeClr val="lt1"/>
              </a:solidFill>
              <a:latin typeface="Inter"/>
              <a:ea typeface="Inter"/>
              <a:cs typeface="Inter"/>
              <a:sym typeface="Inter"/>
            </a:endParaRPr>
          </a:p>
        </p:txBody>
      </p:sp>
      <p:sp>
        <p:nvSpPr>
          <p:cNvPr id="1633" name="Google Shape;1633;p126"/>
          <p:cNvSpPr/>
          <p:nvPr/>
        </p:nvSpPr>
        <p:spPr>
          <a:xfrm>
            <a:off x="1856232" y="1367028"/>
            <a:ext cx="420624" cy="164592"/>
          </a:xfrm>
          <a:prstGeom prst="roundRect">
            <a:avLst>
              <a:gd fmla="val 22222" name="adj"/>
            </a:avLst>
          </a:prstGeom>
          <a:solidFill>
            <a:srgbClr val="1B2A4A"/>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34" name="Google Shape;1634;p126"/>
          <p:cNvSpPr/>
          <p:nvPr/>
        </p:nvSpPr>
        <p:spPr>
          <a:xfrm>
            <a:off x="1856232" y="1376172"/>
            <a:ext cx="42062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chemeClr val="lt1"/>
                </a:solidFill>
                <a:latin typeface="Inter"/>
                <a:ea typeface="Inter"/>
                <a:cs typeface="Inter"/>
                <a:sym typeface="Inter"/>
              </a:rPr>
              <a:t>done</a:t>
            </a:r>
            <a:endParaRPr i="0" sz="700" u="none" cap="none" strike="noStrike">
              <a:solidFill>
                <a:schemeClr val="lt1"/>
              </a:solidFill>
              <a:latin typeface="Inter"/>
              <a:ea typeface="Inter"/>
              <a:cs typeface="Inter"/>
              <a:sym typeface="Inter"/>
            </a:endParaRPr>
          </a:p>
        </p:txBody>
      </p:sp>
      <p:sp>
        <p:nvSpPr>
          <p:cNvPr id="1635" name="Google Shape;1635;p126"/>
          <p:cNvSpPr/>
          <p:nvPr/>
        </p:nvSpPr>
        <p:spPr>
          <a:xfrm>
            <a:off x="2322576" y="1348740"/>
            <a:ext cx="657453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i="0" lang="en" sz="800" u="none" cap="none" strike="noStrike">
                <a:solidFill>
                  <a:srgbClr val="1B2A4A"/>
                </a:solidFill>
                <a:latin typeface="Inter"/>
                <a:ea typeface="Inter"/>
                <a:cs typeface="Inter"/>
                <a:sym typeface="Inter"/>
              </a:rPr>
              <a:t>TBT advertorial #1: Your annual health screening may be missing the point — 5,500 guaranteed pageviews</a:t>
            </a:r>
            <a:endParaRPr i="0" sz="800" u="none" cap="none" strike="noStrike">
              <a:solidFill>
                <a:schemeClr val="dk1"/>
              </a:solidFill>
              <a:latin typeface="Inter"/>
              <a:ea typeface="Inter"/>
              <a:cs typeface="Inter"/>
              <a:sym typeface="Inter"/>
            </a:endParaRPr>
          </a:p>
        </p:txBody>
      </p:sp>
      <p:sp>
        <p:nvSpPr>
          <p:cNvPr id="1636" name="Google Shape;1636;p126"/>
          <p:cNvSpPr/>
          <p:nvPr/>
        </p:nvSpPr>
        <p:spPr>
          <a:xfrm>
            <a:off x="1298448" y="1572768"/>
            <a:ext cx="512064" cy="164592"/>
          </a:xfrm>
          <a:prstGeom prst="roundRect">
            <a:avLst>
              <a:gd fmla="val 22222" name="adj"/>
            </a:avLst>
          </a:prstGeom>
          <a:solidFill>
            <a:srgbClr val="1B2A4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37" name="Google Shape;1637;p126"/>
          <p:cNvSpPr/>
          <p:nvPr/>
        </p:nvSpPr>
        <p:spPr>
          <a:xfrm>
            <a:off x="1298448" y="1581912"/>
            <a:ext cx="51206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700"/>
              <a:buFont typeface="Arial"/>
              <a:buNone/>
            </a:pPr>
            <a:r>
              <a:rPr b="1" i="0" lang="en" sz="700" u="none" cap="none" strike="noStrike">
                <a:solidFill>
                  <a:schemeClr val="lt1"/>
                </a:solidFill>
                <a:latin typeface="Inter"/>
                <a:ea typeface="Inter"/>
                <a:cs typeface="Inter"/>
                <a:sym typeface="Inter"/>
              </a:rPr>
              <a:t>eDM</a:t>
            </a:r>
            <a:endParaRPr i="0" sz="700" u="none" cap="none" strike="noStrike">
              <a:solidFill>
                <a:schemeClr val="lt1"/>
              </a:solidFill>
              <a:latin typeface="Inter"/>
              <a:ea typeface="Inter"/>
              <a:cs typeface="Inter"/>
              <a:sym typeface="Inter"/>
            </a:endParaRPr>
          </a:p>
        </p:txBody>
      </p:sp>
      <p:sp>
        <p:nvSpPr>
          <p:cNvPr id="1638" name="Google Shape;1638;p126"/>
          <p:cNvSpPr/>
          <p:nvPr/>
        </p:nvSpPr>
        <p:spPr>
          <a:xfrm>
            <a:off x="1856232" y="1572768"/>
            <a:ext cx="420624" cy="164592"/>
          </a:xfrm>
          <a:prstGeom prst="roundRect">
            <a:avLst>
              <a:gd fmla="val 22222" name="adj"/>
            </a:avLst>
          </a:prstGeom>
          <a:solidFill>
            <a:srgbClr val="1B2A4A"/>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39" name="Google Shape;1639;p126"/>
          <p:cNvSpPr/>
          <p:nvPr/>
        </p:nvSpPr>
        <p:spPr>
          <a:xfrm>
            <a:off x="1856232" y="1581912"/>
            <a:ext cx="42062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chemeClr val="lt1"/>
                </a:solidFill>
                <a:latin typeface="Inter"/>
                <a:ea typeface="Inter"/>
                <a:cs typeface="Inter"/>
                <a:sym typeface="Inter"/>
              </a:rPr>
              <a:t>done</a:t>
            </a:r>
            <a:endParaRPr i="0" sz="700" u="none" cap="none" strike="noStrike">
              <a:solidFill>
                <a:schemeClr val="lt1"/>
              </a:solidFill>
              <a:latin typeface="Inter"/>
              <a:ea typeface="Inter"/>
              <a:cs typeface="Inter"/>
              <a:sym typeface="Inter"/>
            </a:endParaRPr>
          </a:p>
        </p:txBody>
      </p:sp>
      <p:sp>
        <p:nvSpPr>
          <p:cNvPr id="1640" name="Google Shape;1640;p126"/>
          <p:cNvSpPr/>
          <p:nvPr/>
        </p:nvSpPr>
        <p:spPr>
          <a:xfrm>
            <a:off x="2322576" y="1554480"/>
            <a:ext cx="657453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i="0" lang="en" sz="800" u="none" cap="none" strike="noStrike">
                <a:solidFill>
                  <a:srgbClr val="1B2A4A"/>
                </a:solidFill>
                <a:latin typeface="Inter"/>
                <a:ea typeface="Inter"/>
                <a:cs typeface="Inter"/>
                <a:sym typeface="Inter"/>
              </a:rPr>
              <a:t>"Why more tests may not give better answers" — flagship + BT article + NOVI walk info</a:t>
            </a:r>
            <a:endParaRPr i="0" sz="800" u="none" cap="none" strike="noStrike">
              <a:solidFill>
                <a:schemeClr val="dk1"/>
              </a:solidFill>
              <a:latin typeface="Inter"/>
              <a:ea typeface="Inter"/>
              <a:cs typeface="Inter"/>
              <a:sym typeface="Inter"/>
            </a:endParaRPr>
          </a:p>
        </p:txBody>
      </p:sp>
      <p:sp>
        <p:nvSpPr>
          <p:cNvPr id="1641" name="Google Shape;1641;p126"/>
          <p:cNvSpPr/>
          <p:nvPr/>
        </p:nvSpPr>
        <p:spPr>
          <a:xfrm>
            <a:off x="1298448" y="1778508"/>
            <a:ext cx="512064" cy="164592"/>
          </a:xfrm>
          <a:prstGeom prst="roundRect">
            <a:avLst>
              <a:gd fmla="val 22222" name="adj"/>
            </a:avLst>
          </a:prstGeom>
          <a:solidFill>
            <a:srgbClr val="1B2A4A"/>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42" name="Google Shape;1642;p126"/>
          <p:cNvSpPr/>
          <p:nvPr/>
        </p:nvSpPr>
        <p:spPr>
          <a:xfrm>
            <a:off x="1298448" y="1787652"/>
            <a:ext cx="51206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712B13"/>
              </a:buClr>
              <a:buSzPts val="700"/>
              <a:buFont typeface="Arial"/>
              <a:buNone/>
            </a:pPr>
            <a:r>
              <a:rPr b="1" i="0" lang="en" sz="700" u="none" cap="none" strike="noStrike">
                <a:solidFill>
                  <a:schemeClr val="lt1"/>
                </a:solidFill>
                <a:latin typeface="Inter"/>
                <a:ea typeface="Inter"/>
                <a:cs typeface="Inter"/>
                <a:sym typeface="Inter"/>
              </a:rPr>
              <a:t>IG</a:t>
            </a:r>
            <a:endParaRPr i="0" sz="700" u="none" cap="none" strike="noStrike">
              <a:solidFill>
                <a:schemeClr val="lt1"/>
              </a:solidFill>
              <a:latin typeface="Inter"/>
              <a:ea typeface="Inter"/>
              <a:cs typeface="Inter"/>
              <a:sym typeface="Inter"/>
            </a:endParaRPr>
          </a:p>
        </p:txBody>
      </p:sp>
      <p:sp>
        <p:nvSpPr>
          <p:cNvPr id="1643" name="Google Shape;1643;p126"/>
          <p:cNvSpPr/>
          <p:nvPr/>
        </p:nvSpPr>
        <p:spPr>
          <a:xfrm>
            <a:off x="1856232" y="1760220"/>
            <a:ext cx="70408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i="0" lang="en" sz="800" u="none" cap="none" strike="noStrike">
                <a:solidFill>
                  <a:srgbClr val="1B2A4A"/>
                </a:solidFill>
                <a:latin typeface="Inter"/>
                <a:ea typeface="Inter"/>
                <a:cs typeface="Inter"/>
                <a:sym typeface="Inter"/>
              </a:rPr>
              <a:t>Carousel: 5 reasons annual health screenings aren't enough</a:t>
            </a:r>
            <a:endParaRPr i="0" sz="800" u="none" cap="none" strike="noStrike">
              <a:solidFill>
                <a:schemeClr val="dk1"/>
              </a:solidFill>
              <a:latin typeface="Inter"/>
              <a:ea typeface="Inter"/>
              <a:cs typeface="Inter"/>
              <a:sym typeface="Inter"/>
            </a:endParaRPr>
          </a:p>
        </p:txBody>
      </p:sp>
      <p:sp>
        <p:nvSpPr>
          <p:cNvPr id="1644" name="Google Shape;1644;p126"/>
          <p:cNvSpPr/>
          <p:nvPr/>
        </p:nvSpPr>
        <p:spPr>
          <a:xfrm>
            <a:off x="164592" y="2057400"/>
            <a:ext cx="8823960" cy="914400"/>
          </a:xfrm>
          <a:prstGeom prst="roundRect">
            <a:avLst>
              <a:gd fmla="val 6000" name="adj"/>
            </a:avLst>
          </a:prstGeom>
          <a:solidFill>
            <a:srgbClr val="FFFFFF"/>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26"/>
          <p:cNvSpPr/>
          <p:nvPr/>
        </p:nvSpPr>
        <p:spPr>
          <a:xfrm>
            <a:off x="201168" y="211226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Inter"/>
                <a:ea typeface="Inter"/>
                <a:cs typeface="Inter"/>
                <a:sym typeface="Inter"/>
              </a:rPr>
              <a:t>30 Jun</a:t>
            </a:r>
            <a:endParaRPr i="0" sz="900" u="none" cap="none" strike="noStrike">
              <a:solidFill>
                <a:schemeClr val="dk1"/>
              </a:solidFill>
              <a:latin typeface="Inter"/>
              <a:ea typeface="Inter"/>
              <a:cs typeface="Inter"/>
              <a:sym typeface="Inter"/>
            </a:endParaRPr>
          </a:p>
        </p:txBody>
      </p:sp>
      <p:sp>
        <p:nvSpPr>
          <p:cNvPr id="1646" name="Google Shape;1646;p126"/>
          <p:cNvSpPr/>
          <p:nvPr/>
        </p:nvSpPr>
        <p:spPr>
          <a:xfrm>
            <a:off x="201168" y="231343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i="1" lang="en" sz="700" u="none" cap="none" strike="noStrike">
                <a:solidFill>
                  <a:srgbClr val="5F5E5A"/>
                </a:solidFill>
                <a:latin typeface="Inter"/>
                <a:ea typeface="Inter"/>
                <a:cs typeface="Inter"/>
                <a:sym typeface="Inter"/>
              </a:rPr>
              <a:t>end of month</a:t>
            </a:r>
            <a:endParaRPr i="0" sz="700" u="none" cap="none" strike="noStrike">
              <a:solidFill>
                <a:schemeClr val="dk1"/>
              </a:solidFill>
              <a:latin typeface="Inter"/>
              <a:ea typeface="Inter"/>
              <a:cs typeface="Inter"/>
              <a:sym typeface="Inter"/>
            </a:endParaRPr>
          </a:p>
        </p:txBody>
      </p:sp>
      <p:cxnSp>
        <p:nvCxnSpPr>
          <p:cNvPr id="1647" name="Google Shape;1647;p126"/>
          <p:cNvCxnSpPr/>
          <p:nvPr/>
        </p:nvCxnSpPr>
        <p:spPr>
          <a:xfrm>
            <a:off x="1243584" y="2112264"/>
            <a:ext cx="0" cy="804672"/>
          </a:xfrm>
          <a:prstGeom prst="straightConnector1">
            <a:avLst/>
          </a:prstGeom>
          <a:noFill/>
          <a:ln cap="flat" cmpd="sng" w="9525">
            <a:solidFill>
              <a:srgbClr val="D3D1C7"/>
            </a:solidFill>
            <a:prstDash val="solid"/>
            <a:round/>
            <a:headEnd len="sm" w="sm" type="none"/>
            <a:tailEnd len="sm" w="sm" type="none"/>
          </a:ln>
        </p:spPr>
      </p:cxnSp>
      <p:sp>
        <p:nvSpPr>
          <p:cNvPr id="1648" name="Google Shape;1648;p126"/>
          <p:cNvSpPr/>
          <p:nvPr/>
        </p:nvSpPr>
        <p:spPr>
          <a:xfrm>
            <a:off x="1298448" y="2121408"/>
            <a:ext cx="512064" cy="164592"/>
          </a:xfrm>
          <a:prstGeom prst="roundRect">
            <a:avLst>
              <a:gd fmla="val 22222" name="adj"/>
            </a:avLst>
          </a:prstGeom>
          <a:solidFill>
            <a:srgbClr val="1B2A4A"/>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49" name="Google Shape;1649;p126"/>
          <p:cNvSpPr/>
          <p:nvPr/>
        </p:nvSpPr>
        <p:spPr>
          <a:xfrm>
            <a:off x="1298448" y="2130552"/>
            <a:ext cx="51206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chemeClr val="lt1"/>
                </a:solidFill>
                <a:latin typeface="Inter"/>
                <a:ea typeface="Inter"/>
                <a:cs typeface="Inter"/>
                <a:sym typeface="Inter"/>
              </a:rPr>
              <a:t>Web</a:t>
            </a:r>
            <a:endParaRPr i="0" sz="700" u="none" cap="none" strike="noStrike">
              <a:solidFill>
                <a:schemeClr val="lt1"/>
              </a:solidFill>
              <a:latin typeface="Inter"/>
              <a:ea typeface="Inter"/>
              <a:cs typeface="Inter"/>
              <a:sym typeface="Inter"/>
            </a:endParaRPr>
          </a:p>
        </p:txBody>
      </p:sp>
      <p:sp>
        <p:nvSpPr>
          <p:cNvPr id="1650" name="Google Shape;1650;p126"/>
          <p:cNvSpPr/>
          <p:nvPr/>
        </p:nvSpPr>
        <p:spPr>
          <a:xfrm>
            <a:off x="1856232" y="2121408"/>
            <a:ext cx="420624" cy="164592"/>
          </a:xfrm>
          <a:prstGeom prst="roundRect">
            <a:avLst>
              <a:gd fmla="val 22222" name="adj"/>
            </a:avLst>
          </a:prstGeom>
          <a:solidFill>
            <a:srgbClr val="1B2A4A"/>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51" name="Google Shape;1651;p126"/>
          <p:cNvSpPr/>
          <p:nvPr/>
        </p:nvSpPr>
        <p:spPr>
          <a:xfrm>
            <a:off x="1856232" y="2130552"/>
            <a:ext cx="42062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chemeClr val="lt1"/>
                </a:solidFill>
                <a:latin typeface="Inter"/>
                <a:ea typeface="Inter"/>
                <a:cs typeface="Inter"/>
                <a:sym typeface="Inter"/>
              </a:rPr>
              <a:t>done</a:t>
            </a:r>
            <a:endParaRPr i="0" sz="700" u="none" cap="none" strike="noStrike">
              <a:solidFill>
                <a:schemeClr val="lt1"/>
              </a:solidFill>
              <a:latin typeface="Inter"/>
              <a:ea typeface="Inter"/>
              <a:cs typeface="Inter"/>
              <a:sym typeface="Inter"/>
            </a:endParaRPr>
          </a:p>
        </p:txBody>
      </p:sp>
      <p:sp>
        <p:nvSpPr>
          <p:cNvPr id="1652" name="Google Shape;1652;p126"/>
          <p:cNvSpPr/>
          <p:nvPr/>
        </p:nvSpPr>
        <p:spPr>
          <a:xfrm>
            <a:off x="2322576" y="2103120"/>
            <a:ext cx="65745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i="0" lang="en" sz="800" u="none" cap="none" strike="noStrike">
                <a:solidFill>
                  <a:srgbClr val="1B2A4A"/>
                </a:solidFill>
                <a:latin typeface="Inter"/>
                <a:ea typeface="Inter"/>
                <a:cs typeface="Inter"/>
                <a:sym typeface="Inter"/>
              </a:rPr>
              <a:t>Supporting article #1: What is continuous care and why does it matter?</a:t>
            </a:r>
            <a:endParaRPr i="0" sz="800" u="none" cap="none" strike="noStrike">
              <a:solidFill>
                <a:schemeClr val="dk1"/>
              </a:solidFill>
              <a:latin typeface="Inter"/>
              <a:ea typeface="Inter"/>
              <a:cs typeface="Inter"/>
              <a:sym typeface="Inter"/>
            </a:endParaRPr>
          </a:p>
        </p:txBody>
      </p:sp>
      <p:sp>
        <p:nvSpPr>
          <p:cNvPr id="1653" name="Google Shape;1653;p126"/>
          <p:cNvSpPr/>
          <p:nvPr/>
        </p:nvSpPr>
        <p:spPr>
          <a:xfrm>
            <a:off x="1298448" y="2377440"/>
            <a:ext cx="512064" cy="164592"/>
          </a:xfrm>
          <a:prstGeom prst="roundRect">
            <a:avLst>
              <a:gd fmla="val 22222" name="adj"/>
            </a:avLst>
          </a:prstGeom>
          <a:solidFill>
            <a:srgbClr val="1B2A4A"/>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54" name="Google Shape;1654;p126"/>
          <p:cNvSpPr/>
          <p:nvPr/>
        </p:nvSpPr>
        <p:spPr>
          <a:xfrm>
            <a:off x="1298448" y="2386584"/>
            <a:ext cx="51206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700"/>
              <a:buFont typeface="Arial"/>
              <a:buNone/>
            </a:pPr>
            <a:r>
              <a:rPr b="1" i="0" lang="en" sz="700" u="none" cap="none" strike="noStrike">
                <a:solidFill>
                  <a:schemeClr val="lt1"/>
                </a:solidFill>
                <a:latin typeface="Inter"/>
                <a:ea typeface="Inter"/>
                <a:cs typeface="Inter"/>
                <a:sym typeface="Inter"/>
              </a:rPr>
              <a:t>LI</a:t>
            </a:r>
            <a:endParaRPr i="0" sz="700" u="none" cap="none" strike="noStrike">
              <a:solidFill>
                <a:schemeClr val="lt1"/>
              </a:solidFill>
              <a:latin typeface="Inter"/>
              <a:ea typeface="Inter"/>
              <a:cs typeface="Inter"/>
              <a:sym typeface="Inter"/>
            </a:endParaRPr>
          </a:p>
        </p:txBody>
      </p:sp>
      <p:sp>
        <p:nvSpPr>
          <p:cNvPr id="1655" name="Google Shape;1655;p126"/>
          <p:cNvSpPr/>
          <p:nvPr/>
        </p:nvSpPr>
        <p:spPr>
          <a:xfrm>
            <a:off x="1856232" y="2359152"/>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i="0" lang="en" sz="800" u="none" cap="none" strike="noStrike">
                <a:solidFill>
                  <a:srgbClr val="1B2A4A"/>
                </a:solidFill>
                <a:latin typeface="Inter"/>
                <a:ea typeface="Inter"/>
                <a:cs typeface="Inter"/>
                <a:sym typeface="Inter"/>
              </a:rPr>
              <a:t>Diabetes publication post — founders and Michelle  ·  Drive awareness to the study</a:t>
            </a:r>
            <a:endParaRPr i="0" sz="800" u="none" cap="none" strike="noStrike">
              <a:solidFill>
                <a:schemeClr val="dk1"/>
              </a:solidFill>
              <a:latin typeface="Inter"/>
              <a:ea typeface="Inter"/>
              <a:cs typeface="Inter"/>
              <a:sym typeface="Inter"/>
            </a:endParaRPr>
          </a:p>
        </p:txBody>
      </p:sp>
      <p:sp>
        <p:nvSpPr>
          <p:cNvPr id="1656" name="Google Shape;1656;p126"/>
          <p:cNvSpPr/>
          <p:nvPr/>
        </p:nvSpPr>
        <p:spPr>
          <a:xfrm>
            <a:off x="1298448" y="2633472"/>
            <a:ext cx="512064" cy="164592"/>
          </a:xfrm>
          <a:prstGeom prst="roundRect">
            <a:avLst>
              <a:gd fmla="val 22222" name="adj"/>
            </a:avLst>
          </a:prstGeom>
          <a:solidFill>
            <a:srgbClr val="1B2A4A"/>
          </a:solidFill>
          <a:ln cap="flat" cmpd="sng" w="12700">
            <a:solidFill>
              <a:srgbClr val="FB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57" name="Google Shape;1657;p126"/>
          <p:cNvSpPr/>
          <p:nvPr/>
        </p:nvSpPr>
        <p:spPr>
          <a:xfrm>
            <a:off x="1298448" y="2642616"/>
            <a:ext cx="51206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72243E"/>
              </a:buClr>
              <a:buSzPts val="700"/>
              <a:buFont typeface="Arial"/>
              <a:buNone/>
            </a:pPr>
            <a:r>
              <a:rPr b="1" i="0" lang="en" sz="700" u="none" cap="none" strike="noStrike">
                <a:solidFill>
                  <a:schemeClr val="lt1"/>
                </a:solidFill>
                <a:latin typeface="Inter"/>
                <a:ea typeface="Inter"/>
                <a:cs typeface="Inter"/>
                <a:sym typeface="Inter"/>
              </a:rPr>
              <a:t>Event</a:t>
            </a:r>
            <a:endParaRPr i="0" sz="700" u="none" cap="none" strike="noStrike">
              <a:solidFill>
                <a:schemeClr val="lt1"/>
              </a:solidFill>
              <a:latin typeface="Inter"/>
              <a:ea typeface="Inter"/>
              <a:cs typeface="Inter"/>
              <a:sym typeface="Inter"/>
            </a:endParaRPr>
          </a:p>
        </p:txBody>
      </p:sp>
      <p:sp>
        <p:nvSpPr>
          <p:cNvPr id="1658" name="Google Shape;1658;p126"/>
          <p:cNvSpPr/>
          <p:nvPr/>
        </p:nvSpPr>
        <p:spPr>
          <a:xfrm>
            <a:off x="1856232" y="2633472"/>
            <a:ext cx="420624" cy="164592"/>
          </a:xfrm>
          <a:prstGeom prst="roundRect">
            <a:avLst>
              <a:gd fmla="val 22222" name="adj"/>
            </a:avLst>
          </a:prstGeom>
          <a:solidFill>
            <a:srgbClr val="1B2A4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659" name="Google Shape;1659;p126"/>
          <p:cNvSpPr/>
          <p:nvPr/>
        </p:nvSpPr>
        <p:spPr>
          <a:xfrm>
            <a:off x="1856232" y="2642616"/>
            <a:ext cx="420624" cy="146304"/>
          </a:xfrm>
          <a:prstGeom prst="rect">
            <a:avLst/>
          </a:prstGeom>
          <a:solidFill>
            <a:srgbClr val="1B2A4A"/>
          </a:solid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700"/>
              <a:buFont typeface="Arial"/>
              <a:buNone/>
            </a:pPr>
            <a:r>
              <a:rPr b="1" i="0" lang="en" sz="700" u="none" cap="none" strike="noStrike">
                <a:solidFill>
                  <a:schemeClr val="lt1"/>
                </a:solidFill>
                <a:latin typeface="Inter"/>
                <a:ea typeface="Inter"/>
                <a:cs typeface="Inter"/>
                <a:sym typeface="Inter"/>
              </a:rPr>
              <a:t>TBC</a:t>
            </a:r>
            <a:endParaRPr i="0" sz="700" u="none" cap="none" strike="noStrike">
              <a:solidFill>
                <a:schemeClr val="lt1"/>
              </a:solidFill>
              <a:latin typeface="Inter"/>
              <a:ea typeface="Inter"/>
              <a:cs typeface="Inter"/>
              <a:sym typeface="Inter"/>
            </a:endParaRPr>
          </a:p>
        </p:txBody>
      </p:sp>
      <p:sp>
        <p:nvSpPr>
          <p:cNvPr id="1660" name="Google Shape;1660;p126"/>
          <p:cNvSpPr/>
          <p:nvPr/>
        </p:nvSpPr>
        <p:spPr>
          <a:xfrm>
            <a:off x="2322576" y="2615184"/>
            <a:ext cx="65745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i="0" lang="en" sz="800" u="none" cap="none" strike="noStrike">
                <a:solidFill>
                  <a:srgbClr val="1B2A4A"/>
                </a:solidFill>
                <a:latin typeface="Inter"/>
                <a:ea typeface="Inter"/>
                <a:cs typeface="Inter"/>
                <a:sym typeface="Inter"/>
              </a:rPr>
              <a:t>Mandala talk</a:t>
            </a:r>
            <a:endParaRPr i="0" sz="800" u="none" cap="none" strike="noStrike">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5" name="Shape 1665"/>
        <p:cNvGrpSpPr/>
        <p:nvPr/>
      </p:nvGrpSpPr>
      <p:grpSpPr>
        <a:xfrm>
          <a:off x="0" y="0"/>
          <a:ext cx="0" cy="0"/>
          <a:chOff x="0" y="0"/>
          <a:chExt cx="0" cy="0"/>
        </a:xfrm>
      </p:grpSpPr>
      <p:sp>
        <p:nvSpPr>
          <p:cNvPr id="1666" name="Google Shape;1666;p127"/>
          <p:cNvSpPr/>
          <p:nvPr/>
        </p:nvSpPr>
        <p:spPr>
          <a:xfrm>
            <a:off x="0" y="0"/>
            <a:ext cx="9144000" cy="804672"/>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27"/>
          <p:cNvSpPr/>
          <p:nvPr/>
        </p:nvSpPr>
        <p:spPr>
          <a:xfrm>
            <a:off x="365760" y="54864"/>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mbria"/>
              <a:buNone/>
            </a:pPr>
            <a:r>
              <a:rPr b="1" i="0" lang="en" sz="2200" u="none" cap="none" strike="noStrike">
                <a:solidFill>
                  <a:srgbClr val="FFFFFF"/>
                </a:solidFill>
                <a:latin typeface="Cambria"/>
                <a:ea typeface="Cambria"/>
                <a:cs typeface="Cambria"/>
                <a:sym typeface="Cambria"/>
              </a:rPr>
              <a:t>July 2026</a:t>
            </a:r>
            <a:endParaRPr b="0" i="0" sz="2200" u="none" cap="none" strike="noStrike">
              <a:solidFill>
                <a:schemeClr val="dk1"/>
              </a:solidFill>
              <a:latin typeface="Calibri"/>
              <a:ea typeface="Calibri"/>
              <a:cs typeface="Calibri"/>
              <a:sym typeface="Calibri"/>
            </a:endParaRPr>
          </a:p>
        </p:txBody>
      </p:sp>
      <p:sp>
        <p:nvSpPr>
          <p:cNvPr id="1668" name="Google Shape;1668;p127"/>
          <p:cNvSpPr/>
          <p:nvPr/>
        </p:nvSpPr>
        <p:spPr>
          <a:xfrm>
            <a:off x="365760" y="457200"/>
            <a:ext cx="8412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E1CB"/>
              </a:buClr>
              <a:buSzPts val="900"/>
              <a:buFont typeface="Arial"/>
              <a:buNone/>
            </a:pPr>
            <a:r>
              <a:rPr b="0" i="1" lang="en" sz="900" u="none" cap="none" strike="noStrike">
                <a:solidFill>
                  <a:srgbClr val="9FE1CB"/>
                </a:solidFill>
                <a:latin typeface="Arial"/>
                <a:ea typeface="Arial"/>
                <a:cs typeface="Arial"/>
                <a:sym typeface="Arial"/>
              </a:rPr>
              <a:t>Anchor: Mandala Club 9 Jul  ·  Bangkok soft open 10 Jul  ·  VIP 15 Jul  ·  Live 16–19 Jul  ·  Website relaunch last week Jul  ·  TBT advertorial #2 drafting begins</a:t>
            </a:r>
            <a:endParaRPr b="0" i="0" sz="900" u="none" cap="none" strike="noStrike">
              <a:solidFill>
                <a:schemeClr val="dk1"/>
              </a:solidFill>
              <a:latin typeface="Calibri"/>
              <a:ea typeface="Calibri"/>
              <a:cs typeface="Calibri"/>
              <a:sym typeface="Calibri"/>
            </a:endParaRPr>
          </a:p>
        </p:txBody>
      </p:sp>
      <p:sp>
        <p:nvSpPr>
          <p:cNvPr id="1669" name="Google Shape;1669;p127"/>
          <p:cNvSpPr/>
          <p:nvPr/>
        </p:nvSpPr>
        <p:spPr>
          <a:xfrm>
            <a:off x="8851392" y="146304"/>
            <a:ext cx="201168" cy="201168"/>
          </a:xfrm>
          <a:prstGeom prst="ellipse">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27"/>
          <p:cNvSpPr/>
          <p:nvPr/>
        </p:nvSpPr>
        <p:spPr>
          <a:xfrm>
            <a:off x="164592" y="850392"/>
            <a:ext cx="1051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D1C7"/>
              </a:buClr>
              <a:buSzPts val="700"/>
              <a:buFont typeface="Arial"/>
              <a:buNone/>
            </a:pPr>
            <a:r>
              <a:rPr b="1" i="0" lang="en" sz="700" u="none" cap="none" strike="noStrike">
                <a:solidFill>
                  <a:srgbClr val="D3D1C7"/>
                </a:solidFill>
                <a:latin typeface="Arial"/>
                <a:ea typeface="Arial"/>
                <a:cs typeface="Arial"/>
                <a:sym typeface="Arial"/>
              </a:rPr>
              <a:t>DATE</a:t>
            </a:r>
            <a:endParaRPr b="0" i="0" sz="700" u="none" cap="none" strike="noStrike">
              <a:solidFill>
                <a:schemeClr val="dk1"/>
              </a:solidFill>
              <a:latin typeface="Calibri"/>
              <a:ea typeface="Calibri"/>
              <a:cs typeface="Calibri"/>
              <a:sym typeface="Calibri"/>
            </a:endParaRPr>
          </a:p>
        </p:txBody>
      </p:sp>
      <p:sp>
        <p:nvSpPr>
          <p:cNvPr id="1671" name="Google Shape;1671;p127"/>
          <p:cNvSpPr/>
          <p:nvPr/>
        </p:nvSpPr>
        <p:spPr>
          <a:xfrm>
            <a:off x="1261872" y="850392"/>
            <a:ext cx="75895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D1C7"/>
              </a:buClr>
              <a:buSzPts val="700"/>
              <a:buFont typeface="Arial"/>
              <a:buNone/>
            </a:pPr>
            <a:r>
              <a:rPr b="1" i="0" lang="en" sz="700" u="none" cap="none" strike="noStrike">
                <a:solidFill>
                  <a:srgbClr val="D3D1C7"/>
                </a:solidFill>
                <a:latin typeface="Arial"/>
                <a:ea typeface="Arial"/>
                <a:cs typeface="Arial"/>
                <a:sym typeface="Arial"/>
              </a:rPr>
              <a:t>CHANNEL  /  CONTENT</a:t>
            </a:r>
            <a:endParaRPr b="0" i="0" sz="700" u="none" cap="none" strike="noStrike">
              <a:solidFill>
                <a:schemeClr val="dk1"/>
              </a:solidFill>
              <a:latin typeface="Calibri"/>
              <a:ea typeface="Calibri"/>
              <a:cs typeface="Calibri"/>
              <a:sym typeface="Calibri"/>
            </a:endParaRPr>
          </a:p>
        </p:txBody>
      </p:sp>
      <p:cxnSp>
        <p:nvCxnSpPr>
          <p:cNvPr id="1672" name="Google Shape;1672;p127"/>
          <p:cNvCxnSpPr/>
          <p:nvPr/>
        </p:nvCxnSpPr>
        <p:spPr>
          <a:xfrm>
            <a:off x="164592" y="1042416"/>
            <a:ext cx="8823960" cy="0"/>
          </a:xfrm>
          <a:prstGeom prst="straightConnector1">
            <a:avLst/>
          </a:prstGeom>
          <a:noFill/>
          <a:ln cap="flat" cmpd="sng" w="9525">
            <a:solidFill>
              <a:srgbClr val="D3D1C7"/>
            </a:solidFill>
            <a:prstDash val="solid"/>
            <a:round/>
            <a:headEnd len="sm" w="sm" type="none"/>
            <a:tailEnd len="sm" w="sm" type="none"/>
          </a:ln>
        </p:spPr>
      </p:cxnSp>
      <p:sp>
        <p:nvSpPr>
          <p:cNvPr id="1673" name="Google Shape;1673;p127"/>
          <p:cNvSpPr/>
          <p:nvPr/>
        </p:nvSpPr>
        <p:spPr>
          <a:xfrm>
            <a:off x="164592" y="1097280"/>
            <a:ext cx="8823960" cy="428625"/>
          </a:xfrm>
          <a:prstGeom prst="roundRect">
            <a:avLst>
              <a:gd fmla="val 12800"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27"/>
          <p:cNvSpPr/>
          <p:nvPr/>
        </p:nvSpPr>
        <p:spPr>
          <a:xfrm>
            <a:off x="201168" y="115214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1–4 Jul</a:t>
            </a:r>
            <a:endParaRPr b="0" i="0" sz="900" u="none" cap="none" strike="noStrike">
              <a:solidFill>
                <a:schemeClr val="dk1"/>
              </a:solidFill>
              <a:latin typeface="Calibri"/>
              <a:ea typeface="Calibri"/>
              <a:cs typeface="Calibri"/>
              <a:sym typeface="Calibri"/>
            </a:endParaRPr>
          </a:p>
        </p:txBody>
      </p:sp>
      <p:sp>
        <p:nvSpPr>
          <p:cNvPr id="1675" name="Google Shape;1675;p127"/>
          <p:cNvSpPr/>
          <p:nvPr/>
        </p:nvSpPr>
        <p:spPr>
          <a:xfrm>
            <a:off x="201168" y="135331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 1</a:t>
            </a:r>
            <a:endParaRPr b="0" i="0" sz="700" u="none" cap="none" strike="noStrike">
              <a:solidFill>
                <a:schemeClr val="dk1"/>
              </a:solidFill>
              <a:latin typeface="Calibri"/>
              <a:ea typeface="Calibri"/>
              <a:cs typeface="Calibri"/>
              <a:sym typeface="Calibri"/>
            </a:endParaRPr>
          </a:p>
        </p:txBody>
      </p:sp>
      <p:cxnSp>
        <p:nvCxnSpPr>
          <p:cNvPr id="1676" name="Google Shape;1676;p127"/>
          <p:cNvCxnSpPr/>
          <p:nvPr/>
        </p:nvCxnSpPr>
        <p:spPr>
          <a:xfrm>
            <a:off x="1243584" y="1152144"/>
            <a:ext cx="0" cy="318897"/>
          </a:xfrm>
          <a:prstGeom prst="straightConnector1">
            <a:avLst/>
          </a:prstGeom>
          <a:noFill/>
          <a:ln cap="flat" cmpd="sng" w="9525">
            <a:solidFill>
              <a:srgbClr val="D3D1C7"/>
            </a:solidFill>
            <a:prstDash val="solid"/>
            <a:round/>
            <a:headEnd len="sm" w="sm" type="none"/>
            <a:tailEnd len="sm" w="sm" type="none"/>
          </a:ln>
        </p:spPr>
      </p:cxnSp>
      <p:sp>
        <p:nvSpPr>
          <p:cNvPr id="1677" name="Google Shape;1677;p127"/>
          <p:cNvSpPr/>
          <p:nvPr/>
        </p:nvSpPr>
        <p:spPr>
          <a:xfrm>
            <a:off x="1298448" y="1161288"/>
            <a:ext cx="512064" cy="164592"/>
          </a:xfrm>
          <a:prstGeom prst="roundRect">
            <a:avLst>
              <a:gd fmla="val 22222" name="adj"/>
            </a:avLst>
          </a:prstGeom>
          <a:solidFill>
            <a:srgbClr val="E6F1FB"/>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27"/>
          <p:cNvSpPr/>
          <p:nvPr/>
        </p:nvSpPr>
        <p:spPr>
          <a:xfrm>
            <a:off x="1298448" y="117043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700"/>
              <a:buFont typeface="Arial"/>
              <a:buNone/>
            </a:pPr>
            <a:r>
              <a:rPr b="1" i="0" lang="en" sz="700" u="none" cap="none" strike="noStrike">
                <a:solidFill>
                  <a:srgbClr val="0C447C"/>
                </a:solidFill>
                <a:latin typeface="Arial"/>
                <a:ea typeface="Arial"/>
                <a:cs typeface="Arial"/>
                <a:sym typeface="Arial"/>
              </a:rPr>
              <a:t>LI</a:t>
            </a:r>
            <a:endParaRPr b="0" i="0" sz="700" u="none" cap="none" strike="noStrike">
              <a:solidFill>
                <a:schemeClr val="dk1"/>
              </a:solidFill>
              <a:latin typeface="Calibri"/>
              <a:ea typeface="Calibri"/>
              <a:cs typeface="Calibri"/>
              <a:sym typeface="Calibri"/>
            </a:endParaRPr>
          </a:p>
        </p:txBody>
      </p:sp>
      <p:sp>
        <p:nvSpPr>
          <p:cNvPr id="1679" name="Google Shape;1679;p127"/>
          <p:cNvSpPr/>
          <p:nvPr/>
        </p:nvSpPr>
        <p:spPr>
          <a:xfrm>
            <a:off x="1856232" y="1143000"/>
            <a:ext cx="7040880" cy="11239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Save-the-date posts: Mandala talk + NOVI walk</a:t>
            </a:r>
            <a:endParaRPr b="0" i="0" sz="800" u="none" cap="none" strike="noStrike">
              <a:solidFill>
                <a:schemeClr val="dk1"/>
              </a:solidFill>
              <a:latin typeface="Calibri"/>
              <a:ea typeface="Calibri"/>
              <a:cs typeface="Calibri"/>
              <a:sym typeface="Calibri"/>
            </a:endParaRPr>
          </a:p>
        </p:txBody>
      </p:sp>
      <p:sp>
        <p:nvSpPr>
          <p:cNvPr id="1680" name="Google Shape;1680;p127"/>
          <p:cNvSpPr/>
          <p:nvPr/>
        </p:nvSpPr>
        <p:spPr>
          <a:xfrm>
            <a:off x="1298448" y="1273683"/>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27"/>
          <p:cNvSpPr/>
          <p:nvPr/>
        </p:nvSpPr>
        <p:spPr>
          <a:xfrm>
            <a:off x="1298448" y="1282827"/>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682" name="Google Shape;1682;p127"/>
          <p:cNvSpPr/>
          <p:nvPr/>
        </p:nvSpPr>
        <p:spPr>
          <a:xfrm>
            <a:off x="1856232" y="1273683"/>
            <a:ext cx="420624" cy="164592"/>
          </a:xfrm>
          <a:prstGeom prst="roundRect">
            <a:avLst>
              <a:gd fmla="val 22222" name="adj"/>
            </a:avLst>
          </a:prstGeom>
          <a:solidFill>
            <a:srgbClr val="FAEED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27"/>
          <p:cNvSpPr/>
          <p:nvPr/>
        </p:nvSpPr>
        <p:spPr>
          <a:xfrm>
            <a:off x="1856232" y="1282827"/>
            <a:ext cx="42062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700"/>
              <a:buFont typeface="Arial"/>
              <a:buNone/>
            </a:pPr>
            <a:r>
              <a:rPr b="1" i="0" lang="en" sz="700" u="none" cap="none" strike="noStrike">
                <a:solidFill>
                  <a:srgbClr val="633806"/>
                </a:solidFill>
                <a:latin typeface="Arial"/>
                <a:ea typeface="Arial"/>
                <a:cs typeface="Arial"/>
                <a:sym typeface="Arial"/>
              </a:rPr>
              <a:t>WIP</a:t>
            </a:r>
            <a:endParaRPr b="0" i="0" sz="700" u="none" cap="none" strike="noStrike">
              <a:solidFill>
                <a:schemeClr val="dk1"/>
              </a:solidFill>
              <a:latin typeface="Calibri"/>
              <a:ea typeface="Calibri"/>
              <a:cs typeface="Calibri"/>
              <a:sym typeface="Calibri"/>
            </a:endParaRPr>
          </a:p>
        </p:txBody>
      </p:sp>
      <p:sp>
        <p:nvSpPr>
          <p:cNvPr id="1684" name="Google Shape;1684;p127"/>
          <p:cNvSpPr/>
          <p:nvPr/>
        </p:nvSpPr>
        <p:spPr>
          <a:xfrm>
            <a:off x="2322576" y="1255395"/>
            <a:ext cx="6574536" cy="11239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Flagship article: Singapore's metabolic health crisis — why prevention needs a new playbook</a:t>
            </a:r>
            <a:endParaRPr b="0" i="0" sz="800" u="none" cap="none" strike="noStrike">
              <a:solidFill>
                <a:schemeClr val="dk1"/>
              </a:solidFill>
              <a:latin typeface="Calibri"/>
              <a:ea typeface="Calibri"/>
              <a:cs typeface="Calibri"/>
              <a:sym typeface="Calibri"/>
            </a:endParaRPr>
          </a:p>
        </p:txBody>
      </p:sp>
      <p:sp>
        <p:nvSpPr>
          <p:cNvPr id="1685" name="Google Shape;1685;p127"/>
          <p:cNvSpPr/>
          <p:nvPr/>
        </p:nvSpPr>
        <p:spPr>
          <a:xfrm>
            <a:off x="1298448" y="1386078"/>
            <a:ext cx="512064" cy="164592"/>
          </a:xfrm>
          <a:prstGeom prst="roundRect">
            <a:avLst>
              <a:gd fmla="val 22222" name="adj"/>
            </a:avLst>
          </a:prstGeom>
          <a:solidFill>
            <a:srgbClr val="EEEDFE"/>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27"/>
          <p:cNvSpPr/>
          <p:nvPr/>
        </p:nvSpPr>
        <p:spPr>
          <a:xfrm>
            <a:off x="1298448" y="139522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C3489"/>
              </a:buClr>
              <a:buSzPts val="700"/>
              <a:buFont typeface="Arial"/>
              <a:buNone/>
            </a:pPr>
            <a:r>
              <a:rPr b="1" i="0" lang="en" sz="700" u="none" cap="none" strike="noStrike">
                <a:solidFill>
                  <a:srgbClr val="3C3489"/>
                </a:solidFill>
                <a:latin typeface="Arial"/>
                <a:ea typeface="Arial"/>
                <a:cs typeface="Arial"/>
                <a:sym typeface="Arial"/>
              </a:rPr>
              <a:t>TBT</a:t>
            </a:r>
            <a:endParaRPr b="0" i="0" sz="700" u="none" cap="none" strike="noStrike">
              <a:solidFill>
                <a:schemeClr val="dk1"/>
              </a:solidFill>
              <a:latin typeface="Calibri"/>
              <a:ea typeface="Calibri"/>
              <a:cs typeface="Calibri"/>
              <a:sym typeface="Calibri"/>
            </a:endParaRPr>
          </a:p>
        </p:txBody>
      </p:sp>
      <p:sp>
        <p:nvSpPr>
          <p:cNvPr id="1687" name="Google Shape;1687;p127"/>
          <p:cNvSpPr/>
          <p:nvPr/>
        </p:nvSpPr>
        <p:spPr>
          <a:xfrm>
            <a:off x="1856232" y="1367790"/>
            <a:ext cx="7040880" cy="11239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TBT advertorial #2 — brief kickoff + drafting begins  ·  6-week production cycle  ·  Target live: end of August</a:t>
            </a:r>
            <a:endParaRPr b="0" i="0" sz="800" u="none" cap="none" strike="noStrike">
              <a:solidFill>
                <a:schemeClr val="dk1"/>
              </a:solidFill>
              <a:latin typeface="Calibri"/>
              <a:ea typeface="Calibri"/>
              <a:cs typeface="Calibri"/>
              <a:sym typeface="Calibri"/>
            </a:endParaRPr>
          </a:p>
        </p:txBody>
      </p:sp>
      <p:sp>
        <p:nvSpPr>
          <p:cNvPr id="1688" name="Google Shape;1688;p127"/>
          <p:cNvSpPr/>
          <p:nvPr/>
        </p:nvSpPr>
        <p:spPr>
          <a:xfrm>
            <a:off x="164592" y="1571625"/>
            <a:ext cx="8823960" cy="428625"/>
          </a:xfrm>
          <a:prstGeom prst="roundRect">
            <a:avLst>
              <a:gd fmla="val 12800" name="adj"/>
            </a:avLst>
          </a:prstGeom>
          <a:solidFill>
            <a:srgbClr val="FFFFFF"/>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127"/>
          <p:cNvSpPr/>
          <p:nvPr/>
        </p:nvSpPr>
        <p:spPr>
          <a:xfrm>
            <a:off x="201168" y="1626489"/>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8–9 Jul</a:t>
            </a:r>
            <a:endParaRPr b="0" i="0" sz="900" u="none" cap="none" strike="noStrike">
              <a:solidFill>
                <a:schemeClr val="dk1"/>
              </a:solidFill>
              <a:latin typeface="Calibri"/>
              <a:ea typeface="Calibri"/>
              <a:cs typeface="Calibri"/>
              <a:sym typeface="Calibri"/>
            </a:endParaRPr>
          </a:p>
        </p:txBody>
      </p:sp>
      <p:sp>
        <p:nvSpPr>
          <p:cNvPr id="1690" name="Google Shape;1690;p127"/>
          <p:cNvSpPr/>
          <p:nvPr/>
        </p:nvSpPr>
        <p:spPr>
          <a:xfrm>
            <a:off x="201168" y="1827657"/>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 2</a:t>
            </a:r>
            <a:endParaRPr b="0" i="0" sz="700" u="none" cap="none" strike="noStrike">
              <a:solidFill>
                <a:schemeClr val="dk1"/>
              </a:solidFill>
              <a:latin typeface="Calibri"/>
              <a:ea typeface="Calibri"/>
              <a:cs typeface="Calibri"/>
              <a:sym typeface="Calibri"/>
            </a:endParaRPr>
          </a:p>
        </p:txBody>
      </p:sp>
      <p:cxnSp>
        <p:nvCxnSpPr>
          <p:cNvPr id="1691" name="Google Shape;1691;p127"/>
          <p:cNvCxnSpPr/>
          <p:nvPr/>
        </p:nvCxnSpPr>
        <p:spPr>
          <a:xfrm>
            <a:off x="1243584" y="1626489"/>
            <a:ext cx="0" cy="318897"/>
          </a:xfrm>
          <a:prstGeom prst="straightConnector1">
            <a:avLst/>
          </a:prstGeom>
          <a:noFill/>
          <a:ln cap="flat" cmpd="sng" w="9525">
            <a:solidFill>
              <a:srgbClr val="D3D1C7"/>
            </a:solidFill>
            <a:prstDash val="solid"/>
            <a:round/>
            <a:headEnd len="sm" w="sm" type="none"/>
            <a:tailEnd len="sm" w="sm" type="none"/>
          </a:ln>
        </p:spPr>
      </p:cxnSp>
      <p:sp>
        <p:nvSpPr>
          <p:cNvPr id="1692" name="Google Shape;1692;p127"/>
          <p:cNvSpPr/>
          <p:nvPr/>
        </p:nvSpPr>
        <p:spPr>
          <a:xfrm>
            <a:off x="1298448" y="1635633"/>
            <a:ext cx="512064" cy="164592"/>
          </a:xfrm>
          <a:prstGeom prst="roundRect">
            <a:avLst>
              <a:gd fmla="val 22222" name="adj"/>
            </a:avLst>
          </a:prstGeom>
          <a:solidFill>
            <a:srgbClr val="FAECE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27"/>
          <p:cNvSpPr/>
          <p:nvPr/>
        </p:nvSpPr>
        <p:spPr>
          <a:xfrm>
            <a:off x="1298448" y="1644777"/>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2B13"/>
              </a:buClr>
              <a:buSzPts val="700"/>
              <a:buFont typeface="Arial"/>
              <a:buNone/>
            </a:pPr>
            <a:r>
              <a:rPr b="1" i="0" lang="en" sz="700" u="none" cap="none" strike="noStrike">
                <a:solidFill>
                  <a:srgbClr val="712B13"/>
                </a:solidFill>
                <a:latin typeface="Arial"/>
                <a:ea typeface="Arial"/>
                <a:cs typeface="Arial"/>
                <a:sym typeface="Arial"/>
              </a:rPr>
              <a:t>IG</a:t>
            </a:r>
            <a:endParaRPr b="0" i="0" sz="700" u="none" cap="none" strike="noStrike">
              <a:solidFill>
                <a:schemeClr val="dk1"/>
              </a:solidFill>
              <a:latin typeface="Calibri"/>
              <a:ea typeface="Calibri"/>
              <a:cs typeface="Calibri"/>
              <a:sym typeface="Calibri"/>
            </a:endParaRPr>
          </a:p>
        </p:txBody>
      </p:sp>
      <p:sp>
        <p:nvSpPr>
          <p:cNvPr id="1694" name="Google Shape;1694;p127"/>
          <p:cNvSpPr/>
          <p:nvPr/>
        </p:nvSpPr>
        <p:spPr>
          <a:xfrm>
            <a:off x="1856232" y="1617345"/>
            <a:ext cx="7040880" cy="11239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Carousel: What is continuous care?</a:t>
            </a:r>
            <a:endParaRPr b="0" i="0" sz="800" u="none" cap="none" strike="noStrike">
              <a:solidFill>
                <a:schemeClr val="dk1"/>
              </a:solidFill>
              <a:latin typeface="Calibri"/>
              <a:ea typeface="Calibri"/>
              <a:cs typeface="Calibri"/>
              <a:sym typeface="Calibri"/>
            </a:endParaRPr>
          </a:p>
        </p:txBody>
      </p:sp>
      <p:sp>
        <p:nvSpPr>
          <p:cNvPr id="1695" name="Google Shape;1695;p127"/>
          <p:cNvSpPr/>
          <p:nvPr/>
        </p:nvSpPr>
        <p:spPr>
          <a:xfrm>
            <a:off x="1298448" y="1748028"/>
            <a:ext cx="512064" cy="164592"/>
          </a:xfrm>
          <a:prstGeom prst="roundRect">
            <a:avLst>
              <a:gd fmla="val 22222" name="adj"/>
            </a:avLst>
          </a:prstGeom>
          <a:solidFill>
            <a:srgbClr val="FBEAF0"/>
          </a:solidFill>
          <a:ln cap="flat" cmpd="sng" w="12700">
            <a:solidFill>
              <a:srgbClr val="FB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27"/>
          <p:cNvSpPr/>
          <p:nvPr/>
        </p:nvSpPr>
        <p:spPr>
          <a:xfrm>
            <a:off x="1298448" y="175717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2243E"/>
              </a:buClr>
              <a:buSzPts val="700"/>
              <a:buFont typeface="Arial"/>
              <a:buNone/>
            </a:pPr>
            <a:r>
              <a:rPr b="1" i="0" lang="en" sz="700" u="none" cap="none" strike="noStrike">
                <a:solidFill>
                  <a:srgbClr val="72243E"/>
                </a:solidFill>
                <a:latin typeface="Arial"/>
                <a:ea typeface="Arial"/>
                <a:cs typeface="Arial"/>
                <a:sym typeface="Arial"/>
              </a:rPr>
              <a:t>Event</a:t>
            </a:r>
            <a:endParaRPr b="0" i="0" sz="700" u="none" cap="none" strike="noStrike">
              <a:solidFill>
                <a:schemeClr val="dk1"/>
              </a:solidFill>
              <a:latin typeface="Calibri"/>
              <a:ea typeface="Calibri"/>
              <a:cs typeface="Calibri"/>
              <a:sym typeface="Calibri"/>
            </a:endParaRPr>
          </a:p>
        </p:txBody>
      </p:sp>
      <p:sp>
        <p:nvSpPr>
          <p:cNvPr id="1697" name="Google Shape;1697;p127"/>
          <p:cNvSpPr/>
          <p:nvPr/>
        </p:nvSpPr>
        <p:spPr>
          <a:xfrm>
            <a:off x="1856232" y="1729740"/>
            <a:ext cx="7040880" cy="11239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Mandala Club: "Will AI actually make you live longer? A doctor and a CTO place their bets" (9 Jul)</a:t>
            </a:r>
            <a:endParaRPr b="0" i="0" sz="800" u="none" cap="none" strike="noStrike">
              <a:solidFill>
                <a:schemeClr val="dk1"/>
              </a:solidFill>
              <a:latin typeface="Calibri"/>
              <a:ea typeface="Calibri"/>
              <a:cs typeface="Calibri"/>
              <a:sym typeface="Calibri"/>
            </a:endParaRPr>
          </a:p>
        </p:txBody>
      </p:sp>
      <p:sp>
        <p:nvSpPr>
          <p:cNvPr id="1698" name="Google Shape;1698;p127"/>
          <p:cNvSpPr/>
          <p:nvPr/>
        </p:nvSpPr>
        <p:spPr>
          <a:xfrm>
            <a:off x="1298448" y="1860423"/>
            <a:ext cx="512064" cy="164592"/>
          </a:xfrm>
          <a:prstGeom prst="roundRect">
            <a:avLst>
              <a:gd fmla="val 22222" name="adj"/>
            </a:avLst>
          </a:prstGeom>
          <a:solidFill>
            <a:srgbClr val="F1EFE8"/>
          </a:solidFill>
          <a:ln cap="flat" cmpd="sng" w="12700">
            <a:solidFill>
              <a:srgbClr val="F1EF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127"/>
          <p:cNvSpPr/>
          <p:nvPr/>
        </p:nvSpPr>
        <p:spPr>
          <a:xfrm>
            <a:off x="1298448" y="1869567"/>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4441"/>
              </a:buClr>
              <a:buSzPts val="700"/>
              <a:buFont typeface="Arial"/>
              <a:buNone/>
            </a:pPr>
            <a:r>
              <a:rPr b="1" i="0" lang="en" sz="700" u="none" cap="none" strike="noStrike">
                <a:solidFill>
                  <a:srgbClr val="444441"/>
                </a:solidFill>
                <a:latin typeface="Arial"/>
                <a:ea typeface="Arial"/>
                <a:cs typeface="Arial"/>
                <a:sym typeface="Arial"/>
              </a:rPr>
              <a:t>Spotify</a:t>
            </a:r>
            <a:endParaRPr b="0" i="0" sz="700" u="none" cap="none" strike="noStrike">
              <a:solidFill>
                <a:schemeClr val="dk1"/>
              </a:solidFill>
              <a:latin typeface="Calibri"/>
              <a:ea typeface="Calibri"/>
              <a:cs typeface="Calibri"/>
              <a:sym typeface="Calibri"/>
            </a:endParaRPr>
          </a:p>
        </p:txBody>
      </p:sp>
      <p:sp>
        <p:nvSpPr>
          <p:cNvPr id="1700" name="Google Shape;1700;p127"/>
          <p:cNvSpPr/>
          <p:nvPr/>
        </p:nvSpPr>
        <p:spPr>
          <a:xfrm>
            <a:off x="1856232" y="1842135"/>
            <a:ext cx="7040880" cy="11239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Sue-Anne video release — Spotify + YouTube</a:t>
            </a:r>
            <a:endParaRPr b="0" i="0" sz="800" u="none" cap="none" strike="noStrike">
              <a:solidFill>
                <a:schemeClr val="dk1"/>
              </a:solidFill>
              <a:latin typeface="Calibri"/>
              <a:ea typeface="Calibri"/>
              <a:cs typeface="Calibri"/>
              <a:sym typeface="Calibri"/>
            </a:endParaRPr>
          </a:p>
        </p:txBody>
      </p:sp>
      <p:sp>
        <p:nvSpPr>
          <p:cNvPr id="1701" name="Google Shape;1701;p127"/>
          <p:cNvSpPr/>
          <p:nvPr/>
        </p:nvSpPr>
        <p:spPr>
          <a:xfrm>
            <a:off x="164592" y="2045970"/>
            <a:ext cx="8823960" cy="428625"/>
          </a:xfrm>
          <a:prstGeom prst="roundRect">
            <a:avLst>
              <a:gd fmla="val 12800"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27"/>
          <p:cNvSpPr/>
          <p:nvPr/>
        </p:nvSpPr>
        <p:spPr>
          <a:xfrm>
            <a:off x="201168" y="210083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10 Jul</a:t>
            </a:r>
            <a:endParaRPr b="0" i="0" sz="900" u="none" cap="none" strike="noStrike">
              <a:solidFill>
                <a:schemeClr val="dk1"/>
              </a:solidFill>
              <a:latin typeface="Calibri"/>
              <a:ea typeface="Calibri"/>
              <a:cs typeface="Calibri"/>
              <a:sym typeface="Calibri"/>
            </a:endParaRPr>
          </a:p>
        </p:txBody>
      </p:sp>
      <p:sp>
        <p:nvSpPr>
          <p:cNvPr id="1703" name="Google Shape;1703;p127"/>
          <p:cNvSpPr/>
          <p:nvPr/>
        </p:nvSpPr>
        <p:spPr>
          <a:xfrm>
            <a:off x="201168" y="230200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Bangkok soft open</a:t>
            </a:r>
            <a:endParaRPr b="0" i="0" sz="700" u="none" cap="none" strike="noStrike">
              <a:solidFill>
                <a:schemeClr val="dk1"/>
              </a:solidFill>
              <a:latin typeface="Calibri"/>
              <a:ea typeface="Calibri"/>
              <a:cs typeface="Calibri"/>
              <a:sym typeface="Calibri"/>
            </a:endParaRPr>
          </a:p>
        </p:txBody>
      </p:sp>
      <p:cxnSp>
        <p:nvCxnSpPr>
          <p:cNvPr id="1704" name="Google Shape;1704;p127"/>
          <p:cNvCxnSpPr/>
          <p:nvPr/>
        </p:nvCxnSpPr>
        <p:spPr>
          <a:xfrm>
            <a:off x="1243584" y="2100834"/>
            <a:ext cx="0" cy="318897"/>
          </a:xfrm>
          <a:prstGeom prst="straightConnector1">
            <a:avLst/>
          </a:prstGeom>
          <a:noFill/>
          <a:ln cap="flat" cmpd="sng" w="9525">
            <a:solidFill>
              <a:srgbClr val="D3D1C7"/>
            </a:solidFill>
            <a:prstDash val="solid"/>
            <a:round/>
            <a:headEnd len="sm" w="sm" type="none"/>
            <a:tailEnd len="sm" w="sm" type="none"/>
          </a:ln>
        </p:spPr>
      </p:cxnSp>
      <p:sp>
        <p:nvSpPr>
          <p:cNvPr id="1705" name="Google Shape;1705;p127"/>
          <p:cNvSpPr/>
          <p:nvPr/>
        </p:nvSpPr>
        <p:spPr>
          <a:xfrm>
            <a:off x="1298448" y="2109978"/>
            <a:ext cx="512064" cy="164592"/>
          </a:xfrm>
          <a:prstGeom prst="roundRect">
            <a:avLst>
              <a:gd fmla="val 22222" name="adj"/>
            </a:avLst>
          </a:prstGeom>
          <a:solidFill>
            <a:srgbClr val="FBEAF0"/>
          </a:solidFill>
          <a:ln cap="flat" cmpd="sng" w="12700">
            <a:solidFill>
              <a:srgbClr val="FB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27"/>
          <p:cNvSpPr/>
          <p:nvPr/>
        </p:nvSpPr>
        <p:spPr>
          <a:xfrm>
            <a:off x="1298448" y="211912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2243E"/>
              </a:buClr>
              <a:buSzPts val="700"/>
              <a:buFont typeface="Arial"/>
              <a:buNone/>
            </a:pPr>
            <a:r>
              <a:rPr b="1" i="0" lang="en" sz="700" u="none" cap="none" strike="noStrike">
                <a:solidFill>
                  <a:srgbClr val="72243E"/>
                </a:solidFill>
                <a:latin typeface="Arial"/>
                <a:ea typeface="Arial"/>
                <a:cs typeface="Arial"/>
                <a:sym typeface="Arial"/>
              </a:rPr>
              <a:t>Event</a:t>
            </a:r>
            <a:endParaRPr b="0" i="0" sz="700" u="none" cap="none" strike="noStrike">
              <a:solidFill>
                <a:schemeClr val="dk1"/>
              </a:solidFill>
              <a:latin typeface="Calibri"/>
              <a:ea typeface="Calibri"/>
              <a:cs typeface="Calibri"/>
              <a:sym typeface="Calibri"/>
            </a:endParaRPr>
          </a:p>
        </p:txBody>
      </p:sp>
      <p:sp>
        <p:nvSpPr>
          <p:cNvPr id="1707" name="Google Shape;1707;p127"/>
          <p:cNvSpPr/>
          <p:nvPr/>
        </p:nvSpPr>
        <p:spPr>
          <a:xfrm>
            <a:off x="1856232" y="2109978"/>
            <a:ext cx="530352" cy="164592"/>
          </a:xfrm>
          <a:prstGeom prst="roundRect">
            <a:avLst>
              <a:gd fmla="val 22222" name="adj"/>
            </a:avLst>
          </a:prstGeom>
          <a:solidFill>
            <a:srgbClr val="FAECE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27"/>
          <p:cNvSpPr/>
          <p:nvPr/>
        </p:nvSpPr>
        <p:spPr>
          <a:xfrm>
            <a:off x="1856232" y="2119122"/>
            <a:ext cx="53035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2B13"/>
              </a:buClr>
              <a:buSzPts val="700"/>
              <a:buFont typeface="Arial"/>
              <a:buNone/>
            </a:pPr>
            <a:r>
              <a:rPr b="1" i="0" lang="en" sz="700" u="none" cap="none" strike="noStrike">
                <a:solidFill>
                  <a:srgbClr val="712B13"/>
                </a:solidFill>
                <a:latin typeface="Arial"/>
                <a:ea typeface="Arial"/>
                <a:cs typeface="Arial"/>
                <a:sym typeface="Arial"/>
              </a:rPr>
              <a:t>Bangkok</a:t>
            </a:r>
            <a:endParaRPr b="0" i="0" sz="700" u="none" cap="none" strike="noStrike">
              <a:solidFill>
                <a:schemeClr val="dk1"/>
              </a:solidFill>
              <a:latin typeface="Calibri"/>
              <a:ea typeface="Calibri"/>
              <a:cs typeface="Calibri"/>
              <a:sym typeface="Calibri"/>
            </a:endParaRPr>
          </a:p>
        </p:txBody>
      </p:sp>
      <p:sp>
        <p:nvSpPr>
          <p:cNvPr id="1709" name="Google Shape;1709;p127"/>
          <p:cNvSpPr/>
          <p:nvPr/>
        </p:nvSpPr>
        <p:spPr>
          <a:xfrm>
            <a:off x="2432304" y="2091690"/>
            <a:ext cx="6464808" cy="842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Bangkok pop-up soft open — The Commons Cloud 11  ·  Brand awareness, no selling, 4 experiential zones</a:t>
            </a:r>
            <a:endParaRPr b="0" i="0" sz="800" u="none" cap="none" strike="noStrike">
              <a:solidFill>
                <a:schemeClr val="dk1"/>
              </a:solidFill>
              <a:latin typeface="Calibri"/>
              <a:ea typeface="Calibri"/>
              <a:cs typeface="Calibri"/>
              <a:sym typeface="Calibri"/>
            </a:endParaRPr>
          </a:p>
        </p:txBody>
      </p:sp>
      <p:sp>
        <p:nvSpPr>
          <p:cNvPr id="1710" name="Google Shape;1710;p127"/>
          <p:cNvSpPr/>
          <p:nvPr/>
        </p:nvSpPr>
        <p:spPr>
          <a:xfrm>
            <a:off x="1298448" y="2194274"/>
            <a:ext cx="512064" cy="164592"/>
          </a:xfrm>
          <a:prstGeom prst="roundRect">
            <a:avLst>
              <a:gd fmla="val 22222" name="adj"/>
            </a:avLst>
          </a:prstGeom>
          <a:solidFill>
            <a:srgbClr val="E6F1FB"/>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127"/>
          <p:cNvSpPr/>
          <p:nvPr/>
        </p:nvSpPr>
        <p:spPr>
          <a:xfrm>
            <a:off x="1298448" y="2203418"/>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700"/>
              <a:buFont typeface="Arial"/>
              <a:buNone/>
            </a:pPr>
            <a:r>
              <a:rPr b="1" i="0" lang="en" sz="700" u="none" cap="none" strike="noStrike">
                <a:solidFill>
                  <a:srgbClr val="0C447C"/>
                </a:solidFill>
                <a:latin typeface="Arial"/>
                <a:ea typeface="Arial"/>
                <a:cs typeface="Arial"/>
                <a:sym typeface="Arial"/>
              </a:rPr>
              <a:t>LI</a:t>
            </a:r>
            <a:endParaRPr b="0" i="0" sz="700" u="none" cap="none" strike="noStrike">
              <a:solidFill>
                <a:schemeClr val="dk1"/>
              </a:solidFill>
              <a:latin typeface="Calibri"/>
              <a:ea typeface="Calibri"/>
              <a:cs typeface="Calibri"/>
              <a:sym typeface="Calibri"/>
            </a:endParaRPr>
          </a:p>
        </p:txBody>
      </p:sp>
      <p:sp>
        <p:nvSpPr>
          <p:cNvPr id="1712" name="Google Shape;1712;p127"/>
          <p:cNvSpPr/>
          <p:nvPr/>
        </p:nvSpPr>
        <p:spPr>
          <a:xfrm>
            <a:off x="1856232" y="2175986"/>
            <a:ext cx="7040880" cy="842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Founder reflections: key takeaways from Mandala event</a:t>
            </a:r>
            <a:endParaRPr b="0" i="0" sz="800" u="none" cap="none" strike="noStrike">
              <a:solidFill>
                <a:schemeClr val="dk1"/>
              </a:solidFill>
              <a:latin typeface="Calibri"/>
              <a:ea typeface="Calibri"/>
              <a:cs typeface="Calibri"/>
              <a:sym typeface="Calibri"/>
            </a:endParaRPr>
          </a:p>
        </p:txBody>
      </p:sp>
      <p:sp>
        <p:nvSpPr>
          <p:cNvPr id="1713" name="Google Shape;1713;p127"/>
          <p:cNvSpPr/>
          <p:nvPr/>
        </p:nvSpPr>
        <p:spPr>
          <a:xfrm>
            <a:off x="1298448" y="2278571"/>
            <a:ext cx="512064" cy="164592"/>
          </a:xfrm>
          <a:prstGeom prst="roundRect">
            <a:avLst>
              <a:gd fmla="val 22222" name="adj"/>
            </a:avLst>
          </a:prstGeom>
          <a:solidFill>
            <a:srgbClr val="FAEED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127"/>
          <p:cNvSpPr/>
          <p:nvPr/>
        </p:nvSpPr>
        <p:spPr>
          <a:xfrm>
            <a:off x="1298448" y="2287714"/>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700"/>
              <a:buFont typeface="Arial"/>
              <a:buNone/>
            </a:pPr>
            <a:r>
              <a:rPr b="1" i="0" lang="en" sz="700" u="none" cap="none" strike="noStrike">
                <a:solidFill>
                  <a:srgbClr val="633806"/>
                </a:solidFill>
                <a:latin typeface="Arial"/>
                <a:ea typeface="Arial"/>
                <a:cs typeface="Arial"/>
                <a:sym typeface="Arial"/>
              </a:rPr>
              <a:t>eDM</a:t>
            </a:r>
            <a:endParaRPr b="0" i="0" sz="700" u="none" cap="none" strike="noStrike">
              <a:solidFill>
                <a:schemeClr val="dk1"/>
              </a:solidFill>
              <a:latin typeface="Calibri"/>
              <a:ea typeface="Calibri"/>
              <a:cs typeface="Calibri"/>
              <a:sym typeface="Calibri"/>
            </a:endParaRPr>
          </a:p>
        </p:txBody>
      </p:sp>
      <p:sp>
        <p:nvSpPr>
          <p:cNvPr id="1715" name="Google Shape;1715;p127"/>
          <p:cNvSpPr/>
          <p:nvPr/>
        </p:nvSpPr>
        <p:spPr>
          <a:xfrm>
            <a:off x="1856232" y="2260283"/>
            <a:ext cx="7040880" cy="842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Health assessment roundup + Mandala recap + NOVI walk invitation</a:t>
            </a:r>
            <a:endParaRPr b="0" i="0" sz="800" u="none" cap="none" strike="noStrike">
              <a:solidFill>
                <a:schemeClr val="dk1"/>
              </a:solidFill>
              <a:latin typeface="Calibri"/>
              <a:ea typeface="Calibri"/>
              <a:cs typeface="Calibri"/>
              <a:sym typeface="Calibri"/>
            </a:endParaRPr>
          </a:p>
        </p:txBody>
      </p:sp>
      <p:sp>
        <p:nvSpPr>
          <p:cNvPr id="1716" name="Google Shape;1716;p127"/>
          <p:cNvSpPr/>
          <p:nvPr/>
        </p:nvSpPr>
        <p:spPr>
          <a:xfrm>
            <a:off x="1298448" y="2362867"/>
            <a:ext cx="512064" cy="164592"/>
          </a:xfrm>
          <a:prstGeom prst="roundRect">
            <a:avLst>
              <a:gd fmla="val 22222" name="adj"/>
            </a:avLst>
          </a:prstGeom>
          <a:solidFill>
            <a:srgbClr val="DCFCE7"/>
          </a:solidFill>
          <a:ln cap="flat" cmpd="sng" w="12700">
            <a:solidFill>
              <a:srgbClr val="DCF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27"/>
          <p:cNvSpPr/>
          <p:nvPr/>
        </p:nvSpPr>
        <p:spPr>
          <a:xfrm>
            <a:off x="1298448" y="2372011"/>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6534"/>
              </a:buClr>
              <a:buSzPts val="700"/>
              <a:buFont typeface="Arial"/>
              <a:buNone/>
            </a:pPr>
            <a:r>
              <a:rPr b="1" i="0" lang="en" sz="700" u="none" cap="none" strike="noStrike">
                <a:solidFill>
                  <a:srgbClr val="166534"/>
                </a:solidFill>
                <a:latin typeface="Arial"/>
                <a:ea typeface="Arial"/>
                <a:cs typeface="Arial"/>
                <a:sym typeface="Arial"/>
              </a:rPr>
              <a:t>WAP</a:t>
            </a:r>
            <a:endParaRPr b="0" i="0" sz="700" u="none" cap="none" strike="noStrike">
              <a:solidFill>
                <a:schemeClr val="dk1"/>
              </a:solidFill>
              <a:latin typeface="Calibri"/>
              <a:ea typeface="Calibri"/>
              <a:cs typeface="Calibri"/>
              <a:sym typeface="Calibri"/>
            </a:endParaRPr>
          </a:p>
        </p:txBody>
      </p:sp>
      <p:sp>
        <p:nvSpPr>
          <p:cNvPr id="1718" name="Google Shape;1718;p127"/>
          <p:cNvSpPr/>
          <p:nvPr/>
        </p:nvSpPr>
        <p:spPr>
          <a:xfrm>
            <a:off x="1856232" y="2344579"/>
            <a:ext cx="7040880" cy="842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Event invite — Mandala talk + NOVI walk</a:t>
            </a:r>
            <a:endParaRPr b="0" i="0" sz="800" u="none" cap="none" strike="noStrike">
              <a:solidFill>
                <a:schemeClr val="dk1"/>
              </a:solidFill>
              <a:latin typeface="Calibri"/>
              <a:ea typeface="Calibri"/>
              <a:cs typeface="Calibri"/>
              <a:sym typeface="Calibri"/>
            </a:endParaRPr>
          </a:p>
        </p:txBody>
      </p:sp>
      <p:sp>
        <p:nvSpPr>
          <p:cNvPr id="1719" name="Google Shape;1719;p127"/>
          <p:cNvSpPr/>
          <p:nvPr/>
        </p:nvSpPr>
        <p:spPr>
          <a:xfrm>
            <a:off x="164592" y="2520315"/>
            <a:ext cx="8823960" cy="428625"/>
          </a:xfrm>
          <a:prstGeom prst="roundRect">
            <a:avLst>
              <a:gd fmla="val 12800" name="adj"/>
            </a:avLst>
          </a:prstGeom>
          <a:solidFill>
            <a:srgbClr val="FFFFFF"/>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127"/>
          <p:cNvSpPr/>
          <p:nvPr/>
        </p:nvSpPr>
        <p:spPr>
          <a:xfrm>
            <a:off x="201168" y="2575179"/>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13 Jul</a:t>
            </a:r>
            <a:endParaRPr b="0" i="0" sz="900" u="none" cap="none" strike="noStrike">
              <a:solidFill>
                <a:schemeClr val="dk1"/>
              </a:solidFill>
              <a:latin typeface="Calibri"/>
              <a:ea typeface="Calibri"/>
              <a:cs typeface="Calibri"/>
              <a:sym typeface="Calibri"/>
            </a:endParaRPr>
          </a:p>
        </p:txBody>
      </p:sp>
      <p:sp>
        <p:nvSpPr>
          <p:cNvPr id="1721" name="Google Shape;1721;p127"/>
          <p:cNvSpPr/>
          <p:nvPr/>
        </p:nvSpPr>
        <p:spPr>
          <a:xfrm>
            <a:off x="201168" y="2776347"/>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 3</a:t>
            </a:r>
            <a:endParaRPr b="0" i="0" sz="700" u="none" cap="none" strike="noStrike">
              <a:solidFill>
                <a:schemeClr val="dk1"/>
              </a:solidFill>
              <a:latin typeface="Calibri"/>
              <a:ea typeface="Calibri"/>
              <a:cs typeface="Calibri"/>
              <a:sym typeface="Calibri"/>
            </a:endParaRPr>
          </a:p>
        </p:txBody>
      </p:sp>
      <p:cxnSp>
        <p:nvCxnSpPr>
          <p:cNvPr id="1722" name="Google Shape;1722;p127"/>
          <p:cNvCxnSpPr/>
          <p:nvPr/>
        </p:nvCxnSpPr>
        <p:spPr>
          <a:xfrm>
            <a:off x="1243584" y="2575179"/>
            <a:ext cx="0" cy="318897"/>
          </a:xfrm>
          <a:prstGeom prst="straightConnector1">
            <a:avLst/>
          </a:prstGeom>
          <a:noFill/>
          <a:ln cap="flat" cmpd="sng" w="9525">
            <a:solidFill>
              <a:srgbClr val="D3D1C7"/>
            </a:solidFill>
            <a:prstDash val="solid"/>
            <a:round/>
            <a:headEnd len="sm" w="sm" type="none"/>
            <a:tailEnd len="sm" w="sm" type="none"/>
          </a:ln>
        </p:spPr>
      </p:cxnSp>
      <p:sp>
        <p:nvSpPr>
          <p:cNvPr id="1723" name="Google Shape;1723;p127"/>
          <p:cNvSpPr/>
          <p:nvPr/>
        </p:nvSpPr>
        <p:spPr>
          <a:xfrm>
            <a:off x="1298448" y="2584323"/>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127"/>
          <p:cNvSpPr/>
          <p:nvPr/>
        </p:nvSpPr>
        <p:spPr>
          <a:xfrm>
            <a:off x="1298448" y="2593467"/>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725" name="Google Shape;1725;p127"/>
          <p:cNvSpPr/>
          <p:nvPr/>
        </p:nvSpPr>
        <p:spPr>
          <a:xfrm>
            <a:off x="1856232" y="2566035"/>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Supporting article #1: What AI can and cannot do in preventive healthcare (drawn from Mandala talk)</a:t>
            </a:r>
            <a:endParaRPr b="0" i="0" sz="800" u="none" cap="none" strike="noStrike">
              <a:solidFill>
                <a:schemeClr val="dk1"/>
              </a:solidFill>
              <a:latin typeface="Calibri"/>
              <a:ea typeface="Calibri"/>
              <a:cs typeface="Calibri"/>
              <a:sym typeface="Calibri"/>
            </a:endParaRPr>
          </a:p>
        </p:txBody>
      </p:sp>
      <p:sp>
        <p:nvSpPr>
          <p:cNvPr id="1726" name="Google Shape;1726;p127"/>
          <p:cNvSpPr/>
          <p:nvPr/>
        </p:nvSpPr>
        <p:spPr>
          <a:xfrm>
            <a:off x="164592" y="2994660"/>
            <a:ext cx="8823960" cy="428625"/>
          </a:xfrm>
          <a:prstGeom prst="roundRect">
            <a:avLst>
              <a:gd fmla="val 12800"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127"/>
          <p:cNvSpPr/>
          <p:nvPr/>
        </p:nvSpPr>
        <p:spPr>
          <a:xfrm>
            <a:off x="201168" y="304952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15 Jul</a:t>
            </a:r>
            <a:endParaRPr b="0" i="0" sz="900" u="none" cap="none" strike="noStrike">
              <a:solidFill>
                <a:schemeClr val="dk1"/>
              </a:solidFill>
              <a:latin typeface="Calibri"/>
              <a:ea typeface="Calibri"/>
              <a:cs typeface="Calibri"/>
              <a:sym typeface="Calibri"/>
            </a:endParaRPr>
          </a:p>
        </p:txBody>
      </p:sp>
      <p:sp>
        <p:nvSpPr>
          <p:cNvPr id="1728" name="Google Shape;1728;p127"/>
          <p:cNvSpPr/>
          <p:nvPr/>
        </p:nvSpPr>
        <p:spPr>
          <a:xfrm>
            <a:off x="201168" y="325069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Bangkok VIP</a:t>
            </a:r>
            <a:endParaRPr b="0" i="0" sz="700" u="none" cap="none" strike="noStrike">
              <a:solidFill>
                <a:schemeClr val="dk1"/>
              </a:solidFill>
              <a:latin typeface="Calibri"/>
              <a:ea typeface="Calibri"/>
              <a:cs typeface="Calibri"/>
              <a:sym typeface="Calibri"/>
            </a:endParaRPr>
          </a:p>
        </p:txBody>
      </p:sp>
      <p:cxnSp>
        <p:nvCxnSpPr>
          <p:cNvPr id="1729" name="Google Shape;1729;p127"/>
          <p:cNvCxnSpPr/>
          <p:nvPr/>
        </p:nvCxnSpPr>
        <p:spPr>
          <a:xfrm>
            <a:off x="1243584" y="3049524"/>
            <a:ext cx="0" cy="318897"/>
          </a:xfrm>
          <a:prstGeom prst="straightConnector1">
            <a:avLst/>
          </a:prstGeom>
          <a:noFill/>
          <a:ln cap="flat" cmpd="sng" w="9525">
            <a:solidFill>
              <a:srgbClr val="D3D1C7"/>
            </a:solidFill>
            <a:prstDash val="solid"/>
            <a:round/>
            <a:headEnd len="sm" w="sm" type="none"/>
            <a:tailEnd len="sm" w="sm" type="none"/>
          </a:ln>
        </p:spPr>
      </p:cxnSp>
      <p:sp>
        <p:nvSpPr>
          <p:cNvPr id="1730" name="Google Shape;1730;p127"/>
          <p:cNvSpPr/>
          <p:nvPr/>
        </p:nvSpPr>
        <p:spPr>
          <a:xfrm>
            <a:off x="1298448" y="3058668"/>
            <a:ext cx="512064" cy="164592"/>
          </a:xfrm>
          <a:prstGeom prst="roundRect">
            <a:avLst>
              <a:gd fmla="val 22222" name="adj"/>
            </a:avLst>
          </a:prstGeom>
          <a:solidFill>
            <a:srgbClr val="FBEAF0"/>
          </a:solidFill>
          <a:ln cap="flat" cmpd="sng" w="12700">
            <a:solidFill>
              <a:srgbClr val="FB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127"/>
          <p:cNvSpPr/>
          <p:nvPr/>
        </p:nvSpPr>
        <p:spPr>
          <a:xfrm>
            <a:off x="1298448" y="306781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2243E"/>
              </a:buClr>
              <a:buSzPts val="700"/>
              <a:buFont typeface="Arial"/>
              <a:buNone/>
            </a:pPr>
            <a:r>
              <a:rPr b="1" i="0" lang="en" sz="700" u="none" cap="none" strike="noStrike">
                <a:solidFill>
                  <a:srgbClr val="72243E"/>
                </a:solidFill>
                <a:latin typeface="Arial"/>
                <a:ea typeface="Arial"/>
                <a:cs typeface="Arial"/>
                <a:sym typeface="Arial"/>
              </a:rPr>
              <a:t>Event</a:t>
            </a:r>
            <a:endParaRPr b="0" i="0" sz="700" u="none" cap="none" strike="noStrike">
              <a:solidFill>
                <a:schemeClr val="dk1"/>
              </a:solidFill>
              <a:latin typeface="Calibri"/>
              <a:ea typeface="Calibri"/>
              <a:cs typeface="Calibri"/>
              <a:sym typeface="Calibri"/>
            </a:endParaRPr>
          </a:p>
        </p:txBody>
      </p:sp>
      <p:sp>
        <p:nvSpPr>
          <p:cNvPr id="1732" name="Google Shape;1732;p127"/>
          <p:cNvSpPr/>
          <p:nvPr/>
        </p:nvSpPr>
        <p:spPr>
          <a:xfrm>
            <a:off x="1856232" y="3058668"/>
            <a:ext cx="530352" cy="164592"/>
          </a:xfrm>
          <a:prstGeom prst="roundRect">
            <a:avLst>
              <a:gd fmla="val 22222" name="adj"/>
            </a:avLst>
          </a:prstGeom>
          <a:solidFill>
            <a:srgbClr val="FAECE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127"/>
          <p:cNvSpPr/>
          <p:nvPr/>
        </p:nvSpPr>
        <p:spPr>
          <a:xfrm>
            <a:off x="1856232" y="3067812"/>
            <a:ext cx="53035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2B13"/>
              </a:buClr>
              <a:buSzPts val="700"/>
              <a:buFont typeface="Arial"/>
              <a:buNone/>
            </a:pPr>
            <a:r>
              <a:rPr b="1" i="0" lang="en" sz="700" u="none" cap="none" strike="noStrike">
                <a:solidFill>
                  <a:srgbClr val="712B13"/>
                </a:solidFill>
                <a:latin typeface="Arial"/>
                <a:ea typeface="Arial"/>
                <a:cs typeface="Arial"/>
                <a:sym typeface="Arial"/>
              </a:rPr>
              <a:t>Bangkok</a:t>
            </a:r>
            <a:endParaRPr b="0" i="0" sz="700" u="none" cap="none" strike="noStrike">
              <a:solidFill>
                <a:schemeClr val="dk1"/>
              </a:solidFill>
              <a:latin typeface="Calibri"/>
              <a:ea typeface="Calibri"/>
              <a:cs typeface="Calibri"/>
              <a:sym typeface="Calibri"/>
            </a:endParaRPr>
          </a:p>
        </p:txBody>
      </p:sp>
      <p:sp>
        <p:nvSpPr>
          <p:cNvPr id="1734" name="Google Shape;1734;p127"/>
          <p:cNvSpPr/>
          <p:nvPr/>
        </p:nvSpPr>
        <p:spPr>
          <a:xfrm>
            <a:off x="2432304" y="3040380"/>
            <a:ext cx="64648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Bangkok VIP opening night — The Commons Cloud 11</a:t>
            </a:r>
            <a:endParaRPr b="0" i="0" sz="800" u="none" cap="none" strike="noStrike">
              <a:solidFill>
                <a:schemeClr val="dk1"/>
              </a:solidFill>
              <a:latin typeface="Calibri"/>
              <a:ea typeface="Calibri"/>
              <a:cs typeface="Calibri"/>
              <a:sym typeface="Calibri"/>
            </a:endParaRPr>
          </a:p>
        </p:txBody>
      </p:sp>
      <p:sp>
        <p:nvSpPr>
          <p:cNvPr id="1735" name="Google Shape;1735;p127"/>
          <p:cNvSpPr/>
          <p:nvPr/>
        </p:nvSpPr>
        <p:spPr>
          <a:xfrm>
            <a:off x="164592" y="3469005"/>
            <a:ext cx="8823960" cy="428625"/>
          </a:xfrm>
          <a:prstGeom prst="roundRect">
            <a:avLst>
              <a:gd fmla="val 12800" name="adj"/>
            </a:avLst>
          </a:prstGeom>
          <a:solidFill>
            <a:srgbClr val="FFFFFF"/>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27"/>
          <p:cNvSpPr/>
          <p:nvPr/>
        </p:nvSpPr>
        <p:spPr>
          <a:xfrm>
            <a:off x="201168" y="3523869"/>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16–19 Jul</a:t>
            </a:r>
            <a:endParaRPr b="0" i="0" sz="900" u="none" cap="none" strike="noStrike">
              <a:solidFill>
                <a:schemeClr val="dk1"/>
              </a:solidFill>
              <a:latin typeface="Calibri"/>
              <a:ea typeface="Calibri"/>
              <a:cs typeface="Calibri"/>
              <a:sym typeface="Calibri"/>
            </a:endParaRPr>
          </a:p>
        </p:txBody>
      </p:sp>
      <p:sp>
        <p:nvSpPr>
          <p:cNvPr id="1737" name="Google Shape;1737;p127"/>
          <p:cNvSpPr/>
          <p:nvPr/>
        </p:nvSpPr>
        <p:spPr>
          <a:xfrm>
            <a:off x="201168" y="3725037"/>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Bangkok live</a:t>
            </a:r>
            <a:endParaRPr b="0" i="0" sz="700" u="none" cap="none" strike="noStrike">
              <a:solidFill>
                <a:schemeClr val="dk1"/>
              </a:solidFill>
              <a:latin typeface="Calibri"/>
              <a:ea typeface="Calibri"/>
              <a:cs typeface="Calibri"/>
              <a:sym typeface="Calibri"/>
            </a:endParaRPr>
          </a:p>
        </p:txBody>
      </p:sp>
      <p:cxnSp>
        <p:nvCxnSpPr>
          <p:cNvPr id="1738" name="Google Shape;1738;p127"/>
          <p:cNvCxnSpPr/>
          <p:nvPr/>
        </p:nvCxnSpPr>
        <p:spPr>
          <a:xfrm>
            <a:off x="1243584" y="3523869"/>
            <a:ext cx="0" cy="318897"/>
          </a:xfrm>
          <a:prstGeom prst="straightConnector1">
            <a:avLst/>
          </a:prstGeom>
          <a:noFill/>
          <a:ln cap="flat" cmpd="sng" w="9525">
            <a:solidFill>
              <a:srgbClr val="D3D1C7"/>
            </a:solidFill>
            <a:prstDash val="solid"/>
            <a:round/>
            <a:headEnd len="sm" w="sm" type="none"/>
            <a:tailEnd len="sm" w="sm" type="none"/>
          </a:ln>
        </p:spPr>
      </p:cxnSp>
      <p:sp>
        <p:nvSpPr>
          <p:cNvPr id="1739" name="Google Shape;1739;p127"/>
          <p:cNvSpPr/>
          <p:nvPr/>
        </p:nvSpPr>
        <p:spPr>
          <a:xfrm>
            <a:off x="1298448" y="3533013"/>
            <a:ext cx="512064" cy="164592"/>
          </a:xfrm>
          <a:prstGeom prst="roundRect">
            <a:avLst>
              <a:gd fmla="val 22222" name="adj"/>
            </a:avLst>
          </a:prstGeom>
          <a:solidFill>
            <a:srgbClr val="FBEAF0"/>
          </a:solidFill>
          <a:ln cap="flat" cmpd="sng" w="12700">
            <a:solidFill>
              <a:srgbClr val="FB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127"/>
          <p:cNvSpPr/>
          <p:nvPr/>
        </p:nvSpPr>
        <p:spPr>
          <a:xfrm>
            <a:off x="1298448" y="3542157"/>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2243E"/>
              </a:buClr>
              <a:buSzPts val="700"/>
              <a:buFont typeface="Arial"/>
              <a:buNone/>
            </a:pPr>
            <a:r>
              <a:rPr b="1" i="0" lang="en" sz="700" u="none" cap="none" strike="noStrike">
                <a:solidFill>
                  <a:srgbClr val="72243E"/>
                </a:solidFill>
                <a:latin typeface="Arial"/>
                <a:ea typeface="Arial"/>
                <a:cs typeface="Arial"/>
                <a:sym typeface="Arial"/>
              </a:rPr>
              <a:t>Event</a:t>
            </a:r>
            <a:endParaRPr b="0" i="0" sz="700" u="none" cap="none" strike="noStrike">
              <a:solidFill>
                <a:schemeClr val="dk1"/>
              </a:solidFill>
              <a:latin typeface="Calibri"/>
              <a:ea typeface="Calibri"/>
              <a:cs typeface="Calibri"/>
              <a:sym typeface="Calibri"/>
            </a:endParaRPr>
          </a:p>
        </p:txBody>
      </p:sp>
      <p:sp>
        <p:nvSpPr>
          <p:cNvPr id="1741" name="Google Shape;1741;p127"/>
          <p:cNvSpPr/>
          <p:nvPr/>
        </p:nvSpPr>
        <p:spPr>
          <a:xfrm>
            <a:off x="1856232" y="3533013"/>
            <a:ext cx="530352" cy="164592"/>
          </a:xfrm>
          <a:prstGeom prst="roundRect">
            <a:avLst>
              <a:gd fmla="val 22222" name="adj"/>
            </a:avLst>
          </a:prstGeom>
          <a:solidFill>
            <a:srgbClr val="FAECE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127"/>
          <p:cNvSpPr/>
          <p:nvPr/>
        </p:nvSpPr>
        <p:spPr>
          <a:xfrm>
            <a:off x="1856232" y="3542157"/>
            <a:ext cx="53035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2B13"/>
              </a:buClr>
              <a:buSzPts val="700"/>
              <a:buFont typeface="Arial"/>
              <a:buNone/>
            </a:pPr>
            <a:r>
              <a:rPr b="1" i="0" lang="en" sz="700" u="none" cap="none" strike="noStrike">
                <a:solidFill>
                  <a:srgbClr val="712B13"/>
                </a:solidFill>
                <a:latin typeface="Arial"/>
                <a:ea typeface="Arial"/>
                <a:cs typeface="Arial"/>
                <a:sym typeface="Arial"/>
              </a:rPr>
              <a:t>Bangkok</a:t>
            </a:r>
            <a:endParaRPr b="0" i="0" sz="700" u="none" cap="none" strike="noStrike">
              <a:solidFill>
                <a:schemeClr val="dk1"/>
              </a:solidFill>
              <a:latin typeface="Calibri"/>
              <a:ea typeface="Calibri"/>
              <a:cs typeface="Calibri"/>
              <a:sym typeface="Calibri"/>
            </a:endParaRPr>
          </a:p>
        </p:txBody>
      </p:sp>
      <p:sp>
        <p:nvSpPr>
          <p:cNvPr id="1743" name="Google Shape;1743;p127"/>
          <p:cNvSpPr/>
          <p:nvPr/>
        </p:nvSpPr>
        <p:spPr>
          <a:xfrm>
            <a:off x="2432304" y="3514725"/>
            <a:ext cx="64648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Bangkok activation fully live — The Commons Cloud 11  ·  Continues through Wholesome Week 1–9 Aug</a:t>
            </a:r>
            <a:endParaRPr b="0" i="0" sz="800" u="none" cap="none" strike="noStrike">
              <a:solidFill>
                <a:schemeClr val="dk1"/>
              </a:solidFill>
              <a:latin typeface="Calibri"/>
              <a:ea typeface="Calibri"/>
              <a:cs typeface="Calibri"/>
              <a:sym typeface="Calibri"/>
            </a:endParaRPr>
          </a:p>
        </p:txBody>
      </p:sp>
      <p:sp>
        <p:nvSpPr>
          <p:cNvPr id="1744" name="Google Shape;1744;p127"/>
          <p:cNvSpPr/>
          <p:nvPr/>
        </p:nvSpPr>
        <p:spPr>
          <a:xfrm>
            <a:off x="164592" y="3943350"/>
            <a:ext cx="8823960" cy="428625"/>
          </a:xfrm>
          <a:prstGeom prst="roundRect">
            <a:avLst>
              <a:gd fmla="val 12800"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127"/>
          <p:cNvSpPr/>
          <p:nvPr/>
        </p:nvSpPr>
        <p:spPr>
          <a:xfrm>
            <a:off x="201168" y="399821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20 Jul</a:t>
            </a:r>
            <a:endParaRPr b="0" i="0" sz="900" u="none" cap="none" strike="noStrike">
              <a:solidFill>
                <a:schemeClr val="dk1"/>
              </a:solidFill>
              <a:latin typeface="Calibri"/>
              <a:ea typeface="Calibri"/>
              <a:cs typeface="Calibri"/>
              <a:sym typeface="Calibri"/>
            </a:endParaRPr>
          </a:p>
        </p:txBody>
      </p:sp>
      <p:sp>
        <p:nvSpPr>
          <p:cNvPr id="1746" name="Google Shape;1746;p127"/>
          <p:cNvSpPr/>
          <p:nvPr/>
        </p:nvSpPr>
        <p:spPr>
          <a:xfrm>
            <a:off x="201168" y="419938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 4</a:t>
            </a:r>
            <a:endParaRPr b="0" i="0" sz="700" u="none" cap="none" strike="noStrike">
              <a:solidFill>
                <a:schemeClr val="dk1"/>
              </a:solidFill>
              <a:latin typeface="Calibri"/>
              <a:ea typeface="Calibri"/>
              <a:cs typeface="Calibri"/>
              <a:sym typeface="Calibri"/>
            </a:endParaRPr>
          </a:p>
        </p:txBody>
      </p:sp>
      <p:cxnSp>
        <p:nvCxnSpPr>
          <p:cNvPr id="1747" name="Google Shape;1747;p127"/>
          <p:cNvCxnSpPr/>
          <p:nvPr/>
        </p:nvCxnSpPr>
        <p:spPr>
          <a:xfrm>
            <a:off x="1243584" y="3998214"/>
            <a:ext cx="0" cy="318897"/>
          </a:xfrm>
          <a:prstGeom prst="straightConnector1">
            <a:avLst/>
          </a:prstGeom>
          <a:noFill/>
          <a:ln cap="flat" cmpd="sng" w="9525">
            <a:solidFill>
              <a:srgbClr val="D3D1C7"/>
            </a:solidFill>
            <a:prstDash val="solid"/>
            <a:round/>
            <a:headEnd len="sm" w="sm" type="none"/>
            <a:tailEnd len="sm" w="sm" type="none"/>
          </a:ln>
        </p:spPr>
      </p:cxnSp>
      <p:sp>
        <p:nvSpPr>
          <p:cNvPr id="1748" name="Google Shape;1748;p127"/>
          <p:cNvSpPr/>
          <p:nvPr/>
        </p:nvSpPr>
        <p:spPr>
          <a:xfrm>
            <a:off x="1298448" y="4007358"/>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127"/>
          <p:cNvSpPr/>
          <p:nvPr/>
        </p:nvSpPr>
        <p:spPr>
          <a:xfrm>
            <a:off x="1298448" y="401650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750" name="Google Shape;1750;p127"/>
          <p:cNvSpPr/>
          <p:nvPr/>
        </p:nvSpPr>
        <p:spPr>
          <a:xfrm>
            <a:off x="1856232" y="3989070"/>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Supporting article #2: Why human coaching still matters in the age of AI</a:t>
            </a:r>
            <a:endParaRPr b="0" i="0" sz="800" u="none" cap="none" strike="noStrike">
              <a:solidFill>
                <a:schemeClr val="dk1"/>
              </a:solidFill>
              <a:latin typeface="Calibri"/>
              <a:ea typeface="Calibri"/>
              <a:cs typeface="Calibri"/>
              <a:sym typeface="Calibri"/>
            </a:endParaRPr>
          </a:p>
        </p:txBody>
      </p:sp>
      <p:sp>
        <p:nvSpPr>
          <p:cNvPr id="1751" name="Google Shape;1751;p127"/>
          <p:cNvSpPr/>
          <p:nvPr/>
        </p:nvSpPr>
        <p:spPr>
          <a:xfrm>
            <a:off x="164592" y="4417695"/>
            <a:ext cx="8823960" cy="428625"/>
          </a:xfrm>
          <a:prstGeom prst="roundRect">
            <a:avLst>
              <a:gd fmla="val 12800" name="adj"/>
            </a:avLst>
          </a:prstGeom>
          <a:solidFill>
            <a:srgbClr val="FFFFFF"/>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27"/>
          <p:cNvSpPr/>
          <p:nvPr/>
        </p:nvSpPr>
        <p:spPr>
          <a:xfrm>
            <a:off x="201168" y="4472559"/>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28–31 Jul</a:t>
            </a:r>
            <a:endParaRPr b="0" i="0" sz="900" u="none" cap="none" strike="noStrike">
              <a:solidFill>
                <a:schemeClr val="dk1"/>
              </a:solidFill>
              <a:latin typeface="Calibri"/>
              <a:ea typeface="Calibri"/>
              <a:cs typeface="Calibri"/>
              <a:sym typeface="Calibri"/>
            </a:endParaRPr>
          </a:p>
        </p:txBody>
      </p:sp>
      <p:sp>
        <p:nvSpPr>
          <p:cNvPr id="1753" name="Google Shape;1753;p127"/>
          <p:cNvSpPr/>
          <p:nvPr/>
        </p:nvSpPr>
        <p:spPr>
          <a:xfrm>
            <a:off x="201168" y="4673727"/>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website relaunch</a:t>
            </a:r>
            <a:endParaRPr b="0" i="0" sz="700" u="none" cap="none" strike="noStrike">
              <a:solidFill>
                <a:schemeClr val="dk1"/>
              </a:solidFill>
              <a:latin typeface="Calibri"/>
              <a:ea typeface="Calibri"/>
              <a:cs typeface="Calibri"/>
              <a:sym typeface="Calibri"/>
            </a:endParaRPr>
          </a:p>
        </p:txBody>
      </p:sp>
      <p:cxnSp>
        <p:nvCxnSpPr>
          <p:cNvPr id="1754" name="Google Shape;1754;p127"/>
          <p:cNvCxnSpPr/>
          <p:nvPr/>
        </p:nvCxnSpPr>
        <p:spPr>
          <a:xfrm>
            <a:off x="1243584" y="4472559"/>
            <a:ext cx="0" cy="318897"/>
          </a:xfrm>
          <a:prstGeom prst="straightConnector1">
            <a:avLst/>
          </a:prstGeom>
          <a:noFill/>
          <a:ln cap="flat" cmpd="sng" w="9525">
            <a:solidFill>
              <a:srgbClr val="D3D1C7"/>
            </a:solidFill>
            <a:prstDash val="solid"/>
            <a:round/>
            <a:headEnd len="sm" w="sm" type="none"/>
            <a:tailEnd len="sm" w="sm" type="none"/>
          </a:ln>
        </p:spPr>
      </p:cxnSp>
      <p:sp>
        <p:nvSpPr>
          <p:cNvPr id="1755" name="Google Shape;1755;p127"/>
          <p:cNvSpPr/>
          <p:nvPr/>
        </p:nvSpPr>
        <p:spPr>
          <a:xfrm>
            <a:off x="1298448" y="4481703"/>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127"/>
          <p:cNvSpPr/>
          <p:nvPr/>
        </p:nvSpPr>
        <p:spPr>
          <a:xfrm>
            <a:off x="1298448" y="4490847"/>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757" name="Google Shape;1757;p127"/>
          <p:cNvSpPr/>
          <p:nvPr/>
        </p:nvSpPr>
        <p:spPr>
          <a:xfrm>
            <a:off x="1856232" y="4463415"/>
            <a:ext cx="7040880" cy="11239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NOVI.health website go-live — new brand positioning, full content + SEO refresh</a:t>
            </a:r>
            <a:endParaRPr b="0" i="0" sz="800" u="none" cap="none" strike="noStrike">
              <a:solidFill>
                <a:schemeClr val="dk1"/>
              </a:solidFill>
              <a:latin typeface="Calibri"/>
              <a:ea typeface="Calibri"/>
              <a:cs typeface="Calibri"/>
              <a:sym typeface="Calibri"/>
            </a:endParaRPr>
          </a:p>
        </p:txBody>
      </p:sp>
      <p:sp>
        <p:nvSpPr>
          <p:cNvPr id="1758" name="Google Shape;1758;p127"/>
          <p:cNvSpPr/>
          <p:nvPr/>
        </p:nvSpPr>
        <p:spPr>
          <a:xfrm>
            <a:off x="1298448" y="4594098"/>
            <a:ext cx="512064" cy="164592"/>
          </a:xfrm>
          <a:prstGeom prst="roundRect">
            <a:avLst>
              <a:gd fmla="val 22222" name="adj"/>
            </a:avLst>
          </a:prstGeom>
          <a:solidFill>
            <a:srgbClr val="E6F1FB"/>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127"/>
          <p:cNvSpPr/>
          <p:nvPr/>
        </p:nvSpPr>
        <p:spPr>
          <a:xfrm>
            <a:off x="1298448" y="460324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700"/>
              <a:buFont typeface="Arial"/>
              <a:buNone/>
            </a:pPr>
            <a:r>
              <a:rPr b="1" i="0" lang="en" sz="700" u="none" cap="none" strike="noStrike">
                <a:solidFill>
                  <a:srgbClr val="0C447C"/>
                </a:solidFill>
                <a:latin typeface="Arial"/>
                <a:ea typeface="Arial"/>
                <a:cs typeface="Arial"/>
                <a:sym typeface="Arial"/>
              </a:rPr>
              <a:t>LI</a:t>
            </a:r>
            <a:endParaRPr b="0" i="0" sz="700" u="none" cap="none" strike="noStrike">
              <a:solidFill>
                <a:schemeClr val="dk1"/>
              </a:solidFill>
              <a:latin typeface="Calibri"/>
              <a:ea typeface="Calibri"/>
              <a:cs typeface="Calibri"/>
              <a:sym typeface="Calibri"/>
            </a:endParaRPr>
          </a:p>
        </p:txBody>
      </p:sp>
      <p:sp>
        <p:nvSpPr>
          <p:cNvPr id="1760" name="Google Shape;1760;p127"/>
          <p:cNvSpPr/>
          <p:nvPr/>
        </p:nvSpPr>
        <p:spPr>
          <a:xfrm>
            <a:off x="1856232" y="4575810"/>
            <a:ext cx="7040880" cy="11239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Doctor perspective: where technology genuinely improves patient outcomes</a:t>
            </a:r>
            <a:endParaRPr b="0" i="0" sz="800" u="none" cap="none" strike="noStrike">
              <a:solidFill>
                <a:schemeClr val="dk1"/>
              </a:solidFill>
              <a:latin typeface="Calibri"/>
              <a:ea typeface="Calibri"/>
              <a:cs typeface="Calibri"/>
              <a:sym typeface="Calibri"/>
            </a:endParaRPr>
          </a:p>
        </p:txBody>
      </p:sp>
      <p:sp>
        <p:nvSpPr>
          <p:cNvPr id="1761" name="Google Shape;1761;p127"/>
          <p:cNvSpPr/>
          <p:nvPr/>
        </p:nvSpPr>
        <p:spPr>
          <a:xfrm>
            <a:off x="1298448" y="4706493"/>
            <a:ext cx="512064" cy="164592"/>
          </a:xfrm>
          <a:prstGeom prst="roundRect">
            <a:avLst>
              <a:gd fmla="val 22222" name="adj"/>
            </a:avLst>
          </a:prstGeom>
          <a:solidFill>
            <a:srgbClr val="FAEED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127"/>
          <p:cNvSpPr/>
          <p:nvPr/>
        </p:nvSpPr>
        <p:spPr>
          <a:xfrm>
            <a:off x="1298448" y="4715637"/>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700"/>
              <a:buFont typeface="Arial"/>
              <a:buNone/>
            </a:pPr>
            <a:r>
              <a:rPr b="1" i="0" lang="en" sz="700" u="none" cap="none" strike="noStrike">
                <a:solidFill>
                  <a:srgbClr val="633806"/>
                </a:solidFill>
                <a:latin typeface="Arial"/>
                <a:ea typeface="Arial"/>
                <a:cs typeface="Arial"/>
                <a:sym typeface="Arial"/>
              </a:rPr>
              <a:t>eDM</a:t>
            </a:r>
            <a:endParaRPr b="0" i="0" sz="700" u="none" cap="none" strike="noStrike">
              <a:solidFill>
                <a:schemeClr val="dk1"/>
              </a:solidFill>
              <a:latin typeface="Calibri"/>
              <a:ea typeface="Calibri"/>
              <a:cs typeface="Calibri"/>
              <a:sym typeface="Calibri"/>
            </a:endParaRPr>
          </a:p>
        </p:txBody>
      </p:sp>
      <p:sp>
        <p:nvSpPr>
          <p:cNvPr id="1763" name="Google Shape;1763;p127"/>
          <p:cNvSpPr/>
          <p:nvPr/>
        </p:nvSpPr>
        <p:spPr>
          <a:xfrm>
            <a:off x="1856232" y="4688205"/>
            <a:ext cx="7040880" cy="11239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"What we learned from asking whether AI can help us live longer" — Mandala recap + nurture</a:t>
            </a:r>
            <a:endParaRPr b="0" i="0" sz="800" u="none" cap="none" strike="noStrike">
              <a:solidFill>
                <a:schemeClr val="dk1"/>
              </a:solidFill>
              <a:latin typeface="Calibri"/>
              <a:ea typeface="Calibri"/>
              <a:cs typeface="Calibri"/>
              <a:sym typeface="Calibri"/>
            </a:endParaRPr>
          </a:p>
        </p:txBody>
      </p:sp>
      <p:sp>
        <p:nvSpPr>
          <p:cNvPr id="1764" name="Google Shape;1764;p127"/>
          <p:cNvSpPr/>
          <p:nvPr/>
        </p:nvSpPr>
        <p:spPr>
          <a:xfrm>
            <a:off x="164592" y="4956048"/>
            <a:ext cx="882396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3D1C7"/>
              </a:buClr>
              <a:buSzPts val="750"/>
              <a:buFont typeface="Arial"/>
              <a:buNone/>
            </a:pPr>
            <a:r>
              <a:rPr b="0" i="1" lang="en" sz="750" u="none" cap="none" strike="noStrike">
                <a:solidFill>
                  <a:srgbClr val="D3D1C7"/>
                </a:solidFill>
                <a:latin typeface="Arial"/>
                <a:ea typeface="Arial"/>
                <a:cs typeface="Arial"/>
                <a:sym typeface="Arial"/>
              </a:rPr>
              <a:t>NOVI Health  ·  Master Calendar 2026  ·  All dates subject to change</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9" name="Shape 1769"/>
        <p:cNvGrpSpPr/>
        <p:nvPr/>
      </p:nvGrpSpPr>
      <p:grpSpPr>
        <a:xfrm>
          <a:off x="0" y="0"/>
          <a:ext cx="0" cy="0"/>
          <a:chOff x="0" y="0"/>
          <a:chExt cx="0" cy="0"/>
        </a:xfrm>
      </p:grpSpPr>
      <p:sp>
        <p:nvSpPr>
          <p:cNvPr id="1770" name="Google Shape;1770;p128"/>
          <p:cNvSpPr/>
          <p:nvPr/>
        </p:nvSpPr>
        <p:spPr>
          <a:xfrm>
            <a:off x="0" y="0"/>
            <a:ext cx="9144000" cy="804672"/>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128"/>
          <p:cNvSpPr/>
          <p:nvPr/>
        </p:nvSpPr>
        <p:spPr>
          <a:xfrm>
            <a:off x="365760" y="54864"/>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mbria"/>
              <a:buNone/>
            </a:pPr>
            <a:r>
              <a:rPr b="1" i="0" lang="en" sz="2200" u="none" cap="none" strike="noStrike">
                <a:solidFill>
                  <a:srgbClr val="FFFFFF"/>
                </a:solidFill>
                <a:latin typeface="Cambria"/>
                <a:ea typeface="Cambria"/>
                <a:cs typeface="Cambria"/>
                <a:sym typeface="Cambria"/>
              </a:rPr>
              <a:t>August 2026</a:t>
            </a:r>
            <a:endParaRPr b="0" i="0" sz="2200" u="none" cap="none" strike="noStrike">
              <a:solidFill>
                <a:schemeClr val="dk1"/>
              </a:solidFill>
              <a:latin typeface="Calibri"/>
              <a:ea typeface="Calibri"/>
              <a:cs typeface="Calibri"/>
              <a:sym typeface="Calibri"/>
            </a:endParaRPr>
          </a:p>
        </p:txBody>
      </p:sp>
      <p:sp>
        <p:nvSpPr>
          <p:cNvPr id="1772" name="Google Shape;1772;p128"/>
          <p:cNvSpPr/>
          <p:nvPr/>
        </p:nvSpPr>
        <p:spPr>
          <a:xfrm>
            <a:off x="365760" y="457200"/>
            <a:ext cx="8412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E1CB"/>
              </a:buClr>
              <a:buSzPts val="900"/>
              <a:buFont typeface="Arial"/>
              <a:buNone/>
            </a:pPr>
            <a:r>
              <a:rPr b="0" i="1" lang="en" sz="900" u="none" cap="none" strike="noStrike">
                <a:solidFill>
                  <a:srgbClr val="9FE1CB"/>
                </a:solidFill>
                <a:latin typeface="Arial"/>
                <a:ea typeface="Arial"/>
                <a:cs typeface="Arial"/>
                <a:sym typeface="Arial"/>
              </a:rPr>
              <a:t>Anchor: Bangkok Wholesome Week 1–9 Aug  ·  National Day 9 Aug  ·  Healthspan arc  ·  TBT advertorial #2 live end of month</a:t>
            </a:r>
            <a:endParaRPr b="0" i="0" sz="900" u="none" cap="none" strike="noStrike">
              <a:solidFill>
                <a:schemeClr val="dk1"/>
              </a:solidFill>
              <a:latin typeface="Calibri"/>
              <a:ea typeface="Calibri"/>
              <a:cs typeface="Calibri"/>
              <a:sym typeface="Calibri"/>
            </a:endParaRPr>
          </a:p>
        </p:txBody>
      </p:sp>
      <p:sp>
        <p:nvSpPr>
          <p:cNvPr id="1773" name="Google Shape;1773;p128"/>
          <p:cNvSpPr/>
          <p:nvPr/>
        </p:nvSpPr>
        <p:spPr>
          <a:xfrm>
            <a:off x="8851392" y="146304"/>
            <a:ext cx="201168" cy="201168"/>
          </a:xfrm>
          <a:prstGeom prst="ellipse">
            <a:avLst/>
          </a:prstGeom>
          <a:solidFill>
            <a:srgbClr val="3B6D11"/>
          </a:solidFill>
          <a:ln cap="flat" cmpd="sng" w="12700">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128"/>
          <p:cNvSpPr/>
          <p:nvPr/>
        </p:nvSpPr>
        <p:spPr>
          <a:xfrm>
            <a:off x="164592" y="850392"/>
            <a:ext cx="1051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D1C7"/>
              </a:buClr>
              <a:buSzPts val="700"/>
              <a:buFont typeface="Arial"/>
              <a:buNone/>
            </a:pPr>
            <a:r>
              <a:rPr b="1" i="0" lang="en" sz="700" u="none" cap="none" strike="noStrike">
                <a:solidFill>
                  <a:srgbClr val="D3D1C7"/>
                </a:solidFill>
                <a:latin typeface="Arial"/>
                <a:ea typeface="Arial"/>
                <a:cs typeface="Arial"/>
                <a:sym typeface="Arial"/>
              </a:rPr>
              <a:t>DATE</a:t>
            </a:r>
            <a:endParaRPr b="0" i="0" sz="700" u="none" cap="none" strike="noStrike">
              <a:solidFill>
                <a:schemeClr val="dk1"/>
              </a:solidFill>
              <a:latin typeface="Calibri"/>
              <a:ea typeface="Calibri"/>
              <a:cs typeface="Calibri"/>
              <a:sym typeface="Calibri"/>
            </a:endParaRPr>
          </a:p>
        </p:txBody>
      </p:sp>
      <p:sp>
        <p:nvSpPr>
          <p:cNvPr id="1775" name="Google Shape;1775;p128"/>
          <p:cNvSpPr/>
          <p:nvPr/>
        </p:nvSpPr>
        <p:spPr>
          <a:xfrm>
            <a:off x="1261872" y="850392"/>
            <a:ext cx="75895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D1C7"/>
              </a:buClr>
              <a:buSzPts val="700"/>
              <a:buFont typeface="Arial"/>
              <a:buNone/>
            </a:pPr>
            <a:r>
              <a:rPr b="1" i="0" lang="en" sz="700" u="none" cap="none" strike="noStrike">
                <a:solidFill>
                  <a:srgbClr val="D3D1C7"/>
                </a:solidFill>
                <a:latin typeface="Arial"/>
                <a:ea typeface="Arial"/>
                <a:cs typeface="Arial"/>
                <a:sym typeface="Arial"/>
              </a:rPr>
              <a:t>CHANNEL  /  CONTENT</a:t>
            </a:r>
            <a:endParaRPr b="0" i="0" sz="700" u="none" cap="none" strike="noStrike">
              <a:solidFill>
                <a:schemeClr val="dk1"/>
              </a:solidFill>
              <a:latin typeface="Calibri"/>
              <a:ea typeface="Calibri"/>
              <a:cs typeface="Calibri"/>
              <a:sym typeface="Calibri"/>
            </a:endParaRPr>
          </a:p>
        </p:txBody>
      </p:sp>
      <p:cxnSp>
        <p:nvCxnSpPr>
          <p:cNvPr id="1776" name="Google Shape;1776;p128"/>
          <p:cNvCxnSpPr/>
          <p:nvPr/>
        </p:nvCxnSpPr>
        <p:spPr>
          <a:xfrm>
            <a:off x="164592" y="1042416"/>
            <a:ext cx="8823960" cy="0"/>
          </a:xfrm>
          <a:prstGeom prst="straightConnector1">
            <a:avLst/>
          </a:prstGeom>
          <a:noFill/>
          <a:ln cap="flat" cmpd="sng" w="9525">
            <a:solidFill>
              <a:srgbClr val="D3D1C7"/>
            </a:solidFill>
            <a:prstDash val="solid"/>
            <a:round/>
            <a:headEnd len="sm" w="sm" type="none"/>
            <a:tailEnd len="sm" w="sm" type="none"/>
          </a:ln>
        </p:spPr>
      </p:cxnSp>
      <p:sp>
        <p:nvSpPr>
          <p:cNvPr id="1777" name="Google Shape;1777;p128"/>
          <p:cNvSpPr/>
          <p:nvPr/>
        </p:nvSpPr>
        <p:spPr>
          <a:xfrm>
            <a:off x="164592" y="1097280"/>
            <a:ext cx="8823960" cy="713232"/>
          </a:xfrm>
          <a:prstGeom prst="roundRect">
            <a:avLst>
              <a:gd fmla="val 7692"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128"/>
          <p:cNvSpPr/>
          <p:nvPr/>
        </p:nvSpPr>
        <p:spPr>
          <a:xfrm>
            <a:off x="201168" y="115214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1–9 Aug</a:t>
            </a:r>
            <a:endParaRPr b="0" i="0" sz="900" u="none" cap="none" strike="noStrike">
              <a:solidFill>
                <a:schemeClr val="dk1"/>
              </a:solidFill>
              <a:latin typeface="Calibri"/>
              <a:ea typeface="Calibri"/>
              <a:cs typeface="Calibri"/>
              <a:sym typeface="Calibri"/>
            </a:endParaRPr>
          </a:p>
        </p:txBody>
      </p:sp>
      <p:sp>
        <p:nvSpPr>
          <p:cNvPr id="1779" name="Google Shape;1779;p128"/>
          <p:cNvSpPr/>
          <p:nvPr/>
        </p:nvSpPr>
        <p:spPr>
          <a:xfrm>
            <a:off x="201168" y="135331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Wholesome Week</a:t>
            </a:r>
            <a:endParaRPr b="0" i="0" sz="700" u="none" cap="none" strike="noStrike">
              <a:solidFill>
                <a:schemeClr val="dk1"/>
              </a:solidFill>
              <a:latin typeface="Calibri"/>
              <a:ea typeface="Calibri"/>
              <a:cs typeface="Calibri"/>
              <a:sym typeface="Calibri"/>
            </a:endParaRPr>
          </a:p>
        </p:txBody>
      </p:sp>
      <p:cxnSp>
        <p:nvCxnSpPr>
          <p:cNvPr id="1780" name="Google Shape;1780;p128"/>
          <p:cNvCxnSpPr/>
          <p:nvPr/>
        </p:nvCxnSpPr>
        <p:spPr>
          <a:xfrm>
            <a:off x="1243584" y="1152144"/>
            <a:ext cx="0" cy="603504"/>
          </a:xfrm>
          <a:prstGeom prst="straightConnector1">
            <a:avLst/>
          </a:prstGeom>
          <a:noFill/>
          <a:ln cap="flat" cmpd="sng" w="9525">
            <a:solidFill>
              <a:srgbClr val="D3D1C7"/>
            </a:solidFill>
            <a:prstDash val="solid"/>
            <a:round/>
            <a:headEnd len="sm" w="sm" type="none"/>
            <a:tailEnd len="sm" w="sm" type="none"/>
          </a:ln>
        </p:spPr>
      </p:cxnSp>
      <p:sp>
        <p:nvSpPr>
          <p:cNvPr id="1781" name="Google Shape;1781;p128"/>
          <p:cNvSpPr/>
          <p:nvPr/>
        </p:nvSpPr>
        <p:spPr>
          <a:xfrm>
            <a:off x="1298448" y="1161288"/>
            <a:ext cx="512064" cy="164592"/>
          </a:xfrm>
          <a:prstGeom prst="roundRect">
            <a:avLst>
              <a:gd fmla="val 22222" name="adj"/>
            </a:avLst>
          </a:prstGeom>
          <a:solidFill>
            <a:srgbClr val="FBEAF0"/>
          </a:solidFill>
          <a:ln cap="flat" cmpd="sng" w="12700">
            <a:solidFill>
              <a:srgbClr val="FB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28"/>
          <p:cNvSpPr/>
          <p:nvPr/>
        </p:nvSpPr>
        <p:spPr>
          <a:xfrm>
            <a:off x="1298448" y="117043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2243E"/>
              </a:buClr>
              <a:buSzPts val="700"/>
              <a:buFont typeface="Arial"/>
              <a:buNone/>
            </a:pPr>
            <a:r>
              <a:rPr b="1" i="0" lang="en" sz="700" u="none" cap="none" strike="noStrike">
                <a:solidFill>
                  <a:srgbClr val="72243E"/>
                </a:solidFill>
                <a:latin typeface="Arial"/>
                <a:ea typeface="Arial"/>
                <a:cs typeface="Arial"/>
                <a:sym typeface="Arial"/>
              </a:rPr>
              <a:t>Event</a:t>
            </a:r>
            <a:endParaRPr b="0" i="0" sz="700" u="none" cap="none" strike="noStrike">
              <a:solidFill>
                <a:schemeClr val="dk1"/>
              </a:solidFill>
              <a:latin typeface="Calibri"/>
              <a:ea typeface="Calibri"/>
              <a:cs typeface="Calibri"/>
              <a:sym typeface="Calibri"/>
            </a:endParaRPr>
          </a:p>
        </p:txBody>
      </p:sp>
      <p:sp>
        <p:nvSpPr>
          <p:cNvPr id="1783" name="Google Shape;1783;p128"/>
          <p:cNvSpPr/>
          <p:nvPr/>
        </p:nvSpPr>
        <p:spPr>
          <a:xfrm>
            <a:off x="1856232" y="1161288"/>
            <a:ext cx="530352" cy="164592"/>
          </a:xfrm>
          <a:prstGeom prst="roundRect">
            <a:avLst>
              <a:gd fmla="val 22222" name="adj"/>
            </a:avLst>
          </a:prstGeom>
          <a:solidFill>
            <a:srgbClr val="FAECE7"/>
          </a:solidFill>
          <a:ln cap="flat" cmpd="sng" w="12700">
            <a:solidFill>
              <a:srgbClr val="FAE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128"/>
          <p:cNvSpPr/>
          <p:nvPr/>
        </p:nvSpPr>
        <p:spPr>
          <a:xfrm>
            <a:off x="1856232" y="1170432"/>
            <a:ext cx="53035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2B13"/>
              </a:buClr>
              <a:buSzPts val="700"/>
              <a:buFont typeface="Arial"/>
              <a:buNone/>
            </a:pPr>
            <a:r>
              <a:rPr b="1" i="0" lang="en" sz="700" u="none" cap="none" strike="noStrike">
                <a:solidFill>
                  <a:srgbClr val="712B13"/>
                </a:solidFill>
                <a:latin typeface="Arial"/>
                <a:ea typeface="Arial"/>
                <a:cs typeface="Arial"/>
                <a:sym typeface="Arial"/>
              </a:rPr>
              <a:t>Bangkok</a:t>
            </a:r>
            <a:endParaRPr b="0" i="0" sz="700" u="none" cap="none" strike="noStrike">
              <a:solidFill>
                <a:schemeClr val="dk1"/>
              </a:solidFill>
              <a:latin typeface="Calibri"/>
              <a:ea typeface="Calibri"/>
              <a:cs typeface="Calibri"/>
              <a:sym typeface="Calibri"/>
            </a:endParaRPr>
          </a:p>
        </p:txBody>
      </p:sp>
      <p:sp>
        <p:nvSpPr>
          <p:cNvPr id="1785" name="Google Shape;1785;p128"/>
          <p:cNvSpPr/>
          <p:nvPr/>
        </p:nvSpPr>
        <p:spPr>
          <a:xfrm>
            <a:off x="2432304" y="1143000"/>
            <a:ext cx="64648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Bangkok Wholesome Week — The Commons Cloud 11  ·  Final activation window, closes the Bangkok pop-up run</a:t>
            </a:r>
            <a:endParaRPr b="0" i="0" sz="800" u="none" cap="none" strike="noStrike">
              <a:solidFill>
                <a:schemeClr val="dk1"/>
              </a:solidFill>
              <a:latin typeface="Calibri"/>
              <a:ea typeface="Calibri"/>
              <a:cs typeface="Calibri"/>
              <a:sym typeface="Calibri"/>
            </a:endParaRPr>
          </a:p>
        </p:txBody>
      </p:sp>
      <p:sp>
        <p:nvSpPr>
          <p:cNvPr id="1786" name="Google Shape;1786;p128"/>
          <p:cNvSpPr/>
          <p:nvPr/>
        </p:nvSpPr>
        <p:spPr>
          <a:xfrm>
            <a:off x="164592" y="1856232"/>
            <a:ext cx="8823960" cy="713232"/>
          </a:xfrm>
          <a:prstGeom prst="roundRect">
            <a:avLst>
              <a:gd fmla="val 7692" name="adj"/>
            </a:avLst>
          </a:prstGeom>
          <a:solidFill>
            <a:srgbClr val="FFFFFF"/>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128"/>
          <p:cNvSpPr/>
          <p:nvPr/>
        </p:nvSpPr>
        <p:spPr>
          <a:xfrm>
            <a:off x="201168" y="1911096"/>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3–5 Aug</a:t>
            </a:r>
            <a:endParaRPr b="0" i="0" sz="900" u="none" cap="none" strike="noStrike">
              <a:solidFill>
                <a:schemeClr val="dk1"/>
              </a:solidFill>
              <a:latin typeface="Calibri"/>
              <a:ea typeface="Calibri"/>
              <a:cs typeface="Calibri"/>
              <a:sym typeface="Calibri"/>
            </a:endParaRPr>
          </a:p>
        </p:txBody>
      </p:sp>
      <p:sp>
        <p:nvSpPr>
          <p:cNvPr id="1788" name="Google Shape;1788;p128"/>
          <p:cNvSpPr/>
          <p:nvPr/>
        </p:nvSpPr>
        <p:spPr>
          <a:xfrm>
            <a:off x="201168" y="2112264"/>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 1</a:t>
            </a:r>
            <a:endParaRPr b="0" i="0" sz="700" u="none" cap="none" strike="noStrike">
              <a:solidFill>
                <a:schemeClr val="dk1"/>
              </a:solidFill>
              <a:latin typeface="Calibri"/>
              <a:ea typeface="Calibri"/>
              <a:cs typeface="Calibri"/>
              <a:sym typeface="Calibri"/>
            </a:endParaRPr>
          </a:p>
        </p:txBody>
      </p:sp>
      <p:cxnSp>
        <p:nvCxnSpPr>
          <p:cNvPr id="1789" name="Google Shape;1789;p128"/>
          <p:cNvCxnSpPr/>
          <p:nvPr/>
        </p:nvCxnSpPr>
        <p:spPr>
          <a:xfrm>
            <a:off x="1243584" y="1911096"/>
            <a:ext cx="0" cy="603504"/>
          </a:xfrm>
          <a:prstGeom prst="straightConnector1">
            <a:avLst/>
          </a:prstGeom>
          <a:noFill/>
          <a:ln cap="flat" cmpd="sng" w="9525">
            <a:solidFill>
              <a:srgbClr val="D3D1C7"/>
            </a:solidFill>
            <a:prstDash val="solid"/>
            <a:round/>
            <a:headEnd len="sm" w="sm" type="none"/>
            <a:tailEnd len="sm" w="sm" type="none"/>
          </a:ln>
        </p:spPr>
      </p:cxnSp>
      <p:sp>
        <p:nvSpPr>
          <p:cNvPr id="1790" name="Google Shape;1790;p128"/>
          <p:cNvSpPr/>
          <p:nvPr/>
        </p:nvSpPr>
        <p:spPr>
          <a:xfrm>
            <a:off x="1298448" y="1920240"/>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128"/>
          <p:cNvSpPr/>
          <p:nvPr/>
        </p:nvSpPr>
        <p:spPr>
          <a:xfrm>
            <a:off x="1298448" y="1929384"/>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792" name="Google Shape;1792;p128"/>
          <p:cNvSpPr/>
          <p:nvPr/>
        </p:nvSpPr>
        <p:spPr>
          <a:xfrm>
            <a:off x="1856232" y="1901952"/>
            <a:ext cx="7040880" cy="2072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Flagship article: Adding healthy years to life — why prevention is moving beyond one-size-fits-all screening</a:t>
            </a:r>
            <a:endParaRPr b="0" i="0" sz="800" u="none" cap="none" strike="noStrike">
              <a:solidFill>
                <a:schemeClr val="dk1"/>
              </a:solidFill>
              <a:latin typeface="Calibri"/>
              <a:ea typeface="Calibri"/>
              <a:cs typeface="Calibri"/>
              <a:sym typeface="Calibri"/>
            </a:endParaRPr>
          </a:p>
        </p:txBody>
      </p:sp>
      <p:sp>
        <p:nvSpPr>
          <p:cNvPr id="1793" name="Google Shape;1793;p128"/>
          <p:cNvSpPr/>
          <p:nvPr/>
        </p:nvSpPr>
        <p:spPr>
          <a:xfrm>
            <a:off x="1298448" y="2127504"/>
            <a:ext cx="512064" cy="164592"/>
          </a:xfrm>
          <a:prstGeom prst="roundRect">
            <a:avLst>
              <a:gd fmla="val 22222" name="adj"/>
            </a:avLst>
          </a:prstGeom>
          <a:solidFill>
            <a:srgbClr val="E6F1FB"/>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28"/>
          <p:cNvSpPr/>
          <p:nvPr/>
        </p:nvSpPr>
        <p:spPr>
          <a:xfrm>
            <a:off x="1298448" y="2136648"/>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700"/>
              <a:buFont typeface="Arial"/>
              <a:buNone/>
            </a:pPr>
            <a:r>
              <a:rPr b="1" i="0" lang="en" sz="700" u="none" cap="none" strike="noStrike">
                <a:solidFill>
                  <a:srgbClr val="0C447C"/>
                </a:solidFill>
                <a:latin typeface="Arial"/>
                <a:ea typeface="Arial"/>
                <a:cs typeface="Arial"/>
                <a:sym typeface="Arial"/>
              </a:rPr>
              <a:t>LI</a:t>
            </a:r>
            <a:endParaRPr b="0" i="0" sz="700" u="none" cap="none" strike="noStrike">
              <a:solidFill>
                <a:schemeClr val="dk1"/>
              </a:solidFill>
              <a:latin typeface="Calibri"/>
              <a:ea typeface="Calibri"/>
              <a:cs typeface="Calibri"/>
              <a:sym typeface="Calibri"/>
            </a:endParaRPr>
          </a:p>
        </p:txBody>
      </p:sp>
      <p:sp>
        <p:nvSpPr>
          <p:cNvPr id="1795" name="Google Shape;1795;p128"/>
          <p:cNvSpPr/>
          <p:nvPr/>
        </p:nvSpPr>
        <p:spPr>
          <a:xfrm>
            <a:off x="1856232" y="2109216"/>
            <a:ext cx="7040880" cy="2072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Founder post: what does it mean to age well in Singapore? (National Day tie-in)</a:t>
            </a:r>
            <a:endParaRPr b="0" i="0" sz="800" u="none" cap="none" strike="noStrike">
              <a:solidFill>
                <a:schemeClr val="dk1"/>
              </a:solidFill>
              <a:latin typeface="Calibri"/>
              <a:ea typeface="Calibri"/>
              <a:cs typeface="Calibri"/>
              <a:sym typeface="Calibri"/>
            </a:endParaRPr>
          </a:p>
        </p:txBody>
      </p:sp>
      <p:sp>
        <p:nvSpPr>
          <p:cNvPr id="1796" name="Google Shape;1796;p128"/>
          <p:cNvSpPr/>
          <p:nvPr/>
        </p:nvSpPr>
        <p:spPr>
          <a:xfrm>
            <a:off x="1298448" y="2334768"/>
            <a:ext cx="512064" cy="164592"/>
          </a:xfrm>
          <a:prstGeom prst="roundRect">
            <a:avLst>
              <a:gd fmla="val 22222" name="adj"/>
            </a:avLst>
          </a:prstGeom>
          <a:solidFill>
            <a:srgbClr val="FAEED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128"/>
          <p:cNvSpPr/>
          <p:nvPr/>
        </p:nvSpPr>
        <p:spPr>
          <a:xfrm>
            <a:off x="1298448" y="234391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700"/>
              <a:buFont typeface="Arial"/>
              <a:buNone/>
            </a:pPr>
            <a:r>
              <a:rPr b="1" i="0" lang="en" sz="700" u="none" cap="none" strike="noStrike">
                <a:solidFill>
                  <a:srgbClr val="633806"/>
                </a:solidFill>
                <a:latin typeface="Arial"/>
                <a:ea typeface="Arial"/>
                <a:cs typeface="Arial"/>
                <a:sym typeface="Arial"/>
              </a:rPr>
              <a:t>eDM</a:t>
            </a:r>
            <a:endParaRPr b="0" i="0" sz="700" u="none" cap="none" strike="noStrike">
              <a:solidFill>
                <a:schemeClr val="dk1"/>
              </a:solidFill>
              <a:latin typeface="Calibri"/>
              <a:ea typeface="Calibri"/>
              <a:cs typeface="Calibri"/>
              <a:sym typeface="Calibri"/>
            </a:endParaRPr>
          </a:p>
        </p:txBody>
      </p:sp>
      <p:sp>
        <p:nvSpPr>
          <p:cNvPr id="1798" name="Google Shape;1798;p128"/>
          <p:cNvSpPr/>
          <p:nvPr/>
        </p:nvSpPr>
        <p:spPr>
          <a:xfrm>
            <a:off x="1856232" y="2316480"/>
            <a:ext cx="7040880" cy="2072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"How many healthy years can we add to our lives?" — introduces August flagship article</a:t>
            </a:r>
            <a:endParaRPr b="0" i="0" sz="800" u="none" cap="none" strike="noStrike">
              <a:solidFill>
                <a:schemeClr val="dk1"/>
              </a:solidFill>
              <a:latin typeface="Calibri"/>
              <a:ea typeface="Calibri"/>
              <a:cs typeface="Calibri"/>
              <a:sym typeface="Calibri"/>
            </a:endParaRPr>
          </a:p>
        </p:txBody>
      </p:sp>
      <p:sp>
        <p:nvSpPr>
          <p:cNvPr id="1799" name="Google Shape;1799;p128"/>
          <p:cNvSpPr/>
          <p:nvPr/>
        </p:nvSpPr>
        <p:spPr>
          <a:xfrm>
            <a:off x="164592" y="2615184"/>
            <a:ext cx="8823960" cy="713232"/>
          </a:xfrm>
          <a:prstGeom prst="roundRect">
            <a:avLst>
              <a:gd fmla="val 7692"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28"/>
          <p:cNvSpPr/>
          <p:nvPr/>
        </p:nvSpPr>
        <p:spPr>
          <a:xfrm>
            <a:off x="201168" y="2670048"/>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10–13 Aug</a:t>
            </a:r>
            <a:endParaRPr b="0" i="0" sz="900" u="none" cap="none" strike="noStrike">
              <a:solidFill>
                <a:schemeClr val="dk1"/>
              </a:solidFill>
              <a:latin typeface="Calibri"/>
              <a:ea typeface="Calibri"/>
              <a:cs typeface="Calibri"/>
              <a:sym typeface="Calibri"/>
            </a:endParaRPr>
          </a:p>
        </p:txBody>
      </p:sp>
      <p:sp>
        <p:nvSpPr>
          <p:cNvPr id="1801" name="Google Shape;1801;p128"/>
          <p:cNvSpPr/>
          <p:nvPr/>
        </p:nvSpPr>
        <p:spPr>
          <a:xfrm>
            <a:off x="201168" y="2871216"/>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 2</a:t>
            </a:r>
            <a:endParaRPr b="0" i="0" sz="700" u="none" cap="none" strike="noStrike">
              <a:solidFill>
                <a:schemeClr val="dk1"/>
              </a:solidFill>
              <a:latin typeface="Calibri"/>
              <a:ea typeface="Calibri"/>
              <a:cs typeface="Calibri"/>
              <a:sym typeface="Calibri"/>
            </a:endParaRPr>
          </a:p>
        </p:txBody>
      </p:sp>
      <p:cxnSp>
        <p:nvCxnSpPr>
          <p:cNvPr id="1802" name="Google Shape;1802;p128"/>
          <p:cNvCxnSpPr/>
          <p:nvPr/>
        </p:nvCxnSpPr>
        <p:spPr>
          <a:xfrm>
            <a:off x="1243584" y="2670048"/>
            <a:ext cx="0" cy="603504"/>
          </a:xfrm>
          <a:prstGeom prst="straightConnector1">
            <a:avLst/>
          </a:prstGeom>
          <a:noFill/>
          <a:ln cap="flat" cmpd="sng" w="9525">
            <a:solidFill>
              <a:srgbClr val="D3D1C7"/>
            </a:solidFill>
            <a:prstDash val="solid"/>
            <a:round/>
            <a:headEnd len="sm" w="sm" type="none"/>
            <a:tailEnd len="sm" w="sm" type="none"/>
          </a:ln>
        </p:spPr>
      </p:cxnSp>
      <p:sp>
        <p:nvSpPr>
          <p:cNvPr id="1803" name="Google Shape;1803;p128"/>
          <p:cNvSpPr/>
          <p:nvPr/>
        </p:nvSpPr>
        <p:spPr>
          <a:xfrm>
            <a:off x="1298448" y="2679192"/>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128"/>
          <p:cNvSpPr/>
          <p:nvPr/>
        </p:nvSpPr>
        <p:spPr>
          <a:xfrm>
            <a:off x="1298448" y="2688336"/>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805" name="Google Shape;1805;p128"/>
          <p:cNvSpPr/>
          <p:nvPr/>
        </p:nvSpPr>
        <p:spPr>
          <a:xfrm>
            <a:off x="1856232" y="2679192"/>
            <a:ext cx="42062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128"/>
          <p:cNvSpPr/>
          <p:nvPr/>
        </p:nvSpPr>
        <p:spPr>
          <a:xfrm>
            <a:off x="1856232" y="2688336"/>
            <a:ext cx="42062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done</a:t>
            </a:r>
            <a:endParaRPr b="0" i="0" sz="700" u="none" cap="none" strike="noStrike">
              <a:solidFill>
                <a:schemeClr val="dk1"/>
              </a:solidFill>
              <a:latin typeface="Calibri"/>
              <a:ea typeface="Calibri"/>
              <a:cs typeface="Calibri"/>
              <a:sym typeface="Calibri"/>
            </a:endParaRPr>
          </a:p>
        </p:txBody>
      </p:sp>
      <p:sp>
        <p:nvSpPr>
          <p:cNvPr id="1807" name="Google Shape;1807;p128"/>
          <p:cNvSpPr/>
          <p:nvPr/>
        </p:nvSpPr>
        <p:spPr>
          <a:xfrm>
            <a:off x="2322576" y="2660904"/>
            <a:ext cx="65745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Supporting article #1: Fruits and sugar — should you be worried about fruit sugar?</a:t>
            </a:r>
            <a:endParaRPr b="0" i="0" sz="800" u="none" cap="none" strike="noStrike">
              <a:solidFill>
                <a:schemeClr val="dk1"/>
              </a:solidFill>
              <a:latin typeface="Calibri"/>
              <a:ea typeface="Calibri"/>
              <a:cs typeface="Calibri"/>
              <a:sym typeface="Calibri"/>
            </a:endParaRPr>
          </a:p>
        </p:txBody>
      </p:sp>
      <p:sp>
        <p:nvSpPr>
          <p:cNvPr id="1808" name="Google Shape;1808;p128"/>
          <p:cNvSpPr/>
          <p:nvPr/>
        </p:nvSpPr>
        <p:spPr>
          <a:xfrm>
            <a:off x="1298448" y="2935224"/>
            <a:ext cx="512064" cy="164592"/>
          </a:xfrm>
          <a:prstGeom prst="roundRect">
            <a:avLst>
              <a:gd fmla="val 22222" name="adj"/>
            </a:avLst>
          </a:prstGeom>
          <a:solidFill>
            <a:srgbClr val="E6F1FB"/>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128"/>
          <p:cNvSpPr/>
          <p:nvPr/>
        </p:nvSpPr>
        <p:spPr>
          <a:xfrm>
            <a:off x="1298448" y="2944368"/>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700"/>
              <a:buFont typeface="Arial"/>
              <a:buNone/>
            </a:pPr>
            <a:r>
              <a:rPr b="1" i="0" lang="en" sz="700" u="none" cap="none" strike="noStrike">
                <a:solidFill>
                  <a:srgbClr val="0C447C"/>
                </a:solidFill>
                <a:latin typeface="Arial"/>
                <a:ea typeface="Arial"/>
                <a:cs typeface="Arial"/>
                <a:sym typeface="Arial"/>
              </a:rPr>
              <a:t>LI</a:t>
            </a:r>
            <a:endParaRPr b="0" i="0" sz="700" u="none" cap="none" strike="noStrike">
              <a:solidFill>
                <a:schemeClr val="dk1"/>
              </a:solidFill>
              <a:latin typeface="Calibri"/>
              <a:ea typeface="Calibri"/>
              <a:cs typeface="Calibri"/>
              <a:sym typeface="Calibri"/>
            </a:endParaRPr>
          </a:p>
        </p:txBody>
      </p:sp>
      <p:sp>
        <p:nvSpPr>
          <p:cNvPr id="1810" name="Google Shape;1810;p128"/>
          <p:cNvSpPr/>
          <p:nvPr/>
        </p:nvSpPr>
        <p:spPr>
          <a:xfrm>
            <a:off x="1856232" y="2916936"/>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Founder post: why prevention should become more personalised</a:t>
            </a:r>
            <a:endParaRPr b="0" i="0" sz="800" u="none" cap="none" strike="noStrike">
              <a:solidFill>
                <a:schemeClr val="dk1"/>
              </a:solidFill>
              <a:latin typeface="Calibri"/>
              <a:ea typeface="Calibri"/>
              <a:cs typeface="Calibri"/>
              <a:sym typeface="Calibri"/>
            </a:endParaRPr>
          </a:p>
        </p:txBody>
      </p:sp>
      <p:sp>
        <p:nvSpPr>
          <p:cNvPr id="1811" name="Google Shape;1811;p128"/>
          <p:cNvSpPr/>
          <p:nvPr/>
        </p:nvSpPr>
        <p:spPr>
          <a:xfrm>
            <a:off x="164592" y="3374136"/>
            <a:ext cx="8823960" cy="713232"/>
          </a:xfrm>
          <a:prstGeom prst="roundRect">
            <a:avLst>
              <a:gd fmla="val 7692" name="adj"/>
            </a:avLst>
          </a:prstGeom>
          <a:solidFill>
            <a:srgbClr val="FFFFFF"/>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128"/>
          <p:cNvSpPr/>
          <p:nvPr/>
        </p:nvSpPr>
        <p:spPr>
          <a:xfrm>
            <a:off x="201168" y="3429000"/>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17–20 Aug</a:t>
            </a:r>
            <a:endParaRPr b="0" i="0" sz="900" u="none" cap="none" strike="noStrike">
              <a:solidFill>
                <a:schemeClr val="dk1"/>
              </a:solidFill>
              <a:latin typeface="Calibri"/>
              <a:ea typeface="Calibri"/>
              <a:cs typeface="Calibri"/>
              <a:sym typeface="Calibri"/>
            </a:endParaRPr>
          </a:p>
        </p:txBody>
      </p:sp>
      <p:sp>
        <p:nvSpPr>
          <p:cNvPr id="1813" name="Google Shape;1813;p128"/>
          <p:cNvSpPr/>
          <p:nvPr/>
        </p:nvSpPr>
        <p:spPr>
          <a:xfrm>
            <a:off x="201168" y="3630168"/>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 3</a:t>
            </a:r>
            <a:endParaRPr b="0" i="0" sz="700" u="none" cap="none" strike="noStrike">
              <a:solidFill>
                <a:schemeClr val="dk1"/>
              </a:solidFill>
              <a:latin typeface="Calibri"/>
              <a:ea typeface="Calibri"/>
              <a:cs typeface="Calibri"/>
              <a:sym typeface="Calibri"/>
            </a:endParaRPr>
          </a:p>
        </p:txBody>
      </p:sp>
      <p:cxnSp>
        <p:nvCxnSpPr>
          <p:cNvPr id="1814" name="Google Shape;1814;p128"/>
          <p:cNvCxnSpPr/>
          <p:nvPr/>
        </p:nvCxnSpPr>
        <p:spPr>
          <a:xfrm>
            <a:off x="1243584" y="3429000"/>
            <a:ext cx="0" cy="603504"/>
          </a:xfrm>
          <a:prstGeom prst="straightConnector1">
            <a:avLst/>
          </a:prstGeom>
          <a:noFill/>
          <a:ln cap="flat" cmpd="sng" w="9525">
            <a:solidFill>
              <a:srgbClr val="D3D1C7"/>
            </a:solidFill>
            <a:prstDash val="solid"/>
            <a:round/>
            <a:headEnd len="sm" w="sm" type="none"/>
            <a:tailEnd len="sm" w="sm" type="none"/>
          </a:ln>
        </p:spPr>
      </p:cxnSp>
      <p:sp>
        <p:nvSpPr>
          <p:cNvPr id="1815" name="Google Shape;1815;p128"/>
          <p:cNvSpPr/>
          <p:nvPr/>
        </p:nvSpPr>
        <p:spPr>
          <a:xfrm>
            <a:off x="1298448" y="3438144"/>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28"/>
          <p:cNvSpPr/>
          <p:nvPr/>
        </p:nvSpPr>
        <p:spPr>
          <a:xfrm>
            <a:off x="1298448" y="3447288"/>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817" name="Google Shape;1817;p128"/>
          <p:cNvSpPr/>
          <p:nvPr/>
        </p:nvSpPr>
        <p:spPr>
          <a:xfrm>
            <a:off x="1856232" y="3419856"/>
            <a:ext cx="7040880" cy="2072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Supporting article #2: Healthspan vs lifespan — why the difference matters  (feeds search demand ahead of TBT advertorial #2)</a:t>
            </a:r>
            <a:endParaRPr b="0" i="0" sz="800" u="none" cap="none" strike="noStrike">
              <a:solidFill>
                <a:schemeClr val="dk1"/>
              </a:solidFill>
              <a:latin typeface="Calibri"/>
              <a:ea typeface="Calibri"/>
              <a:cs typeface="Calibri"/>
              <a:sym typeface="Calibri"/>
            </a:endParaRPr>
          </a:p>
        </p:txBody>
      </p:sp>
      <p:sp>
        <p:nvSpPr>
          <p:cNvPr id="1818" name="Google Shape;1818;p128"/>
          <p:cNvSpPr/>
          <p:nvPr/>
        </p:nvSpPr>
        <p:spPr>
          <a:xfrm>
            <a:off x="1298448" y="3645408"/>
            <a:ext cx="512064" cy="164592"/>
          </a:xfrm>
          <a:prstGeom prst="roundRect">
            <a:avLst>
              <a:gd fmla="val 22222" name="adj"/>
            </a:avLst>
          </a:prstGeom>
          <a:solidFill>
            <a:srgbClr val="DCFCE7"/>
          </a:solidFill>
          <a:ln cap="flat" cmpd="sng" w="12700">
            <a:solidFill>
              <a:srgbClr val="DCF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128"/>
          <p:cNvSpPr/>
          <p:nvPr/>
        </p:nvSpPr>
        <p:spPr>
          <a:xfrm>
            <a:off x="1298448" y="365455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6534"/>
              </a:buClr>
              <a:buSzPts val="700"/>
              <a:buFont typeface="Arial"/>
              <a:buNone/>
            </a:pPr>
            <a:r>
              <a:rPr b="1" i="0" lang="en" sz="700" u="none" cap="none" strike="noStrike">
                <a:solidFill>
                  <a:srgbClr val="166534"/>
                </a:solidFill>
                <a:latin typeface="Arial"/>
                <a:ea typeface="Arial"/>
                <a:cs typeface="Arial"/>
                <a:sym typeface="Arial"/>
              </a:rPr>
              <a:t>WAP</a:t>
            </a:r>
            <a:endParaRPr b="0" i="0" sz="700" u="none" cap="none" strike="noStrike">
              <a:solidFill>
                <a:schemeClr val="dk1"/>
              </a:solidFill>
              <a:latin typeface="Calibri"/>
              <a:ea typeface="Calibri"/>
              <a:cs typeface="Calibri"/>
              <a:sym typeface="Calibri"/>
            </a:endParaRPr>
          </a:p>
        </p:txBody>
      </p:sp>
      <p:sp>
        <p:nvSpPr>
          <p:cNvPr id="1820" name="Google Shape;1820;p128"/>
          <p:cNvSpPr/>
          <p:nvPr/>
        </p:nvSpPr>
        <p:spPr>
          <a:xfrm>
            <a:off x="1856232" y="3627120"/>
            <a:ext cx="7040880" cy="2072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"What does it mean to age well in Singapore?" + NOVI walk invitation</a:t>
            </a:r>
            <a:endParaRPr b="0" i="0" sz="800" u="none" cap="none" strike="noStrike">
              <a:solidFill>
                <a:schemeClr val="dk1"/>
              </a:solidFill>
              <a:latin typeface="Calibri"/>
              <a:ea typeface="Calibri"/>
              <a:cs typeface="Calibri"/>
              <a:sym typeface="Calibri"/>
            </a:endParaRPr>
          </a:p>
        </p:txBody>
      </p:sp>
      <p:sp>
        <p:nvSpPr>
          <p:cNvPr id="1821" name="Google Shape;1821;p128"/>
          <p:cNvSpPr/>
          <p:nvPr/>
        </p:nvSpPr>
        <p:spPr>
          <a:xfrm>
            <a:off x="1298448" y="3852672"/>
            <a:ext cx="512064" cy="164592"/>
          </a:xfrm>
          <a:prstGeom prst="roundRect">
            <a:avLst>
              <a:gd fmla="val 22222" name="adj"/>
            </a:avLst>
          </a:prstGeom>
          <a:solidFill>
            <a:srgbClr val="FAEED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128"/>
          <p:cNvSpPr/>
          <p:nvPr/>
        </p:nvSpPr>
        <p:spPr>
          <a:xfrm>
            <a:off x="1298448" y="3861816"/>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700"/>
              <a:buFont typeface="Arial"/>
              <a:buNone/>
            </a:pPr>
            <a:r>
              <a:rPr b="1" i="0" lang="en" sz="700" u="none" cap="none" strike="noStrike">
                <a:solidFill>
                  <a:srgbClr val="633806"/>
                </a:solidFill>
                <a:latin typeface="Arial"/>
                <a:ea typeface="Arial"/>
                <a:cs typeface="Arial"/>
                <a:sym typeface="Arial"/>
              </a:rPr>
              <a:t>eDM</a:t>
            </a:r>
            <a:endParaRPr b="0" i="0" sz="700" u="none" cap="none" strike="noStrike">
              <a:solidFill>
                <a:schemeClr val="dk1"/>
              </a:solidFill>
              <a:latin typeface="Calibri"/>
              <a:ea typeface="Calibri"/>
              <a:cs typeface="Calibri"/>
              <a:sym typeface="Calibri"/>
            </a:endParaRPr>
          </a:p>
        </p:txBody>
      </p:sp>
      <p:sp>
        <p:nvSpPr>
          <p:cNvPr id="1823" name="Google Shape;1823;p128"/>
          <p:cNvSpPr/>
          <p:nvPr/>
        </p:nvSpPr>
        <p:spPr>
          <a:xfrm>
            <a:off x="1856232" y="3834384"/>
            <a:ext cx="7040880" cy="2072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"What we've learned about living better for longer" — August recap and nurture</a:t>
            </a:r>
            <a:endParaRPr b="0" i="0" sz="800" u="none" cap="none" strike="noStrike">
              <a:solidFill>
                <a:schemeClr val="dk1"/>
              </a:solidFill>
              <a:latin typeface="Calibri"/>
              <a:ea typeface="Calibri"/>
              <a:cs typeface="Calibri"/>
              <a:sym typeface="Calibri"/>
            </a:endParaRPr>
          </a:p>
        </p:txBody>
      </p:sp>
      <p:sp>
        <p:nvSpPr>
          <p:cNvPr id="1824" name="Google Shape;1824;p128"/>
          <p:cNvSpPr/>
          <p:nvPr/>
        </p:nvSpPr>
        <p:spPr>
          <a:xfrm>
            <a:off x="164592" y="4133088"/>
            <a:ext cx="8823960" cy="713232"/>
          </a:xfrm>
          <a:prstGeom prst="roundRect">
            <a:avLst>
              <a:gd fmla="val 7692"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128"/>
          <p:cNvSpPr/>
          <p:nvPr/>
        </p:nvSpPr>
        <p:spPr>
          <a:xfrm>
            <a:off x="201168" y="4187952"/>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Late Aug</a:t>
            </a:r>
            <a:endParaRPr b="0" i="0" sz="900" u="none" cap="none" strike="noStrike">
              <a:solidFill>
                <a:schemeClr val="dk1"/>
              </a:solidFill>
              <a:latin typeface="Calibri"/>
              <a:ea typeface="Calibri"/>
              <a:cs typeface="Calibri"/>
              <a:sym typeface="Calibri"/>
            </a:endParaRPr>
          </a:p>
        </p:txBody>
      </p:sp>
      <p:sp>
        <p:nvSpPr>
          <p:cNvPr id="1826" name="Google Shape;1826;p128"/>
          <p:cNvSpPr/>
          <p:nvPr/>
        </p:nvSpPr>
        <p:spPr>
          <a:xfrm>
            <a:off x="201168" y="4389120"/>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 4</a:t>
            </a:r>
            <a:endParaRPr b="0" i="0" sz="700" u="none" cap="none" strike="noStrike">
              <a:solidFill>
                <a:schemeClr val="dk1"/>
              </a:solidFill>
              <a:latin typeface="Calibri"/>
              <a:ea typeface="Calibri"/>
              <a:cs typeface="Calibri"/>
              <a:sym typeface="Calibri"/>
            </a:endParaRPr>
          </a:p>
        </p:txBody>
      </p:sp>
      <p:cxnSp>
        <p:nvCxnSpPr>
          <p:cNvPr id="1827" name="Google Shape;1827;p128"/>
          <p:cNvCxnSpPr/>
          <p:nvPr/>
        </p:nvCxnSpPr>
        <p:spPr>
          <a:xfrm>
            <a:off x="1243584" y="4187952"/>
            <a:ext cx="0" cy="603504"/>
          </a:xfrm>
          <a:prstGeom prst="straightConnector1">
            <a:avLst/>
          </a:prstGeom>
          <a:noFill/>
          <a:ln cap="flat" cmpd="sng" w="9525">
            <a:solidFill>
              <a:srgbClr val="D3D1C7"/>
            </a:solidFill>
            <a:prstDash val="solid"/>
            <a:round/>
            <a:headEnd len="sm" w="sm" type="none"/>
            <a:tailEnd len="sm" w="sm" type="none"/>
          </a:ln>
        </p:spPr>
      </p:cxnSp>
      <p:sp>
        <p:nvSpPr>
          <p:cNvPr id="1828" name="Google Shape;1828;p128"/>
          <p:cNvSpPr/>
          <p:nvPr/>
        </p:nvSpPr>
        <p:spPr>
          <a:xfrm>
            <a:off x="1298448" y="4197096"/>
            <a:ext cx="512064" cy="164592"/>
          </a:xfrm>
          <a:prstGeom prst="roundRect">
            <a:avLst>
              <a:gd fmla="val 22222" name="adj"/>
            </a:avLst>
          </a:prstGeom>
          <a:solidFill>
            <a:srgbClr val="EEEDFE"/>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28"/>
          <p:cNvSpPr/>
          <p:nvPr/>
        </p:nvSpPr>
        <p:spPr>
          <a:xfrm>
            <a:off x="1298448" y="4206240"/>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C3489"/>
              </a:buClr>
              <a:buSzPts val="700"/>
              <a:buFont typeface="Arial"/>
              <a:buNone/>
            </a:pPr>
            <a:r>
              <a:rPr b="1" i="0" lang="en" sz="700" u="none" cap="none" strike="noStrike">
                <a:solidFill>
                  <a:srgbClr val="3C3489"/>
                </a:solidFill>
                <a:latin typeface="Arial"/>
                <a:ea typeface="Arial"/>
                <a:cs typeface="Arial"/>
                <a:sym typeface="Arial"/>
              </a:rPr>
              <a:t>TBT</a:t>
            </a:r>
            <a:endParaRPr b="0" i="0" sz="700" u="none" cap="none" strike="noStrike">
              <a:solidFill>
                <a:schemeClr val="dk1"/>
              </a:solidFill>
              <a:latin typeface="Calibri"/>
              <a:ea typeface="Calibri"/>
              <a:cs typeface="Calibri"/>
              <a:sym typeface="Calibri"/>
            </a:endParaRPr>
          </a:p>
        </p:txBody>
      </p:sp>
      <p:sp>
        <p:nvSpPr>
          <p:cNvPr id="1830" name="Google Shape;1830;p128"/>
          <p:cNvSpPr/>
          <p:nvPr/>
        </p:nvSpPr>
        <p:spPr>
          <a:xfrm>
            <a:off x="1856232" y="4197096"/>
            <a:ext cx="420624" cy="164592"/>
          </a:xfrm>
          <a:prstGeom prst="roundRect">
            <a:avLst>
              <a:gd fmla="val 22222" name="adj"/>
            </a:avLst>
          </a:prstGeom>
          <a:solidFill>
            <a:srgbClr val="EEEDFE"/>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128"/>
          <p:cNvSpPr/>
          <p:nvPr/>
        </p:nvSpPr>
        <p:spPr>
          <a:xfrm>
            <a:off x="1856232" y="4206240"/>
            <a:ext cx="42062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C3489"/>
              </a:buClr>
              <a:buSzPts val="700"/>
              <a:buFont typeface="Arial"/>
              <a:buNone/>
            </a:pPr>
            <a:r>
              <a:rPr b="1" i="0" lang="en" sz="700" u="none" cap="none" strike="noStrike">
                <a:solidFill>
                  <a:srgbClr val="3C3489"/>
                </a:solidFill>
                <a:latin typeface="Arial"/>
                <a:ea typeface="Arial"/>
                <a:cs typeface="Arial"/>
                <a:sym typeface="Arial"/>
              </a:rPr>
              <a:t>TBT</a:t>
            </a:r>
            <a:endParaRPr b="0" i="0" sz="700" u="none" cap="none" strike="noStrike">
              <a:solidFill>
                <a:schemeClr val="dk1"/>
              </a:solidFill>
              <a:latin typeface="Calibri"/>
              <a:ea typeface="Calibri"/>
              <a:cs typeface="Calibri"/>
              <a:sym typeface="Calibri"/>
            </a:endParaRPr>
          </a:p>
        </p:txBody>
      </p:sp>
      <p:sp>
        <p:nvSpPr>
          <p:cNvPr id="1832" name="Google Shape;1832;p128"/>
          <p:cNvSpPr/>
          <p:nvPr/>
        </p:nvSpPr>
        <p:spPr>
          <a:xfrm>
            <a:off x="2322576" y="4178808"/>
            <a:ext cx="65745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TBT advertorial #2 live: Why Singapore's healthspan matters more than its lifespan  ·  5,500 guaranteed pageviews  ·  Primes audience for TBT Podcast 1 in September</a:t>
            </a:r>
            <a:endParaRPr b="0" i="0" sz="800" u="none" cap="none" strike="noStrike">
              <a:solidFill>
                <a:schemeClr val="dk1"/>
              </a:solidFill>
              <a:latin typeface="Calibri"/>
              <a:ea typeface="Calibri"/>
              <a:cs typeface="Calibri"/>
              <a:sym typeface="Calibri"/>
            </a:endParaRPr>
          </a:p>
        </p:txBody>
      </p:sp>
      <p:sp>
        <p:nvSpPr>
          <p:cNvPr id="1833" name="Google Shape;1833;p128"/>
          <p:cNvSpPr/>
          <p:nvPr/>
        </p:nvSpPr>
        <p:spPr>
          <a:xfrm>
            <a:off x="164592" y="4956048"/>
            <a:ext cx="882396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3D1C7"/>
              </a:buClr>
              <a:buSzPts val="750"/>
              <a:buFont typeface="Arial"/>
              <a:buNone/>
            </a:pPr>
            <a:r>
              <a:rPr b="0" i="1" lang="en" sz="750" u="none" cap="none" strike="noStrike">
                <a:solidFill>
                  <a:srgbClr val="D3D1C7"/>
                </a:solidFill>
                <a:latin typeface="Arial"/>
                <a:ea typeface="Arial"/>
                <a:cs typeface="Arial"/>
                <a:sym typeface="Arial"/>
              </a:rPr>
              <a:t>NOVI Health  ·  Master Calendar 2026  ·  All dates subject to change</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8" name="Shape 1838"/>
        <p:cNvGrpSpPr/>
        <p:nvPr/>
      </p:nvGrpSpPr>
      <p:grpSpPr>
        <a:xfrm>
          <a:off x="0" y="0"/>
          <a:ext cx="0" cy="0"/>
          <a:chOff x="0" y="0"/>
          <a:chExt cx="0" cy="0"/>
        </a:xfrm>
      </p:grpSpPr>
      <p:sp>
        <p:nvSpPr>
          <p:cNvPr id="1839" name="Google Shape;1839;p129"/>
          <p:cNvSpPr/>
          <p:nvPr/>
        </p:nvSpPr>
        <p:spPr>
          <a:xfrm>
            <a:off x="0" y="0"/>
            <a:ext cx="9144000" cy="804672"/>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129"/>
          <p:cNvSpPr/>
          <p:nvPr/>
        </p:nvSpPr>
        <p:spPr>
          <a:xfrm>
            <a:off x="365760" y="54864"/>
            <a:ext cx="5486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mbria"/>
              <a:buNone/>
            </a:pPr>
            <a:r>
              <a:rPr b="1" i="0" lang="en" sz="2200" u="none" cap="none" strike="noStrike">
                <a:solidFill>
                  <a:srgbClr val="FFFFFF"/>
                </a:solidFill>
                <a:latin typeface="Cambria"/>
                <a:ea typeface="Cambria"/>
                <a:cs typeface="Cambria"/>
                <a:sym typeface="Cambria"/>
              </a:rPr>
              <a:t>September 2026</a:t>
            </a:r>
            <a:endParaRPr b="0" i="0" sz="2200" u="none" cap="none" strike="noStrike">
              <a:solidFill>
                <a:schemeClr val="dk1"/>
              </a:solidFill>
              <a:latin typeface="Calibri"/>
              <a:ea typeface="Calibri"/>
              <a:cs typeface="Calibri"/>
              <a:sym typeface="Calibri"/>
            </a:endParaRPr>
          </a:p>
        </p:txBody>
      </p:sp>
      <p:sp>
        <p:nvSpPr>
          <p:cNvPr id="1841" name="Google Shape;1841;p129"/>
          <p:cNvSpPr/>
          <p:nvPr/>
        </p:nvSpPr>
        <p:spPr>
          <a:xfrm>
            <a:off x="365760" y="457200"/>
            <a:ext cx="8412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E1CB"/>
              </a:buClr>
              <a:buSzPts val="900"/>
              <a:buFont typeface="Arial"/>
              <a:buNone/>
            </a:pPr>
            <a:r>
              <a:rPr b="0" i="1" lang="en" sz="900" u="none" cap="none" strike="noStrike">
                <a:solidFill>
                  <a:srgbClr val="9FE1CB"/>
                </a:solidFill>
                <a:latin typeface="Arial"/>
                <a:ea typeface="Arial"/>
                <a:cs typeface="Arial"/>
                <a:sym typeface="Arial"/>
              </a:rPr>
              <a:t>Anchor: TBT Podcast 1 live  ·  Metabolic health playbook  ·  World Heart Day 29 Sep</a:t>
            </a:r>
            <a:endParaRPr b="0" i="0" sz="900" u="none" cap="none" strike="noStrike">
              <a:solidFill>
                <a:schemeClr val="dk1"/>
              </a:solidFill>
              <a:latin typeface="Calibri"/>
              <a:ea typeface="Calibri"/>
              <a:cs typeface="Calibri"/>
              <a:sym typeface="Calibri"/>
            </a:endParaRPr>
          </a:p>
        </p:txBody>
      </p:sp>
      <p:sp>
        <p:nvSpPr>
          <p:cNvPr id="1842" name="Google Shape;1842;p129"/>
          <p:cNvSpPr/>
          <p:nvPr/>
        </p:nvSpPr>
        <p:spPr>
          <a:xfrm>
            <a:off x="8851392" y="146304"/>
            <a:ext cx="201168" cy="201168"/>
          </a:xfrm>
          <a:prstGeom prst="ellipse">
            <a:avLst/>
          </a:prstGeom>
          <a:solidFill>
            <a:srgbClr val="993C1D"/>
          </a:solidFill>
          <a:ln cap="flat" cmpd="sng" w="12700">
            <a:solidFill>
              <a:srgbClr val="993C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129"/>
          <p:cNvSpPr/>
          <p:nvPr/>
        </p:nvSpPr>
        <p:spPr>
          <a:xfrm>
            <a:off x="164592" y="850392"/>
            <a:ext cx="1051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D1C7"/>
              </a:buClr>
              <a:buSzPts val="700"/>
              <a:buFont typeface="Arial"/>
              <a:buNone/>
            </a:pPr>
            <a:r>
              <a:rPr b="1" i="0" lang="en" sz="700" u="none" cap="none" strike="noStrike">
                <a:solidFill>
                  <a:srgbClr val="D3D1C7"/>
                </a:solidFill>
                <a:latin typeface="Arial"/>
                <a:ea typeface="Arial"/>
                <a:cs typeface="Arial"/>
                <a:sym typeface="Arial"/>
              </a:rPr>
              <a:t>DATE</a:t>
            </a:r>
            <a:endParaRPr b="0" i="0" sz="700" u="none" cap="none" strike="noStrike">
              <a:solidFill>
                <a:schemeClr val="dk1"/>
              </a:solidFill>
              <a:latin typeface="Calibri"/>
              <a:ea typeface="Calibri"/>
              <a:cs typeface="Calibri"/>
              <a:sym typeface="Calibri"/>
            </a:endParaRPr>
          </a:p>
        </p:txBody>
      </p:sp>
      <p:sp>
        <p:nvSpPr>
          <p:cNvPr id="1844" name="Google Shape;1844;p129"/>
          <p:cNvSpPr/>
          <p:nvPr/>
        </p:nvSpPr>
        <p:spPr>
          <a:xfrm>
            <a:off x="1261872" y="850392"/>
            <a:ext cx="75895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D1C7"/>
              </a:buClr>
              <a:buSzPts val="700"/>
              <a:buFont typeface="Arial"/>
              <a:buNone/>
            </a:pPr>
            <a:r>
              <a:rPr b="1" i="0" lang="en" sz="700" u="none" cap="none" strike="noStrike">
                <a:solidFill>
                  <a:srgbClr val="D3D1C7"/>
                </a:solidFill>
                <a:latin typeface="Arial"/>
                <a:ea typeface="Arial"/>
                <a:cs typeface="Arial"/>
                <a:sym typeface="Arial"/>
              </a:rPr>
              <a:t>CHANNEL  /  CONTENT</a:t>
            </a:r>
            <a:endParaRPr b="0" i="0" sz="700" u="none" cap="none" strike="noStrike">
              <a:solidFill>
                <a:schemeClr val="dk1"/>
              </a:solidFill>
              <a:latin typeface="Calibri"/>
              <a:ea typeface="Calibri"/>
              <a:cs typeface="Calibri"/>
              <a:sym typeface="Calibri"/>
            </a:endParaRPr>
          </a:p>
        </p:txBody>
      </p:sp>
      <p:cxnSp>
        <p:nvCxnSpPr>
          <p:cNvPr id="1845" name="Google Shape;1845;p129"/>
          <p:cNvCxnSpPr/>
          <p:nvPr/>
        </p:nvCxnSpPr>
        <p:spPr>
          <a:xfrm>
            <a:off x="164592" y="1042416"/>
            <a:ext cx="8823960" cy="0"/>
          </a:xfrm>
          <a:prstGeom prst="straightConnector1">
            <a:avLst/>
          </a:prstGeom>
          <a:noFill/>
          <a:ln cap="flat" cmpd="sng" w="9525">
            <a:solidFill>
              <a:srgbClr val="D3D1C7"/>
            </a:solidFill>
            <a:prstDash val="solid"/>
            <a:round/>
            <a:headEnd len="sm" w="sm" type="none"/>
            <a:tailEnd len="sm" w="sm" type="none"/>
          </a:ln>
        </p:spPr>
      </p:cxnSp>
      <p:sp>
        <p:nvSpPr>
          <p:cNvPr id="1846" name="Google Shape;1846;p129"/>
          <p:cNvSpPr/>
          <p:nvPr/>
        </p:nvSpPr>
        <p:spPr>
          <a:xfrm>
            <a:off x="164592" y="1097280"/>
            <a:ext cx="8823960" cy="902970"/>
          </a:xfrm>
          <a:prstGeom prst="roundRect">
            <a:avLst>
              <a:gd fmla="val 6076"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129"/>
          <p:cNvSpPr/>
          <p:nvPr/>
        </p:nvSpPr>
        <p:spPr>
          <a:xfrm>
            <a:off x="201168" y="115214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1–3 Sep</a:t>
            </a:r>
            <a:endParaRPr b="0" i="0" sz="900" u="none" cap="none" strike="noStrike">
              <a:solidFill>
                <a:schemeClr val="dk1"/>
              </a:solidFill>
              <a:latin typeface="Calibri"/>
              <a:ea typeface="Calibri"/>
              <a:cs typeface="Calibri"/>
              <a:sym typeface="Calibri"/>
            </a:endParaRPr>
          </a:p>
        </p:txBody>
      </p:sp>
      <p:sp>
        <p:nvSpPr>
          <p:cNvPr id="1848" name="Google Shape;1848;p129"/>
          <p:cNvSpPr/>
          <p:nvPr/>
        </p:nvSpPr>
        <p:spPr>
          <a:xfrm>
            <a:off x="201168" y="135331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 1</a:t>
            </a:r>
            <a:endParaRPr b="0" i="0" sz="700" u="none" cap="none" strike="noStrike">
              <a:solidFill>
                <a:schemeClr val="dk1"/>
              </a:solidFill>
              <a:latin typeface="Calibri"/>
              <a:ea typeface="Calibri"/>
              <a:cs typeface="Calibri"/>
              <a:sym typeface="Calibri"/>
            </a:endParaRPr>
          </a:p>
        </p:txBody>
      </p:sp>
      <p:cxnSp>
        <p:nvCxnSpPr>
          <p:cNvPr id="1849" name="Google Shape;1849;p129"/>
          <p:cNvCxnSpPr/>
          <p:nvPr/>
        </p:nvCxnSpPr>
        <p:spPr>
          <a:xfrm>
            <a:off x="1243584" y="1152144"/>
            <a:ext cx="0" cy="793242"/>
          </a:xfrm>
          <a:prstGeom prst="straightConnector1">
            <a:avLst/>
          </a:prstGeom>
          <a:noFill/>
          <a:ln cap="flat" cmpd="sng" w="9525">
            <a:solidFill>
              <a:srgbClr val="D3D1C7"/>
            </a:solidFill>
            <a:prstDash val="solid"/>
            <a:round/>
            <a:headEnd len="sm" w="sm" type="none"/>
            <a:tailEnd len="sm" w="sm" type="none"/>
          </a:ln>
        </p:spPr>
      </p:cxnSp>
      <p:sp>
        <p:nvSpPr>
          <p:cNvPr id="1850" name="Google Shape;1850;p129"/>
          <p:cNvSpPr/>
          <p:nvPr/>
        </p:nvSpPr>
        <p:spPr>
          <a:xfrm>
            <a:off x="1298448" y="1161288"/>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129"/>
          <p:cNvSpPr/>
          <p:nvPr/>
        </p:nvSpPr>
        <p:spPr>
          <a:xfrm>
            <a:off x="1298448" y="117043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852" name="Google Shape;1852;p129"/>
          <p:cNvSpPr/>
          <p:nvPr/>
        </p:nvSpPr>
        <p:spPr>
          <a:xfrm>
            <a:off x="1856232" y="1143000"/>
            <a:ext cx="7040880" cy="20288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Flagship article: Singapore's metabolic health crisis — why prevention needs a new playbook</a:t>
            </a:r>
            <a:endParaRPr b="0" i="0" sz="800" u="none" cap="none" strike="noStrike">
              <a:solidFill>
                <a:schemeClr val="dk1"/>
              </a:solidFill>
              <a:latin typeface="Calibri"/>
              <a:ea typeface="Calibri"/>
              <a:cs typeface="Calibri"/>
              <a:sym typeface="Calibri"/>
            </a:endParaRPr>
          </a:p>
        </p:txBody>
      </p:sp>
      <p:sp>
        <p:nvSpPr>
          <p:cNvPr id="1853" name="Google Shape;1853;p129"/>
          <p:cNvSpPr/>
          <p:nvPr/>
        </p:nvSpPr>
        <p:spPr>
          <a:xfrm>
            <a:off x="1298448" y="1364171"/>
            <a:ext cx="512064" cy="164592"/>
          </a:xfrm>
          <a:prstGeom prst="roundRect">
            <a:avLst>
              <a:gd fmla="val 22222" name="adj"/>
            </a:avLst>
          </a:prstGeom>
          <a:solidFill>
            <a:srgbClr val="EEEDFE"/>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129"/>
          <p:cNvSpPr/>
          <p:nvPr/>
        </p:nvSpPr>
        <p:spPr>
          <a:xfrm>
            <a:off x="1298448" y="1373315"/>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C3489"/>
              </a:buClr>
              <a:buSzPts val="700"/>
              <a:buFont typeface="Arial"/>
              <a:buNone/>
            </a:pPr>
            <a:r>
              <a:rPr b="1" i="0" lang="en" sz="700" u="none" cap="none" strike="noStrike">
                <a:solidFill>
                  <a:srgbClr val="3C3489"/>
                </a:solidFill>
                <a:latin typeface="Arial"/>
                <a:ea typeface="Arial"/>
                <a:cs typeface="Arial"/>
                <a:sym typeface="Arial"/>
              </a:rPr>
              <a:t>TBT</a:t>
            </a:r>
            <a:endParaRPr b="0" i="0" sz="700" u="none" cap="none" strike="noStrike">
              <a:solidFill>
                <a:schemeClr val="dk1"/>
              </a:solidFill>
              <a:latin typeface="Calibri"/>
              <a:ea typeface="Calibri"/>
              <a:cs typeface="Calibri"/>
              <a:sym typeface="Calibri"/>
            </a:endParaRPr>
          </a:p>
        </p:txBody>
      </p:sp>
      <p:sp>
        <p:nvSpPr>
          <p:cNvPr id="1855" name="Google Shape;1855;p129"/>
          <p:cNvSpPr/>
          <p:nvPr/>
        </p:nvSpPr>
        <p:spPr>
          <a:xfrm>
            <a:off x="1856232" y="1364171"/>
            <a:ext cx="420624" cy="164592"/>
          </a:xfrm>
          <a:prstGeom prst="roundRect">
            <a:avLst>
              <a:gd fmla="val 22222" name="adj"/>
            </a:avLst>
          </a:prstGeom>
          <a:solidFill>
            <a:srgbClr val="EEEDFE"/>
          </a:solidFill>
          <a:ln cap="flat" cmpd="sng" w="12700">
            <a:solidFill>
              <a:srgbClr val="EEED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129"/>
          <p:cNvSpPr/>
          <p:nvPr/>
        </p:nvSpPr>
        <p:spPr>
          <a:xfrm>
            <a:off x="1856232" y="1373315"/>
            <a:ext cx="42062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C3489"/>
              </a:buClr>
              <a:buSzPts val="700"/>
              <a:buFont typeface="Arial"/>
              <a:buNone/>
            </a:pPr>
            <a:r>
              <a:rPr b="1" i="0" lang="en" sz="700" u="none" cap="none" strike="noStrike">
                <a:solidFill>
                  <a:srgbClr val="3C3489"/>
                </a:solidFill>
                <a:latin typeface="Arial"/>
                <a:ea typeface="Arial"/>
                <a:cs typeface="Arial"/>
                <a:sym typeface="Arial"/>
              </a:rPr>
              <a:t>TBT</a:t>
            </a:r>
            <a:endParaRPr b="0" i="0" sz="700" u="none" cap="none" strike="noStrike">
              <a:solidFill>
                <a:schemeClr val="dk1"/>
              </a:solidFill>
              <a:latin typeface="Calibri"/>
              <a:ea typeface="Calibri"/>
              <a:cs typeface="Calibri"/>
              <a:sym typeface="Calibri"/>
            </a:endParaRPr>
          </a:p>
        </p:txBody>
      </p:sp>
      <p:sp>
        <p:nvSpPr>
          <p:cNvPr id="1857" name="Google Shape;1857;p129"/>
          <p:cNvSpPr/>
          <p:nvPr/>
        </p:nvSpPr>
        <p:spPr>
          <a:xfrm>
            <a:off x="2322576" y="1345883"/>
            <a:ext cx="6574536" cy="20288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TBT Podcast 1: The executive health blind spot — why high performers miss early disease  ·  8,500 plays guaranteed  ·  BT + ST social amplification</a:t>
            </a:r>
            <a:endParaRPr b="0" i="0" sz="800" u="none" cap="none" strike="noStrike">
              <a:solidFill>
                <a:schemeClr val="dk1"/>
              </a:solidFill>
              <a:latin typeface="Calibri"/>
              <a:ea typeface="Calibri"/>
              <a:cs typeface="Calibri"/>
              <a:sym typeface="Calibri"/>
            </a:endParaRPr>
          </a:p>
        </p:txBody>
      </p:sp>
      <p:sp>
        <p:nvSpPr>
          <p:cNvPr id="1858" name="Google Shape;1858;p129"/>
          <p:cNvSpPr/>
          <p:nvPr/>
        </p:nvSpPr>
        <p:spPr>
          <a:xfrm>
            <a:off x="1298448" y="1567053"/>
            <a:ext cx="512064" cy="164592"/>
          </a:xfrm>
          <a:prstGeom prst="roundRect">
            <a:avLst>
              <a:gd fmla="val 22222" name="adj"/>
            </a:avLst>
          </a:prstGeom>
          <a:solidFill>
            <a:srgbClr val="E6F1FB"/>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129"/>
          <p:cNvSpPr/>
          <p:nvPr/>
        </p:nvSpPr>
        <p:spPr>
          <a:xfrm>
            <a:off x="1298448" y="1576197"/>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700"/>
              <a:buFont typeface="Arial"/>
              <a:buNone/>
            </a:pPr>
            <a:r>
              <a:rPr b="1" i="0" lang="en" sz="700" u="none" cap="none" strike="noStrike">
                <a:solidFill>
                  <a:srgbClr val="0C447C"/>
                </a:solidFill>
                <a:latin typeface="Arial"/>
                <a:ea typeface="Arial"/>
                <a:cs typeface="Arial"/>
                <a:sym typeface="Arial"/>
              </a:rPr>
              <a:t>LI</a:t>
            </a:r>
            <a:endParaRPr b="0" i="0" sz="700" u="none" cap="none" strike="noStrike">
              <a:solidFill>
                <a:schemeClr val="dk1"/>
              </a:solidFill>
              <a:latin typeface="Calibri"/>
              <a:ea typeface="Calibri"/>
              <a:cs typeface="Calibri"/>
              <a:sym typeface="Calibri"/>
            </a:endParaRPr>
          </a:p>
        </p:txBody>
      </p:sp>
      <p:sp>
        <p:nvSpPr>
          <p:cNvPr id="1860" name="Google Shape;1860;p129"/>
          <p:cNvSpPr/>
          <p:nvPr/>
        </p:nvSpPr>
        <p:spPr>
          <a:xfrm>
            <a:off x="1856232" y="1548765"/>
            <a:ext cx="7040880" cy="20288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Founder post: why metabolic health is becoming everyone's problem</a:t>
            </a:r>
            <a:endParaRPr b="0" i="0" sz="800" u="none" cap="none" strike="noStrike">
              <a:solidFill>
                <a:schemeClr val="dk1"/>
              </a:solidFill>
              <a:latin typeface="Calibri"/>
              <a:ea typeface="Calibri"/>
              <a:cs typeface="Calibri"/>
              <a:sym typeface="Calibri"/>
            </a:endParaRPr>
          </a:p>
        </p:txBody>
      </p:sp>
      <p:sp>
        <p:nvSpPr>
          <p:cNvPr id="1861" name="Google Shape;1861;p129"/>
          <p:cNvSpPr/>
          <p:nvPr/>
        </p:nvSpPr>
        <p:spPr>
          <a:xfrm>
            <a:off x="1298448" y="1769936"/>
            <a:ext cx="512064" cy="164592"/>
          </a:xfrm>
          <a:prstGeom prst="roundRect">
            <a:avLst>
              <a:gd fmla="val 22222" name="adj"/>
            </a:avLst>
          </a:prstGeom>
          <a:solidFill>
            <a:srgbClr val="FAEED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129"/>
          <p:cNvSpPr/>
          <p:nvPr/>
        </p:nvSpPr>
        <p:spPr>
          <a:xfrm>
            <a:off x="1298448" y="1779080"/>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700"/>
              <a:buFont typeface="Arial"/>
              <a:buNone/>
            </a:pPr>
            <a:r>
              <a:rPr b="1" i="0" lang="en" sz="700" u="none" cap="none" strike="noStrike">
                <a:solidFill>
                  <a:srgbClr val="633806"/>
                </a:solidFill>
                <a:latin typeface="Arial"/>
                <a:ea typeface="Arial"/>
                <a:cs typeface="Arial"/>
                <a:sym typeface="Arial"/>
              </a:rPr>
              <a:t>eDM</a:t>
            </a:r>
            <a:endParaRPr b="0" i="0" sz="700" u="none" cap="none" strike="noStrike">
              <a:solidFill>
                <a:schemeClr val="dk1"/>
              </a:solidFill>
              <a:latin typeface="Calibri"/>
              <a:ea typeface="Calibri"/>
              <a:cs typeface="Calibri"/>
              <a:sym typeface="Calibri"/>
            </a:endParaRPr>
          </a:p>
        </p:txBody>
      </p:sp>
      <p:sp>
        <p:nvSpPr>
          <p:cNvPr id="1863" name="Google Shape;1863;p129"/>
          <p:cNvSpPr/>
          <p:nvPr/>
        </p:nvSpPr>
        <p:spPr>
          <a:xfrm>
            <a:off x="1856232" y="1751648"/>
            <a:ext cx="7040880" cy="20288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"Why metabolic health deserves more attention" — introduces September flagship</a:t>
            </a:r>
            <a:endParaRPr b="0" i="0" sz="800" u="none" cap="none" strike="noStrike">
              <a:solidFill>
                <a:schemeClr val="dk1"/>
              </a:solidFill>
              <a:latin typeface="Calibri"/>
              <a:ea typeface="Calibri"/>
              <a:cs typeface="Calibri"/>
              <a:sym typeface="Calibri"/>
            </a:endParaRPr>
          </a:p>
        </p:txBody>
      </p:sp>
      <p:sp>
        <p:nvSpPr>
          <p:cNvPr id="1864" name="Google Shape;1864;p129"/>
          <p:cNvSpPr/>
          <p:nvPr/>
        </p:nvSpPr>
        <p:spPr>
          <a:xfrm>
            <a:off x="164592" y="2045970"/>
            <a:ext cx="8823960" cy="902970"/>
          </a:xfrm>
          <a:prstGeom prst="roundRect">
            <a:avLst>
              <a:gd fmla="val 6076" name="adj"/>
            </a:avLst>
          </a:prstGeom>
          <a:solidFill>
            <a:srgbClr val="FFFFFF"/>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129"/>
          <p:cNvSpPr/>
          <p:nvPr/>
        </p:nvSpPr>
        <p:spPr>
          <a:xfrm>
            <a:off x="201168" y="210083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14–16 Sep</a:t>
            </a:r>
            <a:endParaRPr b="0" i="0" sz="900" u="none" cap="none" strike="noStrike">
              <a:solidFill>
                <a:schemeClr val="dk1"/>
              </a:solidFill>
              <a:latin typeface="Calibri"/>
              <a:ea typeface="Calibri"/>
              <a:cs typeface="Calibri"/>
              <a:sym typeface="Calibri"/>
            </a:endParaRPr>
          </a:p>
        </p:txBody>
      </p:sp>
      <p:sp>
        <p:nvSpPr>
          <p:cNvPr id="1866" name="Google Shape;1866;p129"/>
          <p:cNvSpPr/>
          <p:nvPr/>
        </p:nvSpPr>
        <p:spPr>
          <a:xfrm>
            <a:off x="201168" y="230200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weeks 2–3</a:t>
            </a:r>
            <a:endParaRPr b="0" i="0" sz="700" u="none" cap="none" strike="noStrike">
              <a:solidFill>
                <a:schemeClr val="dk1"/>
              </a:solidFill>
              <a:latin typeface="Calibri"/>
              <a:ea typeface="Calibri"/>
              <a:cs typeface="Calibri"/>
              <a:sym typeface="Calibri"/>
            </a:endParaRPr>
          </a:p>
        </p:txBody>
      </p:sp>
      <p:cxnSp>
        <p:nvCxnSpPr>
          <p:cNvPr id="1867" name="Google Shape;1867;p129"/>
          <p:cNvCxnSpPr/>
          <p:nvPr/>
        </p:nvCxnSpPr>
        <p:spPr>
          <a:xfrm>
            <a:off x="1243584" y="2100834"/>
            <a:ext cx="0" cy="793242"/>
          </a:xfrm>
          <a:prstGeom prst="straightConnector1">
            <a:avLst/>
          </a:prstGeom>
          <a:noFill/>
          <a:ln cap="flat" cmpd="sng" w="9525">
            <a:solidFill>
              <a:srgbClr val="D3D1C7"/>
            </a:solidFill>
            <a:prstDash val="solid"/>
            <a:round/>
            <a:headEnd len="sm" w="sm" type="none"/>
            <a:tailEnd len="sm" w="sm" type="none"/>
          </a:ln>
        </p:spPr>
      </p:cxnSp>
      <p:sp>
        <p:nvSpPr>
          <p:cNvPr id="1868" name="Google Shape;1868;p129"/>
          <p:cNvSpPr/>
          <p:nvPr/>
        </p:nvSpPr>
        <p:spPr>
          <a:xfrm>
            <a:off x="1298448" y="2109978"/>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129"/>
          <p:cNvSpPr/>
          <p:nvPr/>
        </p:nvSpPr>
        <p:spPr>
          <a:xfrm>
            <a:off x="1298448" y="211912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870" name="Google Shape;1870;p129"/>
          <p:cNvSpPr/>
          <p:nvPr/>
        </p:nvSpPr>
        <p:spPr>
          <a:xfrm>
            <a:off x="1856232" y="2091690"/>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Supporting article #1: Why blood sugar monitoring matters even if you don't have diabetes  (high-intent search capture)</a:t>
            </a:r>
            <a:endParaRPr b="0" i="0" sz="800" u="none" cap="none" strike="noStrike">
              <a:solidFill>
                <a:schemeClr val="dk1"/>
              </a:solidFill>
              <a:latin typeface="Calibri"/>
              <a:ea typeface="Calibri"/>
              <a:cs typeface="Calibri"/>
              <a:sym typeface="Calibri"/>
            </a:endParaRPr>
          </a:p>
        </p:txBody>
      </p:sp>
      <p:sp>
        <p:nvSpPr>
          <p:cNvPr id="1871" name="Google Shape;1871;p129"/>
          <p:cNvSpPr/>
          <p:nvPr/>
        </p:nvSpPr>
        <p:spPr>
          <a:xfrm>
            <a:off x="1298448" y="2366010"/>
            <a:ext cx="512064" cy="164592"/>
          </a:xfrm>
          <a:prstGeom prst="roundRect">
            <a:avLst>
              <a:gd fmla="val 22222" name="adj"/>
            </a:avLst>
          </a:prstGeom>
          <a:solidFill>
            <a:srgbClr val="E6F1FB"/>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129"/>
          <p:cNvSpPr/>
          <p:nvPr/>
        </p:nvSpPr>
        <p:spPr>
          <a:xfrm>
            <a:off x="1298448" y="2375154"/>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700"/>
              <a:buFont typeface="Arial"/>
              <a:buNone/>
            </a:pPr>
            <a:r>
              <a:rPr b="1" i="0" lang="en" sz="700" u="none" cap="none" strike="noStrike">
                <a:solidFill>
                  <a:srgbClr val="0C447C"/>
                </a:solidFill>
                <a:latin typeface="Arial"/>
                <a:ea typeface="Arial"/>
                <a:cs typeface="Arial"/>
                <a:sym typeface="Arial"/>
              </a:rPr>
              <a:t>LI</a:t>
            </a:r>
            <a:endParaRPr b="0" i="0" sz="700" u="none" cap="none" strike="noStrike">
              <a:solidFill>
                <a:schemeClr val="dk1"/>
              </a:solidFill>
              <a:latin typeface="Calibri"/>
              <a:ea typeface="Calibri"/>
              <a:cs typeface="Calibri"/>
              <a:sym typeface="Calibri"/>
            </a:endParaRPr>
          </a:p>
        </p:txBody>
      </p:sp>
      <p:sp>
        <p:nvSpPr>
          <p:cNvPr id="1873" name="Google Shape;1873;p129"/>
          <p:cNvSpPr/>
          <p:nvPr/>
        </p:nvSpPr>
        <p:spPr>
          <a:xfrm>
            <a:off x="1856232" y="2347722"/>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Doctor perspective: what metabolic health really means</a:t>
            </a:r>
            <a:endParaRPr b="0" i="0" sz="800" u="none" cap="none" strike="noStrike">
              <a:solidFill>
                <a:schemeClr val="dk1"/>
              </a:solidFill>
              <a:latin typeface="Calibri"/>
              <a:ea typeface="Calibri"/>
              <a:cs typeface="Calibri"/>
              <a:sym typeface="Calibri"/>
            </a:endParaRPr>
          </a:p>
        </p:txBody>
      </p:sp>
      <p:sp>
        <p:nvSpPr>
          <p:cNvPr id="1874" name="Google Shape;1874;p129"/>
          <p:cNvSpPr/>
          <p:nvPr/>
        </p:nvSpPr>
        <p:spPr>
          <a:xfrm>
            <a:off x="164592" y="2994660"/>
            <a:ext cx="8823960" cy="902970"/>
          </a:xfrm>
          <a:prstGeom prst="roundRect">
            <a:avLst>
              <a:gd fmla="val 6076" name="adj"/>
            </a:avLst>
          </a:prstGeom>
          <a:solidFill>
            <a:srgbClr val="F8F7F4"/>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129"/>
          <p:cNvSpPr/>
          <p:nvPr/>
        </p:nvSpPr>
        <p:spPr>
          <a:xfrm>
            <a:off x="201168" y="304952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21–23 Sep</a:t>
            </a:r>
            <a:endParaRPr b="0" i="0" sz="900" u="none" cap="none" strike="noStrike">
              <a:solidFill>
                <a:schemeClr val="dk1"/>
              </a:solidFill>
              <a:latin typeface="Calibri"/>
              <a:ea typeface="Calibri"/>
              <a:cs typeface="Calibri"/>
              <a:sym typeface="Calibri"/>
            </a:endParaRPr>
          </a:p>
        </p:txBody>
      </p:sp>
      <p:sp>
        <p:nvSpPr>
          <p:cNvPr id="1876" name="Google Shape;1876;p129"/>
          <p:cNvSpPr/>
          <p:nvPr/>
        </p:nvSpPr>
        <p:spPr>
          <a:xfrm>
            <a:off x="201168" y="325069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weeks 3–4</a:t>
            </a:r>
            <a:endParaRPr b="0" i="0" sz="700" u="none" cap="none" strike="noStrike">
              <a:solidFill>
                <a:schemeClr val="dk1"/>
              </a:solidFill>
              <a:latin typeface="Calibri"/>
              <a:ea typeface="Calibri"/>
              <a:cs typeface="Calibri"/>
              <a:sym typeface="Calibri"/>
            </a:endParaRPr>
          </a:p>
        </p:txBody>
      </p:sp>
      <p:cxnSp>
        <p:nvCxnSpPr>
          <p:cNvPr id="1877" name="Google Shape;1877;p129"/>
          <p:cNvCxnSpPr/>
          <p:nvPr/>
        </p:nvCxnSpPr>
        <p:spPr>
          <a:xfrm>
            <a:off x="1243584" y="3049524"/>
            <a:ext cx="0" cy="793242"/>
          </a:xfrm>
          <a:prstGeom prst="straightConnector1">
            <a:avLst/>
          </a:prstGeom>
          <a:noFill/>
          <a:ln cap="flat" cmpd="sng" w="9525">
            <a:solidFill>
              <a:srgbClr val="D3D1C7"/>
            </a:solidFill>
            <a:prstDash val="solid"/>
            <a:round/>
            <a:headEnd len="sm" w="sm" type="none"/>
            <a:tailEnd len="sm" w="sm" type="none"/>
          </a:ln>
        </p:spPr>
      </p:cxnSp>
      <p:sp>
        <p:nvSpPr>
          <p:cNvPr id="1878" name="Google Shape;1878;p129"/>
          <p:cNvSpPr/>
          <p:nvPr/>
        </p:nvSpPr>
        <p:spPr>
          <a:xfrm>
            <a:off x="1298448" y="3058668"/>
            <a:ext cx="512064" cy="164592"/>
          </a:xfrm>
          <a:prstGeom prst="roundRect">
            <a:avLst>
              <a:gd fmla="val 22222" name="adj"/>
            </a:avLst>
          </a:prstGeom>
          <a:solidFill>
            <a:srgbClr val="E1F5EE"/>
          </a:solidFill>
          <a:ln cap="flat" cmpd="sng" w="12700">
            <a:solidFill>
              <a:srgbClr val="E1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129"/>
          <p:cNvSpPr/>
          <p:nvPr/>
        </p:nvSpPr>
        <p:spPr>
          <a:xfrm>
            <a:off x="1298448" y="306781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5041"/>
              </a:buClr>
              <a:buSzPts val="700"/>
              <a:buFont typeface="Arial"/>
              <a:buNone/>
            </a:pPr>
            <a:r>
              <a:rPr b="1" i="0" lang="en" sz="700" u="none" cap="none" strike="noStrike">
                <a:solidFill>
                  <a:srgbClr val="085041"/>
                </a:solidFill>
                <a:latin typeface="Arial"/>
                <a:ea typeface="Arial"/>
                <a:cs typeface="Arial"/>
                <a:sym typeface="Arial"/>
              </a:rPr>
              <a:t>Web</a:t>
            </a:r>
            <a:endParaRPr b="0" i="0" sz="700" u="none" cap="none" strike="noStrike">
              <a:solidFill>
                <a:schemeClr val="dk1"/>
              </a:solidFill>
              <a:latin typeface="Calibri"/>
              <a:ea typeface="Calibri"/>
              <a:cs typeface="Calibri"/>
              <a:sym typeface="Calibri"/>
            </a:endParaRPr>
          </a:p>
        </p:txBody>
      </p:sp>
      <p:sp>
        <p:nvSpPr>
          <p:cNvPr id="1880" name="Google Shape;1880;p129"/>
          <p:cNvSpPr/>
          <p:nvPr/>
        </p:nvSpPr>
        <p:spPr>
          <a:xfrm>
            <a:off x="1856232" y="3040380"/>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Supporting article #2: Why muscle is one of the most important organs for healthy ageing  (connects metabolism and longevity)</a:t>
            </a:r>
            <a:endParaRPr b="0" i="0" sz="800" u="none" cap="none" strike="noStrike">
              <a:solidFill>
                <a:schemeClr val="dk1"/>
              </a:solidFill>
              <a:latin typeface="Calibri"/>
              <a:ea typeface="Calibri"/>
              <a:cs typeface="Calibri"/>
              <a:sym typeface="Calibri"/>
            </a:endParaRPr>
          </a:p>
        </p:txBody>
      </p:sp>
      <p:sp>
        <p:nvSpPr>
          <p:cNvPr id="1881" name="Google Shape;1881;p129"/>
          <p:cNvSpPr/>
          <p:nvPr/>
        </p:nvSpPr>
        <p:spPr>
          <a:xfrm>
            <a:off x="1298448" y="3314700"/>
            <a:ext cx="512064" cy="164592"/>
          </a:xfrm>
          <a:prstGeom prst="roundRect">
            <a:avLst>
              <a:gd fmla="val 22222" name="adj"/>
            </a:avLst>
          </a:prstGeom>
          <a:solidFill>
            <a:srgbClr val="DCFCE7"/>
          </a:solidFill>
          <a:ln cap="flat" cmpd="sng" w="12700">
            <a:solidFill>
              <a:srgbClr val="DCF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129"/>
          <p:cNvSpPr/>
          <p:nvPr/>
        </p:nvSpPr>
        <p:spPr>
          <a:xfrm>
            <a:off x="1298448" y="3323844"/>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6534"/>
              </a:buClr>
              <a:buSzPts val="700"/>
              <a:buFont typeface="Arial"/>
              <a:buNone/>
            </a:pPr>
            <a:r>
              <a:rPr b="1" i="0" lang="en" sz="700" u="none" cap="none" strike="noStrike">
                <a:solidFill>
                  <a:srgbClr val="166534"/>
                </a:solidFill>
                <a:latin typeface="Arial"/>
                <a:ea typeface="Arial"/>
                <a:cs typeface="Arial"/>
                <a:sym typeface="Arial"/>
              </a:rPr>
              <a:t>WAP</a:t>
            </a:r>
            <a:endParaRPr b="0" i="0" sz="700" u="none" cap="none" strike="noStrike">
              <a:solidFill>
                <a:schemeClr val="dk1"/>
              </a:solidFill>
              <a:latin typeface="Calibri"/>
              <a:ea typeface="Calibri"/>
              <a:cs typeface="Calibri"/>
              <a:sym typeface="Calibri"/>
            </a:endParaRPr>
          </a:p>
        </p:txBody>
      </p:sp>
      <p:sp>
        <p:nvSpPr>
          <p:cNvPr id="1883" name="Google Shape;1883;p129"/>
          <p:cNvSpPr/>
          <p:nvPr/>
        </p:nvSpPr>
        <p:spPr>
          <a:xfrm>
            <a:off x="1856232" y="3296412"/>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"Could your metabolism be changing without you noticing?" — re-engage audience</a:t>
            </a:r>
            <a:endParaRPr b="0" i="0" sz="800" u="none" cap="none" strike="noStrike">
              <a:solidFill>
                <a:schemeClr val="dk1"/>
              </a:solidFill>
              <a:latin typeface="Calibri"/>
              <a:ea typeface="Calibri"/>
              <a:cs typeface="Calibri"/>
              <a:sym typeface="Calibri"/>
            </a:endParaRPr>
          </a:p>
        </p:txBody>
      </p:sp>
      <p:sp>
        <p:nvSpPr>
          <p:cNvPr id="1884" name="Google Shape;1884;p129"/>
          <p:cNvSpPr/>
          <p:nvPr/>
        </p:nvSpPr>
        <p:spPr>
          <a:xfrm>
            <a:off x="164592" y="3943350"/>
            <a:ext cx="8823960" cy="902970"/>
          </a:xfrm>
          <a:prstGeom prst="roundRect">
            <a:avLst>
              <a:gd fmla="val 6076" name="adj"/>
            </a:avLst>
          </a:prstGeom>
          <a:solidFill>
            <a:srgbClr val="FFFFFF"/>
          </a:solidFill>
          <a:ln cap="flat" cmpd="sng" w="9525">
            <a:solidFill>
              <a:srgbClr val="D3D1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129"/>
          <p:cNvSpPr/>
          <p:nvPr/>
        </p:nvSpPr>
        <p:spPr>
          <a:xfrm>
            <a:off x="201168" y="399821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900"/>
              <a:buFont typeface="Arial"/>
              <a:buNone/>
            </a:pPr>
            <a:r>
              <a:rPr b="1" i="0" lang="en" sz="900" u="none" cap="none" strike="noStrike">
                <a:solidFill>
                  <a:srgbClr val="1B2A4A"/>
                </a:solidFill>
                <a:latin typeface="Arial"/>
                <a:ea typeface="Arial"/>
                <a:cs typeface="Arial"/>
                <a:sym typeface="Arial"/>
              </a:rPr>
              <a:t>29 Sep</a:t>
            </a:r>
            <a:endParaRPr b="0" i="0" sz="900" u="none" cap="none" strike="noStrike">
              <a:solidFill>
                <a:schemeClr val="dk1"/>
              </a:solidFill>
              <a:latin typeface="Calibri"/>
              <a:ea typeface="Calibri"/>
              <a:cs typeface="Calibri"/>
              <a:sym typeface="Calibri"/>
            </a:endParaRPr>
          </a:p>
        </p:txBody>
      </p:sp>
      <p:sp>
        <p:nvSpPr>
          <p:cNvPr id="1886" name="Google Shape;1886;p129"/>
          <p:cNvSpPr/>
          <p:nvPr/>
        </p:nvSpPr>
        <p:spPr>
          <a:xfrm>
            <a:off x="201168" y="4199382"/>
            <a:ext cx="10058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5E5A"/>
              </a:buClr>
              <a:buSzPts val="700"/>
              <a:buFont typeface="Arial"/>
              <a:buNone/>
            </a:pPr>
            <a:r>
              <a:rPr b="0" i="1" lang="en" sz="700" u="none" cap="none" strike="noStrike">
                <a:solidFill>
                  <a:srgbClr val="5F5E5A"/>
                </a:solidFill>
                <a:latin typeface="Arial"/>
                <a:ea typeface="Arial"/>
                <a:cs typeface="Arial"/>
                <a:sym typeface="Arial"/>
              </a:rPr>
              <a:t>World Heart Day</a:t>
            </a:r>
            <a:endParaRPr b="0" i="0" sz="700" u="none" cap="none" strike="noStrike">
              <a:solidFill>
                <a:schemeClr val="dk1"/>
              </a:solidFill>
              <a:latin typeface="Calibri"/>
              <a:ea typeface="Calibri"/>
              <a:cs typeface="Calibri"/>
              <a:sym typeface="Calibri"/>
            </a:endParaRPr>
          </a:p>
        </p:txBody>
      </p:sp>
      <p:cxnSp>
        <p:nvCxnSpPr>
          <p:cNvPr id="1887" name="Google Shape;1887;p129"/>
          <p:cNvCxnSpPr/>
          <p:nvPr/>
        </p:nvCxnSpPr>
        <p:spPr>
          <a:xfrm>
            <a:off x="1243584" y="3998214"/>
            <a:ext cx="0" cy="793242"/>
          </a:xfrm>
          <a:prstGeom prst="straightConnector1">
            <a:avLst/>
          </a:prstGeom>
          <a:noFill/>
          <a:ln cap="flat" cmpd="sng" w="9525">
            <a:solidFill>
              <a:srgbClr val="D3D1C7"/>
            </a:solidFill>
            <a:prstDash val="solid"/>
            <a:round/>
            <a:headEnd len="sm" w="sm" type="none"/>
            <a:tailEnd len="sm" w="sm" type="none"/>
          </a:ln>
        </p:spPr>
      </p:cxnSp>
      <p:sp>
        <p:nvSpPr>
          <p:cNvPr id="1888" name="Google Shape;1888;p129"/>
          <p:cNvSpPr/>
          <p:nvPr/>
        </p:nvSpPr>
        <p:spPr>
          <a:xfrm>
            <a:off x="1298448" y="4007358"/>
            <a:ext cx="512064" cy="164592"/>
          </a:xfrm>
          <a:prstGeom prst="roundRect">
            <a:avLst>
              <a:gd fmla="val 22222" name="adj"/>
            </a:avLst>
          </a:prstGeom>
          <a:solidFill>
            <a:srgbClr val="E6F1FB"/>
          </a:solidFill>
          <a:ln cap="flat" cmpd="sng" w="12700">
            <a:solidFill>
              <a:srgbClr val="E6F1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129"/>
          <p:cNvSpPr/>
          <p:nvPr/>
        </p:nvSpPr>
        <p:spPr>
          <a:xfrm>
            <a:off x="1298448" y="4016502"/>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447C"/>
              </a:buClr>
              <a:buSzPts val="700"/>
              <a:buFont typeface="Arial"/>
              <a:buNone/>
            </a:pPr>
            <a:r>
              <a:rPr b="1" i="0" lang="en" sz="700" u="none" cap="none" strike="noStrike">
                <a:solidFill>
                  <a:srgbClr val="0C447C"/>
                </a:solidFill>
                <a:latin typeface="Arial"/>
                <a:ea typeface="Arial"/>
                <a:cs typeface="Arial"/>
                <a:sym typeface="Arial"/>
              </a:rPr>
              <a:t>LI</a:t>
            </a:r>
            <a:endParaRPr b="0" i="0" sz="700" u="none" cap="none" strike="noStrike">
              <a:solidFill>
                <a:schemeClr val="dk1"/>
              </a:solidFill>
              <a:latin typeface="Calibri"/>
              <a:ea typeface="Calibri"/>
              <a:cs typeface="Calibri"/>
              <a:sym typeface="Calibri"/>
            </a:endParaRPr>
          </a:p>
        </p:txBody>
      </p:sp>
      <p:sp>
        <p:nvSpPr>
          <p:cNvPr id="1890" name="Google Shape;1890;p129"/>
          <p:cNvSpPr/>
          <p:nvPr/>
        </p:nvSpPr>
        <p:spPr>
          <a:xfrm>
            <a:off x="1856232" y="3989070"/>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World Heart Day: why heart health begins with metabolic health</a:t>
            </a:r>
            <a:endParaRPr b="0" i="0" sz="800" u="none" cap="none" strike="noStrike">
              <a:solidFill>
                <a:schemeClr val="dk1"/>
              </a:solidFill>
              <a:latin typeface="Calibri"/>
              <a:ea typeface="Calibri"/>
              <a:cs typeface="Calibri"/>
              <a:sym typeface="Calibri"/>
            </a:endParaRPr>
          </a:p>
        </p:txBody>
      </p:sp>
      <p:sp>
        <p:nvSpPr>
          <p:cNvPr id="1891" name="Google Shape;1891;p129"/>
          <p:cNvSpPr/>
          <p:nvPr/>
        </p:nvSpPr>
        <p:spPr>
          <a:xfrm>
            <a:off x="1298448" y="4263390"/>
            <a:ext cx="512064" cy="164592"/>
          </a:xfrm>
          <a:prstGeom prst="roundRect">
            <a:avLst>
              <a:gd fmla="val 22222" name="adj"/>
            </a:avLst>
          </a:prstGeom>
          <a:solidFill>
            <a:srgbClr val="FAEEDA"/>
          </a:solidFill>
          <a:ln cap="flat" cmpd="sng" w="12700">
            <a:solidFill>
              <a:srgbClr val="FAE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129"/>
          <p:cNvSpPr/>
          <p:nvPr/>
        </p:nvSpPr>
        <p:spPr>
          <a:xfrm>
            <a:off x="1298448" y="4272534"/>
            <a:ext cx="51206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33806"/>
              </a:buClr>
              <a:buSzPts val="700"/>
              <a:buFont typeface="Arial"/>
              <a:buNone/>
            </a:pPr>
            <a:r>
              <a:rPr b="1" i="0" lang="en" sz="700" u="none" cap="none" strike="noStrike">
                <a:solidFill>
                  <a:srgbClr val="633806"/>
                </a:solidFill>
                <a:latin typeface="Arial"/>
                <a:ea typeface="Arial"/>
                <a:cs typeface="Arial"/>
                <a:sym typeface="Arial"/>
              </a:rPr>
              <a:t>eDM</a:t>
            </a:r>
            <a:endParaRPr b="0" i="0" sz="700" u="none" cap="none" strike="noStrike">
              <a:solidFill>
                <a:schemeClr val="dk1"/>
              </a:solidFill>
              <a:latin typeface="Calibri"/>
              <a:ea typeface="Calibri"/>
              <a:cs typeface="Calibri"/>
              <a:sym typeface="Calibri"/>
            </a:endParaRPr>
          </a:p>
        </p:txBody>
      </p:sp>
      <p:sp>
        <p:nvSpPr>
          <p:cNvPr id="1893" name="Google Shape;1893;p129"/>
          <p:cNvSpPr/>
          <p:nvPr/>
        </p:nvSpPr>
        <p:spPr>
          <a:xfrm>
            <a:off x="1856232" y="4245102"/>
            <a:ext cx="7040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800"/>
              <a:buFont typeface="Arial"/>
              <a:buNone/>
            </a:pPr>
            <a:r>
              <a:rPr b="0" i="0" lang="en" sz="800" u="none" cap="none" strike="noStrike">
                <a:solidFill>
                  <a:srgbClr val="1B2A4A"/>
                </a:solidFill>
                <a:latin typeface="Arial"/>
                <a:ea typeface="Arial"/>
                <a:cs typeface="Arial"/>
                <a:sym typeface="Arial"/>
              </a:rPr>
              <a:t>Taking care of your heart × what we've learned about metabolic health this month — World Heart Day eDM</a:t>
            </a:r>
            <a:endParaRPr b="0" i="0" sz="800" u="none" cap="none" strike="noStrike">
              <a:solidFill>
                <a:schemeClr val="dk1"/>
              </a:solidFill>
              <a:latin typeface="Calibri"/>
              <a:ea typeface="Calibri"/>
              <a:cs typeface="Calibri"/>
              <a:sym typeface="Calibri"/>
            </a:endParaRPr>
          </a:p>
        </p:txBody>
      </p:sp>
      <p:sp>
        <p:nvSpPr>
          <p:cNvPr id="1894" name="Google Shape;1894;p129"/>
          <p:cNvSpPr/>
          <p:nvPr/>
        </p:nvSpPr>
        <p:spPr>
          <a:xfrm>
            <a:off x="164592" y="4956048"/>
            <a:ext cx="882396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3D1C7"/>
              </a:buClr>
              <a:buSzPts val="750"/>
              <a:buFont typeface="Arial"/>
              <a:buNone/>
            </a:pPr>
            <a:r>
              <a:rPr b="0" i="1" lang="en" sz="750" u="none" cap="none" strike="noStrike">
                <a:solidFill>
                  <a:srgbClr val="D3D1C7"/>
                </a:solidFill>
                <a:latin typeface="Arial"/>
                <a:ea typeface="Arial"/>
                <a:cs typeface="Arial"/>
                <a:sym typeface="Arial"/>
              </a:rPr>
              <a:t>NOVI Health  ·  Master Calendar 2026  ·  All dates subject to change</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Investor Pitch">
  <a:themeElements>
    <a:clrScheme name="Simple Light">
      <a:dk1>
        <a:srgbClr val="1A36B4"/>
      </a:dk1>
      <a:lt1>
        <a:srgbClr val="F6F5EC"/>
      </a:lt1>
      <a:dk2>
        <a:srgbClr val="1D1D1D"/>
      </a:dk2>
      <a:lt2>
        <a:srgbClr val="A4C2F4"/>
      </a:lt2>
      <a:accent1>
        <a:srgbClr val="FFFFFF"/>
      </a:accent1>
      <a:accent2>
        <a:srgbClr val="1A36B4"/>
      </a:accent2>
      <a:accent3>
        <a:srgbClr val="1D1D1D"/>
      </a:accent3>
      <a:accent4>
        <a:srgbClr val="F6F5EC"/>
      </a:accent4>
      <a:accent5>
        <a:srgbClr val="1A36B4"/>
      </a:accent5>
      <a:accent6>
        <a:srgbClr val="595959"/>
      </a:accent6>
      <a:hlink>
        <a:srgbClr val="A4C2F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